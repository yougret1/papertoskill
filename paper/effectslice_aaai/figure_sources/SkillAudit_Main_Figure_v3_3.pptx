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7825e83dc748d6" /><Relationship Type="http://schemas.openxmlformats.org/officeDocument/2006/relationships/extended-properties" Target="/docProps/app.xml" Id="Rc0e7b70bf1f74b57" /><Relationship Type="http://schemas.openxmlformats.org/officeDocument/2006/relationships/officeDocument" Target="/ppt/presentation.xml" Id="R0a19531ce1e641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30afbcfae04937"/>
  </p:sldMasterIdLst>
  <p:notesMasterIdLst>
    <p:notesMasterId xmlns:r="http://schemas.openxmlformats.org/officeDocument/2006/relationships" r:id="R88f1d5526ac44c81"/>
  </p:notesMasterIdLst>
  <p:sldIdLst>
    <p:sldId xmlns:r="http://schemas.openxmlformats.org/officeDocument/2006/relationships" id="256" r:id="R6500bf5444844c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8892898ec8456d" /><Relationship Type="http://schemas.openxmlformats.org/officeDocument/2006/relationships/slideMaster" Target="/ppt/slideMasters/slideMaster1.xml" Id="Rd030afbcfae04937" /><Relationship Type="http://schemas.openxmlformats.org/officeDocument/2006/relationships/notesMaster" Target="/ppt/notesMasters/notesMaster1.xml" Id="R88f1d5526ac44c81" /><Relationship Type="http://schemas.openxmlformats.org/officeDocument/2006/relationships/presProps" Target="/ppt/presProps.xml" Id="R1fe08ab900864824" /><Relationship Type="http://schemas.openxmlformats.org/officeDocument/2006/relationships/tableStyles" Target="/ppt/tableStyles.xml" Id="R2ab3ca9afd73482c" /><Relationship Type="http://schemas.openxmlformats.org/officeDocument/2006/relationships/slide" Target="/ppt/slides/slide1.xml" Id="R6500bf5444844c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9be7ba94124d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be2ca4c4be4a6d" /><Relationship Type="http://schemas.openxmlformats.org/officeDocument/2006/relationships/notesMaster" Target="/ppt/notesMasters/notesMaster1.xml" Id="Rb8c5eca298584c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3474b2ce1b45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ce34aa01344b67" /><Relationship Type="http://schemas.openxmlformats.org/officeDocument/2006/relationships/slideLayout" Target="/ppt/slideLayouts/slideLayout1.xml" Id="R7330054c3dbf4e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30054c3dbf4e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5da77de184879" /><Relationship Type="http://schemas.openxmlformats.org/officeDocument/2006/relationships/image" Target="/ppt/media/image.png" Id="Re00e45ada322427f" /><Relationship Type="http://schemas.openxmlformats.org/officeDocument/2006/relationships/image" Target="/ppt/media/image2.png" Id="R073614f6b0a5420b" /><Relationship Type="http://schemas.openxmlformats.org/officeDocument/2006/relationships/image" Target="/ppt/media/image3.png" Id="R997eb58346914c6c" /><Relationship Type="http://schemas.openxmlformats.org/officeDocument/2006/relationships/notesSlide" Target="/ppt/notesSlides/notesSlide1.xml" Id="R55734d65e7ca44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1" name="upstream-protocol-divider"/>
          <p:cNvCxnSpPr/>
          <p:nvPr/>
        </p:nvCxnSpPr>
        <p:spPr>
          <a:xfrm xmlns:a="http://schemas.openxmlformats.org/drawingml/2006/main">
            <a:off x="5448300" y="1028700"/>
            <a:ext cx="95" cy="5048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EB9C5"/>
            </a:solidFill>
            <a:prstDash val="dash"/>
          </a:ln>
        </p:spPr>
      </p:cxnSp>
      <p:cxnSp>
        <p:nvCxnSpPr>
          <p:cNvPr id="162" name="protocol-output-divider"/>
          <p:cNvCxnSpPr/>
          <p:nvPr/>
        </p:nvCxnSpPr>
        <p:spPr>
          <a:xfrm xmlns:a="http://schemas.openxmlformats.org/drawingml/2006/main">
            <a:off x="9734550" y="1028700"/>
            <a:ext cx="95" cy="5048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EB9C5"/>
            </a:solidFill>
            <a:prstDash val="dash"/>
          </a:ln>
        </p:spPr>
      </p:cxnSp>
      <p:cxnSp>
        <p:nvCxnSpPr>
          <p:cNvPr id="163" name="paper-to-full-line"/>
          <p:cNvCxnSpPr/>
          <p:nvPr/>
        </p:nvCxnSpPr>
        <p:spPr>
          <a:xfrm xmlns:a="http://schemas.openxmlformats.org/drawingml/2006/main">
            <a:off x="1257300" y="2743200"/>
            <a:ext cx="18097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78E5"/>
            </a:solidFill>
            <a:prstDash val="solid"/>
          </a:ln>
        </p:spPr>
      </p:cxnSp>
      <p:sp>
        <p:nvSpPr>
          <p:cNvPr id="4" name="paper-to-full-head">
            <a:extLst xmlns:a="http://schemas.openxmlformats.org/drawingml/2006/main">
              <a:ext uri="{FF2B5EF4-FFF2-40B4-BE49-F238E27FC236}">
                <a16:creationId xmlns:a16="http://schemas.microsoft.com/office/drawing/2014/main" id="{8B132820-C6C2-4CA3-BAE8-D06F18DA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solidFill>
              <a:srgbClr val="3578E5"/>
            </a:solidFill>
            <a:prstDash val="solid"/>
          </a:ln>
        </p:spPr>
      </p:sp>
      <p:cxnSp>
        <p:nvCxnSpPr>
          <p:cNvPr id="165" name="full-to-reducer-line"/>
          <p:cNvCxnSpPr/>
          <p:nvPr/>
        </p:nvCxnSpPr>
        <p:spPr>
          <a:xfrm xmlns:a="http://schemas.openxmlformats.org/drawingml/2006/main">
            <a:off x="2628900" y="2743200"/>
            <a:ext cx="27622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78E5"/>
            </a:solidFill>
            <a:prstDash val="solid"/>
          </a:ln>
        </p:spPr>
      </p:cxnSp>
      <p:sp>
        <p:nvSpPr>
          <p:cNvPr id="6" name="full-to-reducer-head">
            <a:extLst xmlns:a="http://schemas.openxmlformats.org/drawingml/2006/main">
              <a:ext uri="{FF2B5EF4-FFF2-40B4-BE49-F238E27FC236}">
                <a16:creationId xmlns:a16="http://schemas.microsoft.com/office/drawing/2014/main" id="{AD4CB258-4EC1-4E9A-B577-5401ABAB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8605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solidFill>
              <a:srgbClr val="3578E5"/>
            </a:solidFill>
            <a:prstDash val="solid"/>
          </a:ln>
        </p:spPr>
      </p:sp>
      <p:cxnSp>
        <p:nvCxnSpPr>
          <p:cNvPr id="167" name="reducer-to-candidate-line"/>
          <p:cNvCxnSpPr/>
          <p:nvPr/>
        </p:nvCxnSpPr>
        <p:spPr>
          <a:xfrm xmlns:a="http://schemas.openxmlformats.org/drawingml/2006/main">
            <a:off x="3810000" y="2743200"/>
            <a:ext cx="12382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BFE6"/>
            </a:solidFill>
            <a:prstDash val="solid"/>
          </a:ln>
        </p:spPr>
      </p:cxnSp>
      <p:sp>
        <p:nvSpPr>
          <p:cNvPr id="8" name="reducer-to-candidate-head">
            <a:extLst xmlns:a="http://schemas.openxmlformats.org/drawingml/2006/main">
              <a:ext uri="{FF2B5EF4-FFF2-40B4-BE49-F238E27FC236}">
                <a16:creationId xmlns:a16="http://schemas.microsoft.com/office/drawing/2014/main" id="{A4677BA5-39F9-4C7D-A0A1-E63B0973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8605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solidFill>
              <a:srgbClr val="55BFE6"/>
            </a:solidFill>
            <a:prstDash val="solid"/>
          </a:ln>
        </p:spPr>
      </p:sp>
      <p:cxnSp>
        <p:nvCxnSpPr>
          <p:cNvPr id="169" name="candidate-to-map-line"/>
          <p:cNvCxnSpPr/>
          <p:nvPr/>
        </p:nvCxnSpPr>
        <p:spPr>
          <a:xfrm xmlns:a="http://schemas.openxmlformats.org/drawingml/2006/main">
            <a:off x="5200650" y="2743200"/>
            <a:ext cx="23812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BFE6"/>
            </a:solidFill>
            <a:prstDash val="solid"/>
          </a:ln>
        </p:spPr>
      </p:cxnSp>
      <p:sp>
        <p:nvSpPr>
          <p:cNvPr id="10" name="candidate-to-map-head">
            <a:extLst xmlns:a="http://schemas.openxmlformats.org/drawingml/2006/main">
              <a:ext uri="{FF2B5EF4-FFF2-40B4-BE49-F238E27FC236}">
                <a16:creationId xmlns:a16="http://schemas.microsoft.com/office/drawing/2014/main" id="{D60DA476-EEB2-4B04-BF19-09C45860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8605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solidFill>
              <a:srgbClr val="55BFE6"/>
            </a:solidFill>
            <a:prstDash val="solid"/>
          </a:ln>
        </p:spPr>
      </p:sp>
      <p:cxnSp>
        <p:nvCxnSpPr>
          <p:cNvPr id="171" name="map-to-freeze-line"/>
          <p:cNvCxnSpPr/>
          <p:nvPr/>
        </p:nvCxnSpPr>
        <p:spPr>
          <a:xfrm xmlns:a="http://schemas.openxmlformats.org/drawingml/2006/main">
            <a:off x="6553200" y="3238500"/>
            <a:ext cx="190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78E5"/>
            </a:solidFill>
            <a:prstDash val="solid"/>
          </a:ln>
        </p:spPr>
      </p:cxnSp>
      <p:sp>
        <p:nvSpPr>
          <p:cNvPr id="12" name="map-to-freeze-head">
            <a:extLst xmlns:a="http://schemas.openxmlformats.org/drawingml/2006/main">
              <a:ext uri="{FF2B5EF4-FFF2-40B4-BE49-F238E27FC236}">
                <a16:creationId xmlns:a16="http://schemas.microsoft.com/office/drawing/2014/main" id="{9AB99921-F383-4A12-84E8-50BB860B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8135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solidFill>
              <a:srgbClr val="3578E5"/>
            </a:solidFill>
            <a:prstDash val="solid"/>
          </a:ln>
        </p:spPr>
      </p:sp>
      <p:cxnSp>
        <p:nvCxnSpPr>
          <p:cNvPr id="173" name="freeze-to-run-line"/>
          <p:cNvCxnSpPr/>
          <p:nvPr/>
        </p:nvCxnSpPr>
        <p:spPr>
          <a:xfrm xmlns:a="http://schemas.openxmlformats.org/drawingml/2006/main">
            <a:off x="7562850" y="3238500"/>
            <a:ext cx="190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4A87"/>
            </a:solidFill>
            <a:prstDash val="solid"/>
          </a:ln>
        </p:spPr>
      </p:cxnSp>
      <p:sp>
        <p:nvSpPr>
          <p:cNvPr id="14" name="freeze-to-run-head">
            <a:extLst xmlns:a="http://schemas.openxmlformats.org/drawingml/2006/main">
              <a:ext uri="{FF2B5EF4-FFF2-40B4-BE49-F238E27FC236}">
                <a16:creationId xmlns:a16="http://schemas.microsoft.com/office/drawing/2014/main" id="{E3E68578-9AA1-4755-BC05-DCAE899D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8135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74A87"/>
          </a:solidFill>
          <a:ln xmlns:a="http://schemas.openxmlformats.org/drawingml/2006/main" w="0">
            <a:solidFill>
              <a:srgbClr val="174A87"/>
            </a:solidFill>
            <a:prstDash val="solid"/>
          </a:ln>
        </p:spPr>
      </p:sp>
      <p:cxnSp>
        <p:nvCxnSpPr>
          <p:cNvPr id="175" name="run-to-verify-line"/>
          <p:cNvCxnSpPr/>
          <p:nvPr/>
        </p:nvCxnSpPr>
        <p:spPr>
          <a:xfrm xmlns:a="http://schemas.openxmlformats.org/drawingml/2006/main">
            <a:off x="8705850" y="3238500"/>
            <a:ext cx="190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BFE6"/>
            </a:solidFill>
            <a:prstDash val="solid"/>
          </a:ln>
        </p:spPr>
      </p:cxnSp>
      <p:sp>
        <p:nvSpPr>
          <p:cNvPr id="16" name="run-to-verify-head">
            <a:extLst xmlns:a="http://schemas.openxmlformats.org/drawingml/2006/main">
              <a:ext uri="{FF2B5EF4-FFF2-40B4-BE49-F238E27FC236}">
                <a16:creationId xmlns:a16="http://schemas.microsoft.com/office/drawing/2014/main" id="{C1C65EA6-7F14-4866-B293-1F66A58E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8135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solidFill>
              <a:srgbClr val="55BFE6"/>
            </a:solidFill>
            <a:prstDash val="solid"/>
          </a:ln>
        </p:spPr>
      </p:sp>
      <p:cxnSp>
        <p:nvCxnSpPr>
          <p:cNvPr id="177" name="verify-to-decision-a"/>
          <p:cNvCxnSpPr/>
          <p:nvPr/>
        </p:nvCxnSpPr>
        <p:spPr>
          <a:xfrm xmlns:a="http://schemas.openxmlformats.org/drawingml/2006/main">
            <a:off x="9582150" y="3143250"/>
            <a:ext cx="1905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12B"/>
            </a:solidFill>
            <a:prstDash val="solid"/>
          </a:ln>
        </p:spPr>
      </p:cxnSp>
      <p:cxnSp>
        <p:nvCxnSpPr>
          <p:cNvPr id="178" name="verify-to-decision-b"/>
          <p:cNvCxnSpPr/>
          <p:nvPr/>
        </p:nvCxnSpPr>
        <p:spPr>
          <a:xfrm xmlns:a="http://schemas.openxmlformats.org/drawingml/2006/main">
            <a:off x="9772650" y="1657350"/>
            <a:ext cx="95" cy="1485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12B"/>
            </a:solidFill>
            <a:prstDash val="solid"/>
          </a:ln>
        </p:spPr>
      </p:cxnSp>
      <p:cxnSp>
        <p:nvCxnSpPr>
          <p:cNvPr id="179" name="verify-to-decision-c-line"/>
          <p:cNvCxnSpPr/>
          <p:nvPr/>
        </p:nvCxnSpPr>
        <p:spPr>
          <a:xfrm xmlns:a="http://schemas.openxmlformats.org/drawingml/2006/main">
            <a:off x="9772650" y="1657350"/>
            <a:ext cx="2857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12B"/>
            </a:solidFill>
            <a:prstDash val="solid"/>
          </a:ln>
        </p:spPr>
      </p:cxnSp>
      <p:sp>
        <p:nvSpPr>
          <p:cNvPr id="20" name="verify-to-decision-c-head">
            <a:extLst xmlns:a="http://schemas.openxmlformats.org/drawingml/2006/main">
              <a:ext uri="{FF2B5EF4-FFF2-40B4-BE49-F238E27FC236}">
                <a16:creationId xmlns:a16="http://schemas.microsoft.com/office/drawing/2014/main" id="{89B57C06-74C7-42C5-A293-AEF8AAC6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0020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cxnSp>
        <p:nvCxnSpPr>
          <p:cNvPr id="181" name="verify-to-evidence-a"/>
          <p:cNvCxnSpPr/>
          <p:nvPr/>
        </p:nvCxnSpPr>
        <p:spPr>
          <a:xfrm xmlns:a="http://schemas.openxmlformats.org/drawingml/2006/main">
            <a:off x="9582150" y="3981450"/>
            <a:ext cx="1143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4A87"/>
            </a:solidFill>
            <a:prstDash val="solid"/>
          </a:ln>
        </p:spPr>
      </p:cxnSp>
      <p:cxnSp>
        <p:nvCxnSpPr>
          <p:cNvPr id="182" name="verify-to-evidence-b"/>
          <p:cNvCxnSpPr/>
          <p:nvPr/>
        </p:nvCxnSpPr>
        <p:spPr>
          <a:xfrm xmlns:a="http://schemas.openxmlformats.org/drawingml/2006/main">
            <a:off x="9696450" y="3981450"/>
            <a:ext cx="95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4A87"/>
            </a:solidFill>
            <a:prstDash val="solid"/>
          </a:ln>
        </p:spPr>
      </p:cxnSp>
      <p:cxnSp>
        <p:nvCxnSpPr>
          <p:cNvPr id="183" name="verify-to-evidence-c-line"/>
          <p:cNvCxnSpPr/>
          <p:nvPr/>
        </p:nvCxnSpPr>
        <p:spPr>
          <a:xfrm xmlns:a="http://schemas.openxmlformats.org/drawingml/2006/main">
            <a:off x="9696450" y="5086350"/>
            <a:ext cx="476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4A87"/>
            </a:solidFill>
            <a:prstDash val="solid"/>
          </a:ln>
        </p:spPr>
      </p:cxnSp>
      <p:sp>
        <p:nvSpPr>
          <p:cNvPr id="24" name="verify-to-evidence-c-head">
            <a:extLst xmlns:a="http://schemas.openxmlformats.org/drawingml/2006/main">
              <a:ext uri="{FF2B5EF4-FFF2-40B4-BE49-F238E27FC236}">
                <a16:creationId xmlns:a16="http://schemas.microsoft.com/office/drawing/2014/main" id="{FACAC4BB-250B-468E-88C9-9F8B2F6B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02920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74A87"/>
          </a:solidFill>
          <a:ln xmlns:a="http://schemas.openxmlformats.org/drawingml/2006/main" w="0">
            <a:solidFill>
              <a:srgbClr val="174A87"/>
            </a:solidFill>
            <a:prstDash val="solid"/>
          </a:ln>
        </p:spPr>
      </p:sp>
      <p:cxnSp>
        <p:nvCxnSpPr>
          <p:cNvPr id="185" name="package-to-freeze-a"/>
          <p:cNvCxnSpPr/>
          <p:nvPr/>
        </p:nvCxnSpPr>
        <p:spPr>
          <a:xfrm xmlns:a="http://schemas.openxmlformats.org/drawingml/2006/main">
            <a:off x="5181600" y="4933950"/>
            <a:ext cx="1914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4A87"/>
            </a:solidFill>
            <a:prstDash val="dash"/>
          </a:ln>
        </p:spPr>
      </p:cxnSp>
      <p:cxnSp>
        <p:nvCxnSpPr>
          <p:cNvPr id="186" name="package-to-freeze-b-line"/>
          <p:cNvCxnSpPr/>
          <p:nvPr/>
        </p:nvCxnSpPr>
        <p:spPr>
          <a:xfrm xmlns:a="http://schemas.openxmlformats.org/drawingml/2006/main">
            <a:off x="7096125" y="4800600"/>
            <a:ext cx="95" cy="133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4A87"/>
            </a:solidFill>
            <a:prstDash val="dash"/>
          </a:ln>
        </p:spPr>
      </p:cxnSp>
      <p:sp>
        <p:nvSpPr>
          <p:cNvPr id="27" name="package-to-freeze-b-head">
            <a:extLst xmlns:a="http://schemas.openxmlformats.org/drawingml/2006/main">
              <a:ext uri="{FF2B5EF4-FFF2-40B4-BE49-F238E27FC236}">
                <a16:creationId xmlns:a16="http://schemas.microsoft.com/office/drawing/2014/main" id="{91D1324D-7F81-49C6-BFED-61142E87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05350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A87"/>
          </a:solidFill>
          <a:ln xmlns:a="http://schemas.openxmlformats.org/drawingml/2006/main" w="0">
            <a:solidFill>
              <a:srgbClr val="174A87"/>
            </a:solidFill>
            <a:prstDash val="solid"/>
          </a:ln>
        </p:spPr>
      </p:sp>
      <p:sp>
        <p:nvSpPr>
          <p:cNvPr id="28" name="title">
            <a:extLst xmlns:a="http://schemas.openxmlformats.org/drawingml/2006/main">
              <a:ext uri="{FF2B5EF4-FFF2-40B4-BE49-F238E27FC236}">
                <a16:creationId xmlns:a16="http://schemas.microsoft.com/office/drawing/2014/main" id="{18DCD3DF-D725-4093-957E-5C0994F1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247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SkillAudit</a:t>
            </a:r>
          </a:p>
        </p:txBody>
      </p:sp>
      <p:sp>
        <p:nvSpPr>
          <p:cNvPr id="29" name="subtitle">
            <a:extLst xmlns:a="http://schemas.openxmlformats.org/drawingml/2006/main">
              <a:ext uri="{FF2B5EF4-FFF2-40B4-BE49-F238E27FC236}">
                <a16:creationId xmlns:a16="http://schemas.microsoft.com/office/drawing/2014/main" id="{5E43CE26-607A-4D1A-94B3-6D175289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385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Traceable validation of simplified paper-derived agent skill specifications</a:t>
            </a:r>
          </a:p>
        </p:txBody>
      </p:sp>
      <p:cxnSp>
        <p:nvCxnSpPr>
          <p:cNvPr id="190" name="upstream-rule"/>
          <p:cNvCxnSpPr/>
          <p:nvPr/>
        </p:nvCxnSpPr>
        <p:spPr>
          <a:xfrm xmlns:a="http://schemas.openxmlformats.org/drawingml/2006/main">
            <a:off x="400050" y="1200150"/>
            <a:ext cx="48196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78E5"/>
            </a:solidFill>
            <a:prstDash val="solid"/>
          </a:ln>
        </p:spPr>
      </p:cxnSp>
      <p:cxnSp>
        <p:nvCxnSpPr>
          <p:cNvPr id="191" name="protocol-rule"/>
          <p:cNvCxnSpPr/>
          <p:nvPr/>
        </p:nvCxnSpPr>
        <p:spPr>
          <a:xfrm xmlns:a="http://schemas.openxmlformats.org/drawingml/2006/main">
            <a:off x="5600700" y="1200150"/>
            <a:ext cx="39814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578E5"/>
            </a:solidFill>
            <a:prstDash val="solid"/>
          </a:ln>
        </p:spPr>
      </p:cxnSp>
      <p:cxnSp>
        <p:nvCxnSpPr>
          <p:cNvPr id="192" name="outputs-rule"/>
          <p:cNvCxnSpPr/>
          <p:nvPr/>
        </p:nvCxnSpPr>
        <p:spPr>
          <a:xfrm xmlns:a="http://schemas.openxmlformats.org/drawingml/2006/main">
            <a:off x="9848850" y="1200150"/>
            <a:ext cx="18859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12B"/>
            </a:solidFill>
            <a:prstDash val="solid"/>
          </a:ln>
        </p:spPr>
      </p:cxnSp>
      <p:sp>
        <p:nvSpPr>
          <p:cNvPr id="33" name="upstream-zone-title">
            <a:extLst xmlns:a="http://schemas.openxmlformats.org/drawingml/2006/main">
              <a:ext uri="{FF2B5EF4-FFF2-40B4-BE49-F238E27FC236}">
                <a16:creationId xmlns:a16="http://schemas.microsoft.com/office/drawing/2014/main" id="{057ED1A3-24ED-4566-9BB0-D38D1259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4819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UPSTREAM PREPARATION</a:t>
            </a:r>
          </a:p>
        </p:txBody>
      </p:sp>
      <p:sp>
        <p:nvSpPr>
          <p:cNvPr id="34" name="protocol-zone-title">
            <a:extLst xmlns:a="http://schemas.openxmlformats.org/drawingml/2006/main">
              <a:ext uri="{FF2B5EF4-FFF2-40B4-BE49-F238E27FC236}">
                <a16:creationId xmlns:a16="http://schemas.microsoft.com/office/drawing/2014/main" id="{58EC9FAA-AE24-4163-B366-88093F61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914400"/>
            <a:ext cx="3981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SKILLAUDIT PROTOCOL</a:t>
            </a:r>
          </a:p>
        </p:txBody>
      </p:sp>
      <p:sp>
        <p:nvSpPr>
          <p:cNvPr id="35" name="outputs-zone-title">
            <a:extLst xmlns:a="http://schemas.openxmlformats.org/drawingml/2006/main">
              <a:ext uri="{FF2B5EF4-FFF2-40B4-BE49-F238E27FC236}">
                <a16:creationId xmlns:a16="http://schemas.microsoft.com/office/drawing/2014/main" id="{C08DECCC-1061-4FFF-B811-F41F63CE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14400"/>
            <a:ext cx="1885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OUTPUTS</a:t>
            </a:r>
          </a:p>
        </p:txBody>
      </p:sp>
      <p:sp>
        <p:nvSpPr>
          <p:cNvPr id="36" name="source-kicker">
            <a:extLst xmlns:a="http://schemas.openxmlformats.org/drawingml/2006/main">
              <a:ext uri="{FF2B5EF4-FFF2-40B4-BE49-F238E27FC236}">
                <a16:creationId xmlns:a16="http://schemas.microsoft.com/office/drawing/2014/main" id="{25534944-0B03-4788-A6BB-478E9A17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SOURCE</a:t>
            </a:r>
          </a:p>
        </p:txBody>
      </p:sp>
      <p:sp>
        <p:nvSpPr>
          <p:cNvPr id="37" name="paper-shadow">
            <a:extLst xmlns:a="http://schemas.openxmlformats.org/drawingml/2006/main">
              <a:ext uri="{FF2B5EF4-FFF2-40B4-BE49-F238E27FC236}">
                <a16:creationId xmlns:a16="http://schemas.microsoft.com/office/drawing/2014/main" id="{7AD85FD2-9F01-467B-9593-270187C1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762125"/>
            <a:ext cx="685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38" name="paper-page">
            <a:extLst xmlns:a="http://schemas.openxmlformats.org/drawingml/2006/main">
              <a:ext uri="{FF2B5EF4-FFF2-40B4-BE49-F238E27FC236}">
                <a16:creationId xmlns:a16="http://schemas.microsoft.com/office/drawing/2014/main" id="{75783F81-9FFA-404E-BBFF-4DA7E9B5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28800"/>
            <a:ext cx="685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12B"/>
            </a:solidFill>
            <a:prstDash val="solid"/>
          </a:ln>
        </p:spPr>
      </p:sp>
      <p:sp>
        <p:nvSpPr>
          <p:cNvPr id="39" name="paper-bar-0">
            <a:extLst xmlns:a="http://schemas.openxmlformats.org/drawingml/2006/main">
              <a:ext uri="{FF2B5EF4-FFF2-40B4-BE49-F238E27FC236}">
                <a16:creationId xmlns:a16="http://schemas.microsoft.com/office/drawing/2014/main" id="{188F1331-5F3C-4344-B607-148980DA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19300"/>
            <a:ext cx="45262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per-bar-1">
            <a:extLst xmlns:a="http://schemas.openxmlformats.org/drawingml/2006/main">
              <a:ext uri="{FF2B5EF4-FFF2-40B4-BE49-F238E27FC236}">
                <a16:creationId xmlns:a16="http://schemas.microsoft.com/office/drawing/2014/main" id="{4001FCEF-CB28-45BA-9D17-B927EA36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62175"/>
            <a:ext cx="45262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per-bar-2">
            <a:extLst xmlns:a="http://schemas.openxmlformats.org/drawingml/2006/main">
              <a:ext uri="{FF2B5EF4-FFF2-40B4-BE49-F238E27FC236}">
                <a16:creationId xmlns:a16="http://schemas.microsoft.com/office/drawing/2014/main" id="{8AD5A49C-483F-4903-BF57-8125208C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05050"/>
            <a:ext cx="45262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per-bar-3">
            <a:extLst xmlns:a="http://schemas.openxmlformats.org/drawingml/2006/main">
              <a:ext uri="{FF2B5EF4-FFF2-40B4-BE49-F238E27FC236}">
                <a16:creationId xmlns:a16="http://schemas.microsoft.com/office/drawing/2014/main" id="{DF857290-F080-4D27-AE44-E1F84A5E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47925"/>
            <a:ext cx="31546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per-label">
            <a:extLst xmlns:a="http://schemas.openxmlformats.org/drawingml/2006/main">
              <a:ext uri="{FF2B5EF4-FFF2-40B4-BE49-F238E27FC236}">
                <a16:creationId xmlns:a16="http://schemas.microsoft.com/office/drawing/2014/main" id="{1B9B1A05-E962-4397-9F05-001BC24A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57500"/>
            <a:ext cx="95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Research
paper</a:t>
            </a:r>
          </a:p>
        </p:txBody>
      </p:sp>
      <p:sp>
        <p:nvSpPr>
          <p:cNvPr id="44" name="paper-note">
            <a:extLst xmlns:a="http://schemas.openxmlformats.org/drawingml/2006/main">
              <a:ext uri="{FF2B5EF4-FFF2-40B4-BE49-F238E27FC236}">
                <a16:creationId xmlns:a16="http://schemas.microsoft.com/office/drawing/2014/main" id="{5F3E2782-E104-4A05-815C-0775B2C8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352800"/>
            <a:ext cx="990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source spans</a:t>
            </a:r>
          </a:p>
        </p:txBody>
      </p:sp>
      <p:sp>
        <p:nvSpPr>
          <p:cNvPr id="45" name="full-kicker">
            <a:extLst xmlns:a="http://schemas.openxmlformats.org/drawingml/2006/main">
              <a:ext uri="{FF2B5EF4-FFF2-40B4-BE49-F238E27FC236}">
                <a16:creationId xmlns:a16="http://schemas.microsoft.com/office/drawing/2014/main" id="{8C5E08A4-5091-46EC-8510-D595263B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66850"/>
            <a:ext cx="110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FULL</a:t>
            </a:r>
          </a:p>
        </p:txBody>
      </p:sp>
      <p:sp>
        <p:nvSpPr>
          <p:cNvPr id="46" name="full-shadow">
            <a:extLst xmlns:a="http://schemas.openxmlformats.org/drawingml/2006/main">
              <a:ext uri="{FF2B5EF4-FFF2-40B4-BE49-F238E27FC236}">
                <a16:creationId xmlns:a16="http://schemas.microsoft.com/office/drawing/2014/main" id="{D72A3796-1A2C-4AEC-A6FB-B999EF1F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724025"/>
            <a:ext cx="800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47" name="full-page">
            <a:extLst xmlns:a="http://schemas.openxmlformats.org/drawingml/2006/main">
              <a:ext uri="{FF2B5EF4-FFF2-40B4-BE49-F238E27FC236}">
                <a16:creationId xmlns:a16="http://schemas.microsoft.com/office/drawing/2014/main" id="{3C7223F0-93CA-4624-90A5-461FDC84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90700"/>
            <a:ext cx="800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3578E5"/>
            </a:solidFill>
            <a:prstDash val="solid"/>
          </a:ln>
        </p:spPr>
      </p:sp>
      <p:sp>
        <p:nvSpPr>
          <p:cNvPr id="48" name="full-bar-0">
            <a:extLst xmlns:a="http://schemas.openxmlformats.org/drawingml/2006/main">
              <a:ext uri="{FF2B5EF4-FFF2-40B4-BE49-F238E27FC236}">
                <a16:creationId xmlns:a16="http://schemas.microsoft.com/office/drawing/2014/main" id="{A4993EF3-B475-4426-B708-6ADDD5A9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981200"/>
            <a:ext cx="52806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full-bar-1">
            <a:extLst xmlns:a="http://schemas.openxmlformats.org/drawingml/2006/main">
              <a:ext uri="{FF2B5EF4-FFF2-40B4-BE49-F238E27FC236}">
                <a16:creationId xmlns:a16="http://schemas.microsoft.com/office/drawing/2014/main" id="{EF9BCC5C-0CA6-43B0-9BA3-EB4C801D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124075"/>
            <a:ext cx="52806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full-bar-2">
            <a:extLst xmlns:a="http://schemas.openxmlformats.org/drawingml/2006/main">
              <a:ext uri="{FF2B5EF4-FFF2-40B4-BE49-F238E27FC236}">
                <a16:creationId xmlns:a16="http://schemas.microsoft.com/office/drawing/2014/main" id="{E2C1B731-3B53-4CFA-A51E-6AD12C7C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266950"/>
            <a:ext cx="52806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ull-bar-3">
            <a:extLst xmlns:a="http://schemas.openxmlformats.org/drawingml/2006/main">
              <a:ext uri="{FF2B5EF4-FFF2-40B4-BE49-F238E27FC236}">
                <a16:creationId xmlns:a16="http://schemas.microsoft.com/office/drawing/2014/main" id="{F390231F-BE9F-4F10-8033-61D339F3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409825"/>
            <a:ext cx="52806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full-bar-4">
            <a:extLst xmlns:a="http://schemas.openxmlformats.org/drawingml/2006/main">
              <a:ext uri="{FF2B5EF4-FFF2-40B4-BE49-F238E27FC236}">
                <a16:creationId xmlns:a16="http://schemas.microsoft.com/office/drawing/2014/main" id="{62DCCF6F-4DBD-425C-9E52-0B10E1F9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552700"/>
            <a:ext cx="36804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full-label">
            <a:extLst xmlns:a="http://schemas.openxmlformats.org/drawingml/2006/main">
              <a:ext uri="{FF2B5EF4-FFF2-40B4-BE49-F238E27FC236}">
                <a16:creationId xmlns:a16="http://schemas.microsoft.com/office/drawing/2014/main" id="{A45EFF56-3455-425A-976B-48A48843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9560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Full spec.  F</a:t>
            </a:r>
          </a:p>
        </p:txBody>
      </p:sp>
      <p:cxnSp>
        <p:nvCxnSpPr>
          <p:cNvPr id="214" name="full-atoms-edge-a"/>
          <p:cNvCxnSpPr/>
          <p:nvPr/>
        </p:nvCxnSpPr>
        <p:spPr>
          <a:xfrm xmlns:a="http://schemas.openxmlformats.org/drawingml/2006/main">
            <a:off x="1638300" y="3409950"/>
            <a:ext cx="2476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9C5"/>
            </a:solidFill>
            <a:prstDash val="solid"/>
          </a:ln>
        </p:spPr>
      </p:cxnSp>
      <p:cxnSp>
        <p:nvCxnSpPr>
          <p:cNvPr id="215" name="full-atoms-edge-b"/>
          <p:cNvCxnSpPr/>
          <p:nvPr/>
        </p:nvCxnSpPr>
        <p:spPr>
          <a:xfrm xmlns:a="http://schemas.openxmlformats.org/drawingml/2006/main">
            <a:off x="2209800" y="3409950"/>
            <a:ext cx="2476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9C5"/>
            </a:solidFill>
            <a:prstDash val="solid"/>
          </a:ln>
        </p:spPr>
      </p:cxnSp>
      <p:sp>
        <p:nvSpPr>
          <p:cNvPr id="56" name="full-atoms-a">
            <a:extLst xmlns:a="http://schemas.openxmlformats.org/drawingml/2006/main">
              <a:ext uri="{FF2B5EF4-FFF2-40B4-BE49-F238E27FC236}">
                <a16:creationId xmlns:a16="http://schemas.microsoft.com/office/drawing/2014/main" id="{8DA76E7C-BB52-4987-95F2-1BB03CF7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full-atoms-b">
            <a:extLst xmlns:a="http://schemas.openxmlformats.org/drawingml/2006/main">
              <a:ext uri="{FF2B5EF4-FFF2-40B4-BE49-F238E27FC236}">
                <a16:creationId xmlns:a16="http://schemas.microsoft.com/office/drawing/2014/main" id="{2A3A1D02-E1AC-4348-B997-ACE473EB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14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full-atoms-b-label">
            <a:extLst xmlns:a="http://schemas.openxmlformats.org/drawingml/2006/main">
              <a:ext uri="{FF2B5EF4-FFF2-40B4-BE49-F238E27FC236}">
                <a16:creationId xmlns:a16="http://schemas.microsoft.com/office/drawing/2014/main" id="{156A98FB-827F-4655-A3FB-3380CF06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14700"/>
            <a:ext cx="19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85B62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59" name="full-atoms-ellipsis">
            <a:extLst xmlns:a="http://schemas.openxmlformats.org/drawingml/2006/main">
              <a:ext uri="{FF2B5EF4-FFF2-40B4-BE49-F238E27FC236}">
                <a16:creationId xmlns:a16="http://schemas.microsoft.com/office/drawing/2014/main" id="{5BEC2B60-FEE4-4083-91CF-849D3F4B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95650"/>
            <a:ext cx="209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...</a:t>
            </a:r>
          </a:p>
        </p:txBody>
      </p:sp>
      <p:sp>
        <p:nvSpPr>
          <p:cNvPr id="60" name="full-atoms-c">
            <a:extLst xmlns:a="http://schemas.openxmlformats.org/drawingml/2006/main">
              <a:ext uri="{FF2B5EF4-FFF2-40B4-BE49-F238E27FC236}">
                <a16:creationId xmlns:a16="http://schemas.microsoft.com/office/drawing/2014/main" id="{50C3ECB6-FCFE-4E2C-A5DC-A05CD9B0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full-atoms-label">
            <a:extLst xmlns:a="http://schemas.openxmlformats.org/drawingml/2006/main">
              <a:ext uri="{FF2B5EF4-FFF2-40B4-BE49-F238E27FC236}">
                <a16:creationId xmlns:a16="http://schemas.microsoft.com/office/drawing/2014/main" id="{7968D986-1244-4DE2-8015-F5B2E823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procedural atoms</a:t>
            </a:r>
          </a:p>
        </p:txBody>
      </p:sp>
      <p:sp>
        <p:nvSpPr>
          <p:cNvPr id="62" name="reducer">
            <a:extLst xmlns:a="http://schemas.openxmlformats.org/drawingml/2006/main">
              <a:ext uri="{FF2B5EF4-FFF2-40B4-BE49-F238E27FC236}">
                <a16:creationId xmlns:a16="http://schemas.microsoft.com/office/drawing/2014/main" id="{B9CF0E74-8205-4B35-9BE7-308C00F1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90750"/>
            <a:ext cx="819150" cy="11239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63" name="reducer-core">
            <a:extLst xmlns:a="http://schemas.openxmlformats.org/drawingml/2006/main">
              <a:ext uri="{FF2B5EF4-FFF2-40B4-BE49-F238E27FC236}">
                <a16:creationId xmlns:a16="http://schemas.microsoft.com/office/drawing/2014/main" id="{A918A107-0B75-4118-A7DB-F0AB288A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33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12B"/>
            </a:solidFill>
            <a:prstDash val="solid"/>
          </a:ln>
        </p:spPr>
      </p:sp>
      <p:sp>
        <p:nvSpPr>
          <p:cNvPr id="64" name="reducer-minus">
            <a:extLst xmlns:a="http://schemas.openxmlformats.org/drawingml/2006/main">
              <a:ext uri="{FF2B5EF4-FFF2-40B4-BE49-F238E27FC236}">
                <a16:creationId xmlns:a16="http://schemas.microsoft.com/office/drawing/2014/main" id="{58C81AD6-B2E6-42FB-B9A2-D9B32022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0505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-</a:t>
            </a:r>
          </a:p>
        </p:txBody>
      </p:sp>
      <p:sp>
        <p:nvSpPr>
          <p:cNvPr id="65" name="reducer-label">
            <a:extLst xmlns:a="http://schemas.openxmlformats.org/drawingml/2006/main">
              <a:ext uri="{FF2B5EF4-FFF2-40B4-BE49-F238E27FC236}">
                <a16:creationId xmlns:a16="http://schemas.microsoft.com/office/drawing/2014/main" id="{1A9C7534-ED6F-4DA0-AF05-EDC72BE3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62250"/>
            <a:ext cx="685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Simplification
method</a:t>
            </a:r>
          </a:p>
        </p:txBody>
      </p:sp>
      <p:sp>
        <p:nvSpPr>
          <p:cNvPr id="66" name="reducer-note">
            <a:extLst xmlns:a="http://schemas.openxmlformats.org/drawingml/2006/main">
              <a:ext uri="{FF2B5EF4-FFF2-40B4-BE49-F238E27FC236}">
                <a16:creationId xmlns:a16="http://schemas.microsoft.com/office/drawing/2014/main" id="{56DD0B6F-3FD7-448B-ACB6-DF3991C5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48050"/>
            <a:ext cx="131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delete / merge / rewrite</a:t>
            </a:r>
          </a:p>
        </p:txBody>
      </p:sp>
      <p:sp>
        <p:nvSpPr>
          <p:cNvPr id="67" name="candidate-kicker">
            <a:extLst xmlns:a="http://schemas.openxmlformats.org/drawingml/2006/main">
              <a:ext uri="{FF2B5EF4-FFF2-40B4-BE49-F238E27FC236}">
                <a16:creationId xmlns:a16="http://schemas.microsoft.com/office/drawing/2014/main" id="{5C159326-FB16-43FE-A112-80C623A8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46685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5BFE6"/>
                </a:solidFill>
                <a:latin typeface="Arial"/>
                <a:ea typeface="Arial"/>
                <a:cs typeface="Arial"/>
              </a:defRPr>
            </a:pPr>
            <a:r>
              <a:t>CANDIDATE</a:t>
            </a:r>
          </a:p>
        </p:txBody>
      </p:sp>
      <p:sp>
        <p:nvSpPr>
          <p:cNvPr id="68" name="candidate-shadow">
            <a:extLst xmlns:a="http://schemas.openxmlformats.org/drawingml/2006/main">
              <a:ext uri="{FF2B5EF4-FFF2-40B4-BE49-F238E27FC236}">
                <a16:creationId xmlns:a16="http://schemas.microsoft.com/office/drawing/2014/main" id="{B85B0995-C64A-4152-87F8-CD5B3213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24025"/>
            <a:ext cx="800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69" name="candidate-page">
            <a:extLst xmlns:a="http://schemas.openxmlformats.org/drawingml/2006/main">
              <a:ext uri="{FF2B5EF4-FFF2-40B4-BE49-F238E27FC236}">
                <a16:creationId xmlns:a16="http://schemas.microsoft.com/office/drawing/2014/main" id="{AC640567-1914-46F8-97EA-F5F49881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90700"/>
            <a:ext cx="800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FD"/>
          </a:solidFill>
          <a:ln xmlns:a="http://schemas.openxmlformats.org/drawingml/2006/main" w="19050">
            <a:solidFill>
              <a:srgbClr val="55BFE6"/>
            </a:solidFill>
            <a:prstDash val="solid"/>
          </a:ln>
        </p:spPr>
      </p:sp>
      <p:sp>
        <p:nvSpPr>
          <p:cNvPr id="70" name="candidate-bar-0">
            <a:extLst xmlns:a="http://schemas.openxmlformats.org/drawingml/2006/main">
              <a:ext uri="{FF2B5EF4-FFF2-40B4-BE49-F238E27FC236}">
                <a16:creationId xmlns:a16="http://schemas.microsoft.com/office/drawing/2014/main" id="{43B601D9-7BD6-4CA4-BE07-CBFABA7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81200"/>
            <a:ext cx="52806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candidate-bar-1">
            <a:extLst xmlns:a="http://schemas.openxmlformats.org/drawingml/2006/main">
              <a:ext uri="{FF2B5EF4-FFF2-40B4-BE49-F238E27FC236}">
                <a16:creationId xmlns:a16="http://schemas.microsoft.com/office/drawing/2014/main" id="{A5144227-8234-4E8F-A259-017A34EF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24075"/>
            <a:ext cx="52806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candidate-bar-2">
            <a:extLst xmlns:a="http://schemas.openxmlformats.org/drawingml/2006/main">
              <a:ext uri="{FF2B5EF4-FFF2-40B4-BE49-F238E27FC236}">
                <a16:creationId xmlns:a16="http://schemas.microsoft.com/office/drawing/2014/main" id="{9790AF3A-0862-4277-A3BE-EF731A89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66950"/>
            <a:ext cx="36804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candidate-label">
            <a:extLst xmlns:a="http://schemas.openxmlformats.org/drawingml/2006/main">
              <a:ext uri="{FF2B5EF4-FFF2-40B4-BE49-F238E27FC236}">
                <a16:creationId xmlns:a16="http://schemas.microsoft.com/office/drawing/2014/main" id="{E77275E1-9D0C-4A9A-986E-5612577E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95600"/>
            <a:ext cx="1390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702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Candidate spec.  S</a:t>
            </a:r>
          </a:p>
        </p:txBody>
      </p:sp>
      <p:cxnSp>
        <p:nvCxnSpPr>
          <p:cNvPr id="234" name="candidate-atoms-edge-a"/>
          <p:cNvCxnSpPr/>
          <p:nvPr/>
        </p:nvCxnSpPr>
        <p:spPr>
          <a:xfrm xmlns:a="http://schemas.openxmlformats.org/drawingml/2006/main">
            <a:off x="4076700" y="3409950"/>
            <a:ext cx="2476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9C5"/>
            </a:solidFill>
            <a:prstDash val="solid"/>
          </a:ln>
        </p:spPr>
      </p:cxnSp>
      <p:cxnSp>
        <p:nvCxnSpPr>
          <p:cNvPr id="235" name="candidate-atoms-edge-b"/>
          <p:cNvCxnSpPr/>
          <p:nvPr/>
        </p:nvCxnSpPr>
        <p:spPr>
          <a:xfrm xmlns:a="http://schemas.openxmlformats.org/drawingml/2006/main">
            <a:off x="4648200" y="3409950"/>
            <a:ext cx="2476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9C5"/>
            </a:solidFill>
            <a:prstDash val="solid"/>
          </a:ln>
        </p:spPr>
      </p:cxnSp>
      <p:sp>
        <p:nvSpPr>
          <p:cNvPr id="76" name="candidate-atoms-a">
            <a:extLst xmlns:a="http://schemas.openxmlformats.org/drawingml/2006/main">
              <a:ext uri="{FF2B5EF4-FFF2-40B4-BE49-F238E27FC236}">
                <a16:creationId xmlns:a16="http://schemas.microsoft.com/office/drawing/2014/main" id="{3DD10FEB-3A46-4F98-948E-A20DF0F1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14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candidate-atoms-b">
            <a:extLst xmlns:a="http://schemas.openxmlformats.org/drawingml/2006/main">
              <a:ext uri="{FF2B5EF4-FFF2-40B4-BE49-F238E27FC236}">
                <a16:creationId xmlns:a16="http://schemas.microsoft.com/office/drawing/2014/main" id="{D87D9923-49FD-4272-B985-DF1063BE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14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5B62"/>
            </a:solidFill>
            <a:prstDash val="solid"/>
          </a:ln>
        </p:spPr>
      </p:sp>
      <p:sp>
        <p:nvSpPr>
          <p:cNvPr id="78" name="candidate-atoms-b-label">
            <a:extLst xmlns:a="http://schemas.openxmlformats.org/drawingml/2006/main">
              <a:ext uri="{FF2B5EF4-FFF2-40B4-BE49-F238E27FC236}">
                <a16:creationId xmlns:a16="http://schemas.microsoft.com/office/drawing/2014/main" id="{46446E80-57E6-47D6-A78F-8F54C807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14700"/>
            <a:ext cx="19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85B62"/>
                </a:solidFill>
                <a:latin typeface="Arial"/>
                <a:ea typeface="Arial"/>
                <a:cs typeface="Arial"/>
              </a:defRPr>
            </a:pPr>
            <a:r>
              <a:t>x</a:t>
            </a:r>
          </a:p>
        </p:txBody>
      </p:sp>
      <p:sp>
        <p:nvSpPr>
          <p:cNvPr id="79" name="candidate-atoms-ellipsis">
            <a:extLst xmlns:a="http://schemas.openxmlformats.org/drawingml/2006/main">
              <a:ext uri="{FF2B5EF4-FFF2-40B4-BE49-F238E27FC236}">
                <a16:creationId xmlns:a16="http://schemas.microsoft.com/office/drawing/2014/main" id="{802D115D-076A-472C-BF42-6C2CF493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95650"/>
            <a:ext cx="209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...</a:t>
            </a:r>
          </a:p>
        </p:txBody>
      </p:sp>
      <p:sp>
        <p:nvSpPr>
          <p:cNvPr id="80" name="candidate-atoms-c">
            <a:extLst xmlns:a="http://schemas.openxmlformats.org/drawingml/2006/main">
              <a:ext uri="{FF2B5EF4-FFF2-40B4-BE49-F238E27FC236}">
                <a16:creationId xmlns:a16="http://schemas.microsoft.com/office/drawing/2014/main" id="{5D273A23-CE1C-4D0B-972D-2031E32B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14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candidate-note">
            <a:extLst xmlns:a="http://schemas.openxmlformats.org/drawingml/2006/main">
              <a:ext uri="{FF2B5EF4-FFF2-40B4-BE49-F238E27FC236}">
                <a16:creationId xmlns:a16="http://schemas.microsoft.com/office/drawing/2014/main" id="{350C07FA-B41A-4721-B8E1-DA557CD5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81400"/>
            <a:ext cx="1390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fixed before evaluation</a:t>
            </a:r>
          </a:p>
        </p:txBody>
      </p:sp>
      <p:sp>
        <p:nvSpPr>
          <p:cNvPr id="82" name="upstream-boundary-note">
            <a:extLst xmlns:a="http://schemas.openxmlformats.org/drawingml/2006/main">
              <a:ext uri="{FF2B5EF4-FFF2-40B4-BE49-F238E27FC236}">
                <a16:creationId xmlns:a16="http://schemas.microsoft.com/office/drawing/2014/main" id="{27E3B113-6560-493B-B612-94D24EB6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0525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outside SkillAudit</a:t>
            </a:r>
          </a:p>
        </p:txBody>
      </p:sp>
      <p:sp>
        <p:nvSpPr>
          <p:cNvPr id="83" name="evaluation-package">
            <a:extLst xmlns:a="http://schemas.openxmlformats.org/drawingml/2006/main">
              <a:ext uri="{FF2B5EF4-FFF2-40B4-BE49-F238E27FC236}">
                <a16:creationId xmlns:a16="http://schemas.microsoft.com/office/drawing/2014/main" id="{FD0CEBCA-D200-4699-A4C2-CDB2AF6A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62450"/>
            <a:ext cx="23241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84" name="evaluation-tab">
            <a:extLst xmlns:a="http://schemas.openxmlformats.org/drawingml/2006/main">
              <a:ext uri="{FF2B5EF4-FFF2-40B4-BE49-F238E27FC236}">
                <a16:creationId xmlns:a16="http://schemas.microsoft.com/office/drawing/2014/main" id="{B3B426D5-304F-40C5-BCAF-3ABAB1DC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672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evaluation-title">
            <a:extLst xmlns:a="http://schemas.openxmlformats.org/drawingml/2006/main">
              <a:ext uri="{FF2B5EF4-FFF2-40B4-BE49-F238E27FC236}">
                <a16:creationId xmlns:a16="http://schemas.microsoft.com/office/drawing/2014/main" id="{D09A83B0-077A-4BE5-AF19-48AEA1EF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33900"/>
            <a:ext cx="2019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EVALUATION PACKAGE  E</a:t>
            </a:r>
          </a:p>
        </p:txBody>
      </p:sp>
      <p:sp>
        <p:nvSpPr>
          <p:cNvPr id="86" name="evaluation-fields">
            <a:extLst xmlns:a="http://schemas.openxmlformats.org/drawingml/2006/main">
              <a:ext uri="{FF2B5EF4-FFF2-40B4-BE49-F238E27FC236}">
                <a16:creationId xmlns:a16="http://schemas.microsoft.com/office/drawing/2014/main" id="{11BF7E15-AFD7-4D5D-B364-4BD42DB9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76800"/>
            <a:ext cx="2057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task + workspace + held-out tests
scorer + model + tools
budget + acceptance criteria</a:t>
            </a:r>
          </a:p>
        </p:txBody>
      </p:sp>
      <p:sp>
        <p:nvSpPr>
          <p:cNvPr id="87" name="protocol-shell">
            <a:extLst xmlns:a="http://schemas.openxmlformats.org/drawingml/2006/main">
              <a:ext uri="{FF2B5EF4-FFF2-40B4-BE49-F238E27FC236}">
                <a16:creationId xmlns:a16="http://schemas.microsoft.com/office/drawing/2014/main" id="{EEE739EC-B2AA-443D-A974-9AA5EE47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90650"/>
            <a:ext cx="4171950" cy="445770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9050">
            <a:solidFill>
              <a:srgbClr val="3578E5"/>
            </a:solidFill>
            <a:prstDash val="solid"/>
          </a:ln>
        </p:spPr>
      </p:sp>
      <p:sp>
        <p:nvSpPr>
          <p:cNvPr id="88" name="protocol-boundary-label">
            <a:extLst xmlns:a="http://schemas.openxmlformats.org/drawingml/2006/main">
              <a:ext uri="{FF2B5EF4-FFF2-40B4-BE49-F238E27FC236}">
                <a16:creationId xmlns:a16="http://schemas.microsoft.com/office/drawing/2014/main" id="{F24430A4-E216-4CDA-8FF9-F88E5061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504950"/>
            <a:ext cx="382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4A87"/>
                </a:solidFill>
                <a:latin typeface="Arial"/>
                <a:ea typeface="Arial"/>
                <a:cs typeface="Arial"/>
              </a:defRPr>
            </a:pPr>
            <a:r>
              <a:t>prespecified, sealed validation boundary</a:t>
            </a:r>
          </a:p>
        </p:txBody>
      </p:sp>
      <p:sp>
        <p:nvSpPr>
          <p:cNvPr id="89" name="stage-map">
            <a:extLst xmlns:a="http://schemas.openxmlformats.org/drawingml/2006/main">
              <a:ext uri="{FF2B5EF4-FFF2-40B4-BE49-F238E27FC236}">
                <a16:creationId xmlns:a16="http://schemas.microsoft.com/office/drawing/2014/main" id="{34C7B617-A653-4A33-80F1-06E7B815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43100"/>
            <a:ext cx="914400" cy="2857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578E5"/>
            </a:solidFill>
            <a:prstDash val="solid"/>
          </a:ln>
        </p:spPr>
      </p:sp>
      <p:sp>
        <p:nvSpPr>
          <p:cNvPr id="90" name="stage-freeze">
            <a:extLst xmlns:a="http://schemas.openxmlformats.org/drawingml/2006/main">
              <a:ext uri="{FF2B5EF4-FFF2-40B4-BE49-F238E27FC236}">
                <a16:creationId xmlns:a16="http://schemas.microsoft.com/office/drawing/2014/main" id="{55737944-308E-4127-BEA1-8B766BA2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43100"/>
            <a:ext cx="933450" cy="28575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4A87"/>
            </a:solidFill>
            <a:prstDash val="solid"/>
          </a:ln>
        </p:spPr>
      </p:sp>
      <p:sp>
        <p:nvSpPr>
          <p:cNvPr id="91" name="stage-run">
            <a:extLst xmlns:a="http://schemas.openxmlformats.org/drawingml/2006/main">
              <a:ext uri="{FF2B5EF4-FFF2-40B4-BE49-F238E27FC236}">
                <a16:creationId xmlns:a16="http://schemas.microsoft.com/office/drawing/2014/main" id="{311B7FE5-682F-4EC0-9209-6A453505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43100"/>
            <a:ext cx="1066800" cy="2857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BFE6"/>
            </a:solidFill>
            <a:prstDash val="solid"/>
          </a:ln>
        </p:spPr>
      </p:sp>
      <p:sp>
        <p:nvSpPr>
          <p:cNvPr id="92" name="stage-verify">
            <a:extLst xmlns:a="http://schemas.openxmlformats.org/drawingml/2006/main">
              <a:ext uri="{FF2B5EF4-FFF2-40B4-BE49-F238E27FC236}">
                <a16:creationId xmlns:a16="http://schemas.microsoft.com/office/drawing/2014/main" id="{0BC98526-3D9C-4A6A-8670-0C448D54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43100"/>
            <a:ext cx="800100" cy="28575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9B63"/>
            </a:solidFill>
            <a:prstDash val="solid"/>
          </a:ln>
        </p:spPr>
      </p:sp>
      <p:sp>
        <p:nvSpPr>
          <p:cNvPr id="93" name="stage-1-index">
            <a:extLst xmlns:a="http://schemas.openxmlformats.org/drawingml/2006/main">
              <a:ext uri="{FF2B5EF4-FFF2-40B4-BE49-F238E27FC236}">
                <a16:creationId xmlns:a16="http://schemas.microsoft.com/office/drawing/2014/main" id="{6BCC341E-CBB3-488C-B0DD-FAD752B4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19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stage-1-index-text">
            <a:extLst xmlns:a="http://schemas.openxmlformats.org/drawingml/2006/main">
              <a:ext uri="{FF2B5EF4-FFF2-40B4-BE49-F238E27FC236}">
                <a16:creationId xmlns:a16="http://schemas.microsoft.com/office/drawing/2014/main" id="{798DE8BE-FEB1-4B9B-9A0A-0C35500E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19300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5" name="stage-2-index">
            <a:extLst xmlns:a="http://schemas.openxmlformats.org/drawingml/2006/main">
              <a:ext uri="{FF2B5EF4-FFF2-40B4-BE49-F238E27FC236}">
                <a16:creationId xmlns:a16="http://schemas.microsoft.com/office/drawing/2014/main" id="{953EFFB6-4748-4C79-981F-A362E1EA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19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stage-2-index-text">
            <a:extLst xmlns:a="http://schemas.openxmlformats.org/drawingml/2006/main">
              <a:ext uri="{FF2B5EF4-FFF2-40B4-BE49-F238E27FC236}">
                <a16:creationId xmlns:a16="http://schemas.microsoft.com/office/drawing/2014/main" id="{C9306C81-CE2B-4345-830B-A2A7B67C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19300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97" name="stage-3-index">
            <a:extLst xmlns:a="http://schemas.openxmlformats.org/drawingml/2006/main">
              <a:ext uri="{FF2B5EF4-FFF2-40B4-BE49-F238E27FC236}">
                <a16:creationId xmlns:a16="http://schemas.microsoft.com/office/drawing/2014/main" id="{A64BA7D3-C154-4542-AD3F-19E4644C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19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stage-3-index-text">
            <a:extLst xmlns:a="http://schemas.openxmlformats.org/drawingml/2006/main">
              <a:ext uri="{FF2B5EF4-FFF2-40B4-BE49-F238E27FC236}">
                <a16:creationId xmlns:a16="http://schemas.microsoft.com/office/drawing/2014/main" id="{DD68DC24-4757-4B20-B1AD-A0A5D8C2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19300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99" name="stage-4-index">
            <a:extLst xmlns:a="http://schemas.openxmlformats.org/drawingml/2006/main">
              <a:ext uri="{FF2B5EF4-FFF2-40B4-BE49-F238E27FC236}">
                <a16:creationId xmlns:a16="http://schemas.microsoft.com/office/drawing/2014/main" id="{136387E8-8D50-41B8-B057-DD5C4D8D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19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9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stage-4-index-text">
            <a:extLst xmlns:a="http://schemas.openxmlformats.org/drawingml/2006/main">
              <a:ext uri="{FF2B5EF4-FFF2-40B4-BE49-F238E27FC236}">
                <a16:creationId xmlns:a16="http://schemas.microsoft.com/office/drawing/2014/main" id="{36C4610A-3A61-454A-B200-9230A87C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19300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101" name="stage-map-title">
            <a:extLst xmlns:a="http://schemas.openxmlformats.org/drawingml/2006/main">
              <a:ext uri="{FF2B5EF4-FFF2-40B4-BE49-F238E27FC236}">
                <a16:creationId xmlns:a16="http://schemas.microsoft.com/office/drawing/2014/main" id="{F110BAC7-826A-41E4-8409-0227E7C0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MAP</a:t>
            </a:r>
          </a:p>
        </p:txBody>
      </p:sp>
      <p:sp>
        <p:nvSpPr>
          <p:cNvPr id="102" name="stage-map-detail">
            <a:extLst xmlns:a="http://schemas.openxmlformats.org/drawingml/2006/main">
              <a:ext uri="{FF2B5EF4-FFF2-40B4-BE49-F238E27FC236}">
                <a16:creationId xmlns:a16="http://schemas.microsoft.com/office/drawing/2014/main" id="{06096676-D9C8-40A3-808B-C2569198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24200"/>
            <a:ext cx="762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source spans
procedural atoms
dependency DAG</a:t>
            </a:r>
          </a:p>
        </p:txBody>
      </p:sp>
      <p:sp>
        <p:nvSpPr>
          <p:cNvPr id="103" name="closure-check">
            <a:extLst xmlns:a="http://schemas.openxmlformats.org/drawingml/2006/main">
              <a:ext uri="{FF2B5EF4-FFF2-40B4-BE49-F238E27FC236}">
                <a16:creationId xmlns:a16="http://schemas.microsoft.com/office/drawing/2014/main" id="{73425CE3-F40B-4C95-8EA1-515BBBEB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00500"/>
            <a:ext cx="762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3578E5"/>
            </a:solidFill>
            <a:prstDash val="solid"/>
          </a:ln>
        </p:spPr>
      </p:sp>
      <p:sp>
        <p:nvSpPr>
          <p:cNvPr id="104" name="closure-check-title">
            <a:extLst xmlns:a="http://schemas.openxmlformats.org/drawingml/2006/main">
              <a:ext uri="{FF2B5EF4-FFF2-40B4-BE49-F238E27FC236}">
                <a16:creationId xmlns:a16="http://schemas.microsoft.com/office/drawing/2014/main" id="{B6C0301E-E64B-42C6-94BB-328712BF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57650"/>
            <a:ext cx="647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4A87"/>
                </a:solidFill>
                <a:latin typeface="Arial"/>
                <a:ea typeface="Arial"/>
                <a:cs typeface="Arial"/>
              </a:defRPr>
            </a:pPr>
            <a:r>
              <a:t>CHECK</a:t>
            </a:r>
          </a:p>
        </p:txBody>
      </p:sp>
      <p:sp>
        <p:nvSpPr>
          <p:cNvPr id="105" name="closure-check-note">
            <a:extLst xmlns:a="http://schemas.openxmlformats.org/drawingml/2006/main">
              <a:ext uri="{FF2B5EF4-FFF2-40B4-BE49-F238E27FC236}">
                <a16:creationId xmlns:a16="http://schemas.microsoft.com/office/drawing/2014/main" id="{14DF5A79-2202-4A91-AF53-C986447E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48150"/>
            <a:ext cx="647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77381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4A87"/>
                </a:solidFill>
                <a:latin typeface="Arial"/>
                <a:ea typeface="Arial"/>
                <a:cs typeface="Arial"/>
              </a:defRPr>
            </a:pPr>
            <a:r>
              <a:t>provenance +
closure</a:t>
            </a:r>
          </a:p>
        </p:txBody>
      </p:sp>
      <p:sp>
        <p:nvSpPr>
          <p:cNvPr id="106" name="stage-freeze-title">
            <a:extLst xmlns:a="http://schemas.openxmlformats.org/drawingml/2006/main">
              <a:ext uri="{FF2B5EF4-FFF2-40B4-BE49-F238E27FC236}">
                <a16:creationId xmlns:a16="http://schemas.microsoft.com/office/drawing/2014/main" id="{4EB18068-7771-4AF4-946F-13F97448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781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4A87"/>
                </a:solidFill>
                <a:latin typeface="Arial"/>
                <a:ea typeface="Arial"/>
                <a:cs typeface="Arial"/>
              </a:defRPr>
            </a:pPr>
            <a:r>
              <a:t>FREEZE</a:t>
            </a:r>
          </a:p>
        </p:txBody>
      </p:sp>
      <p:sp>
        <p:nvSpPr>
          <p:cNvPr id="107" name="stage-freeze-detail">
            <a:extLst xmlns:a="http://schemas.openxmlformats.org/drawingml/2006/main">
              <a:ext uri="{FF2B5EF4-FFF2-40B4-BE49-F238E27FC236}">
                <a16:creationId xmlns:a16="http://schemas.microsoft.com/office/drawing/2014/main" id="{09EBA580-F66B-4DA6-A5F9-F046DA04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24200"/>
            <a:ext cx="7810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7875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F + S
Task + tests
Model + tools
Acceptance rule</a:t>
            </a:r>
          </a:p>
        </p:txBody>
      </p:sp>
      <p:sp>
        <p:nvSpPr>
          <p:cNvPr id="108" name="stage-freeze-note">
            <a:extLst xmlns:a="http://schemas.openxmlformats.org/drawingml/2006/main">
              <a:ext uri="{FF2B5EF4-FFF2-40B4-BE49-F238E27FC236}">
                <a16:creationId xmlns:a16="http://schemas.microsoft.com/office/drawing/2014/main" id="{D83605C9-C428-4599-9548-78C08111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704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875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4A87"/>
                </a:solidFill>
                <a:latin typeface="Arial"/>
                <a:ea typeface="Arial"/>
                <a:cs typeface="Arial"/>
              </a:defRPr>
            </a:pPr>
            <a:r>
              <a:t>sealed before
testing</a:t>
            </a:r>
          </a:p>
        </p:txBody>
      </p:sp>
      <p:sp>
        <p:nvSpPr>
          <p:cNvPr id="109" name="stage-run-title">
            <a:extLst xmlns:a="http://schemas.openxmlformats.org/drawingml/2006/main">
              <a:ext uri="{FF2B5EF4-FFF2-40B4-BE49-F238E27FC236}">
                <a16:creationId xmlns:a16="http://schemas.microsoft.com/office/drawing/2014/main" id="{C313016F-C944-418F-A82F-3B9614A6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BFE6"/>
                </a:solidFill>
                <a:latin typeface="Arial"/>
                <a:ea typeface="Arial"/>
                <a:cs typeface="Arial"/>
              </a:defRPr>
            </a:pPr>
            <a:r>
              <a:t>RUN</a:t>
            </a:r>
          </a:p>
        </p:txBody>
      </p:sp>
      <p:sp>
        <p:nvSpPr>
          <p:cNvPr id="110" name="stage-run-subtitle">
            <a:extLst xmlns:a="http://schemas.openxmlformats.org/drawingml/2006/main">
              <a:ext uri="{FF2B5EF4-FFF2-40B4-BE49-F238E27FC236}">
                <a16:creationId xmlns:a16="http://schemas.microsoft.com/office/drawing/2014/main" id="{8F64C1A2-E2AA-45BC-836E-056E9C8B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52700"/>
            <a:ext cx="91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same task; independent runs</a:t>
            </a:r>
          </a:p>
        </p:txBody>
      </p:sp>
      <p:sp>
        <p:nvSpPr>
          <p:cNvPr id="111" name="lane-0">
            <a:extLst xmlns:a="http://schemas.openxmlformats.org/drawingml/2006/main">
              <a:ext uri="{FF2B5EF4-FFF2-40B4-BE49-F238E27FC236}">
                <a16:creationId xmlns:a16="http://schemas.microsoft.com/office/drawing/2014/main" id="{E1A81171-F8FE-42D1-AFD0-6E8EB13A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14650"/>
            <a:ext cx="95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112" name="lane-0-code-bg">
            <a:extLst xmlns:a="http://schemas.openxmlformats.org/drawingml/2006/main">
              <a:ext uri="{FF2B5EF4-FFF2-40B4-BE49-F238E27FC236}">
                <a16:creationId xmlns:a16="http://schemas.microsoft.com/office/drawing/2014/main" id="{A916A186-816B-4C53-9EA7-55796944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00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113" name="lane-0-code">
            <a:extLst xmlns:a="http://schemas.openxmlformats.org/drawingml/2006/main">
              <a:ext uri="{FF2B5EF4-FFF2-40B4-BE49-F238E27FC236}">
                <a16:creationId xmlns:a16="http://schemas.microsoft.com/office/drawing/2014/main" id="{0D257481-F86F-4572-940A-ED97FDAE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00375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EB9C5"/>
                </a:solidFill>
                <a:latin typeface="Arial"/>
                <a:ea typeface="Arial"/>
                <a:cs typeface="Arial"/>
              </a:defRPr>
            </a:pPr>
            <a:r>
              <a:t>B</a:t>
            </a:r>
          </a:p>
        </p:txBody>
      </p:sp>
      <p:sp>
        <p:nvSpPr>
          <p:cNvPr id="114" name="lane-0-label">
            <a:extLst xmlns:a="http://schemas.openxmlformats.org/drawingml/2006/main">
              <a:ext uri="{FF2B5EF4-FFF2-40B4-BE49-F238E27FC236}">
                <a16:creationId xmlns:a16="http://schemas.microsoft.com/office/drawing/2014/main" id="{1E966C59-088A-4576-9ADE-25ED1403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52750"/>
            <a:ext cx="609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No spec.</a:t>
            </a:r>
          </a:p>
        </p:txBody>
      </p:sp>
      <p:sp>
        <p:nvSpPr>
          <p:cNvPr id="115" name="lane-1">
            <a:extLst xmlns:a="http://schemas.openxmlformats.org/drawingml/2006/main">
              <a:ext uri="{FF2B5EF4-FFF2-40B4-BE49-F238E27FC236}">
                <a16:creationId xmlns:a16="http://schemas.microsoft.com/office/drawing/2014/main" id="{01DC3992-E25E-4B4D-8885-EE39DC7F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90900"/>
            <a:ext cx="95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3578E5"/>
            </a:solidFill>
            <a:prstDash val="solid"/>
          </a:ln>
        </p:spPr>
      </p:sp>
      <p:sp>
        <p:nvSpPr>
          <p:cNvPr id="116" name="lane-1-code-bg">
            <a:extLst xmlns:a="http://schemas.openxmlformats.org/drawingml/2006/main">
              <a:ext uri="{FF2B5EF4-FFF2-40B4-BE49-F238E27FC236}">
                <a16:creationId xmlns:a16="http://schemas.microsoft.com/office/drawing/2014/main" id="{90747E03-D697-4954-A3FE-62535A7C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76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578E5"/>
            </a:solidFill>
            <a:prstDash val="solid"/>
          </a:ln>
        </p:spPr>
      </p:sp>
      <p:sp>
        <p:nvSpPr>
          <p:cNvPr id="117" name="lane-1-code">
            <a:extLst xmlns:a="http://schemas.openxmlformats.org/drawingml/2006/main">
              <a:ext uri="{FF2B5EF4-FFF2-40B4-BE49-F238E27FC236}">
                <a16:creationId xmlns:a16="http://schemas.microsoft.com/office/drawing/2014/main" id="{B9A0FAA0-A8C7-4995-8A30-D0E1719E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76625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F</a:t>
            </a:r>
          </a:p>
        </p:txBody>
      </p:sp>
      <p:sp>
        <p:nvSpPr>
          <p:cNvPr id="118" name="lane-1-label">
            <a:extLst xmlns:a="http://schemas.openxmlformats.org/drawingml/2006/main">
              <a:ext uri="{FF2B5EF4-FFF2-40B4-BE49-F238E27FC236}">
                <a16:creationId xmlns:a16="http://schemas.microsoft.com/office/drawing/2014/main" id="{B11EE9D3-1B93-4E9E-8E3B-2465E265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609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Full spec.</a:t>
            </a:r>
          </a:p>
        </p:txBody>
      </p:sp>
      <p:sp>
        <p:nvSpPr>
          <p:cNvPr id="119" name="lane-2">
            <a:extLst xmlns:a="http://schemas.openxmlformats.org/drawingml/2006/main">
              <a:ext uri="{FF2B5EF4-FFF2-40B4-BE49-F238E27FC236}">
                <a16:creationId xmlns:a16="http://schemas.microsoft.com/office/drawing/2014/main" id="{28364818-09BB-4995-A87C-B29875E0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67150"/>
            <a:ext cx="95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9F8FD"/>
          </a:solidFill>
          <a:ln xmlns:a="http://schemas.openxmlformats.org/drawingml/2006/main" w="9525">
            <a:solidFill>
              <a:srgbClr val="55BFE6"/>
            </a:solidFill>
            <a:prstDash val="solid"/>
          </a:ln>
        </p:spPr>
      </p:sp>
      <p:sp>
        <p:nvSpPr>
          <p:cNvPr id="120" name="lane-2-code-bg">
            <a:extLst xmlns:a="http://schemas.openxmlformats.org/drawingml/2006/main">
              <a:ext uri="{FF2B5EF4-FFF2-40B4-BE49-F238E27FC236}">
                <a16:creationId xmlns:a16="http://schemas.microsoft.com/office/drawing/2014/main" id="{DF4BCDBA-4AAF-4BD8-9746-2E2DE5D1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52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BFE6"/>
            </a:solidFill>
            <a:prstDash val="solid"/>
          </a:ln>
        </p:spPr>
      </p:sp>
      <p:sp>
        <p:nvSpPr>
          <p:cNvPr id="121" name="lane-2-code">
            <a:extLst xmlns:a="http://schemas.openxmlformats.org/drawingml/2006/main">
              <a:ext uri="{FF2B5EF4-FFF2-40B4-BE49-F238E27FC236}">
                <a16:creationId xmlns:a16="http://schemas.microsoft.com/office/drawing/2014/main" id="{F5A2B75E-66D4-4E64-ACEC-E2F96FB0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52875"/>
            <a:ext cx="20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5BFE6"/>
                </a:solidFill>
                <a:latin typeface="Arial"/>
                <a:ea typeface="Arial"/>
                <a:cs typeface="Arial"/>
              </a:defRPr>
            </a:pPr>
            <a:r>
              <a:t>S</a:t>
            </a:r>
          </a:p>
        </p:txBody>
      </p:sp>
      <p:sp>
        <p:nvSpPr>
          <p:cNvPr id="122" name="lane-2-label">
            <a:extLst xmlns:a="http://schemas.openxmlformats.org/drawingml/2006/main">
              <a:ext uri="{FF2B5EF4-FFF2-40B4-BE49-F238E27FC236}">
                <a16:creationId xmlns:a16="http://schemas.microsoft.com/office/drawing/2014/main" id="{CC27C52C-2D10-404D-BB46-175E8520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609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Simplified spec.</a:t>
            </a:r>
          </a:p>
        </p:txBody>
      </p:sp>
      <p:sp>
        <p:nvSpPr>
          <p:cNvPr id="123" name="stage-run-note">
            <a:extLst xmlns:a="http://schemas.openxmlformats.org/drawingml/2006/main">
              <a:ext uri="{FF2B5EF4-FFF2-40B4-BE49-F238E27FC236}">
                <a16:creationId xmlns:a16="http://schemas.microsoft.com/office/drawing/2014/main" id="{82419286-AFB2-41B6-9B37-49CBC670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38650"/>
            <a:ext cx="914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78273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score + hard contract</a:t>
            </a:r>
          </a:p>
        </p:txBody>
      </p:sp>
      <p:sp>
        <p:nvSpPr>
          <p:cNvPr id="124" name="stage-verify-title">
            <a:extLst xmlns:a="http://schemas.openxmlformats.org/drawingml/2006/main">
              <a:ext uri="{FF2B5EF4-FFF2-40B4-BE49-F238E27FC236}">
                <a16:creationId xmlns:a16="http://schemas.microsoft.com/office/drawing/2014/main" id="{E8079C65-74B1-450B-BE55-0A5C409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39B63"/>
                </a:solidFill>
                <a:latin typeface="Arial"/>
                <a:ea typeface="Arial"/>
                <a:cs typeface="Arial"/>
              </a:defRPr>
            </a:pPr>
            <a:r>
              <a:t>VERIFY</a:t>
            </a:r>
          </a:p>
        </p:txBody>
      </p:sp>
      <p:sp>
        <p:nvSpPr>
          <p:cNvPr id="125" name="integrity-check-bg">
            <a:extLst xmlns:a="http://schemas.openxmlformats.org/drawingml/2006/main">
              <a:ext uri="{FF2B5EF4-FFF2-40B4-BE49-F238E27FC236}">
                <a16:creationId xmlns:a16="http://schemas.microsoft.com/office/drawing/2014/main" id="{7AF4ECDD-1B55-4E6E-B74E-B054E70D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00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F1"/>
          </a:solidFill>
          <a:ln xmlns:a="http://schemas.openxmlformats.org/drawingml/2006/main" w="19050">
            <a:solidFill>
              <a:srgbClr val="239B63"/>
            </a:solidFill>
            <a:prstDash val="solid"/>
          </a:ln>
        </p:spPr>
      </p:sp>
      <p:sp>
        <p:nvSpPr>
          <p:cNvPr id="126" name="integrity-check-number">
            <a:extLst xmlns:a="http://schemas.openxmlformats.org/drawingml/2006/main">
              <a:ext uri="{FF2B5EF4-FFF2-40B4-BE49-F238E27FC236}">
                <a16:creationId xmlns:a16="http://schemas.microsoft.com/office/drawing/2014/main" id="{DCA92158-9960-475E-BA57-2729D452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00350"/>
            <a:ext cx="342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39B63"/>
                </a:solidFill>
                <a:latin typeface="Arial"/>
                <a:ea typeface="Arial"/>
                <a:cs typeface="Arial"/>
              </a:defRPr>
            </a:pPr>
            <a:r>
              <a:t>OK</a:t>
            </a:r>
          </a:p>
        </p:txBody>
      </p:sp>
      <p:sp>
        <p:nvSpPr>
          <p:cNvPr id="127" name="integrity-check-label">
            <a:extLst xmlns:a="http://schemas.openxmlformats.org/drawingml/2006/main">
              <a:ext uri="{FF2B5EF4-FFF2-40B4-BE49-F238E27FC236}">
                <a16:creationId xmlns:a16="http://schemas.microsoft.com/office/drawing/2014/main" id="{75F57D65-3C7B-477D-8E2C-3B5E265F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00400"/>
            <a:ext cx="685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Integrity
complete?</a:t>
            </a:r>
          </a:p>
        </p:txBody>
      </p:sp>
      <p:sp>
        <p:nvSpPr>
          <p:cNvPr id="128" name="sla-check-bg">
            <a:extLst xmlns:a="http://schemas.openxmlformats.org/drawingml/2006/main">
              <a:ext uri="{FF2B5EF4-FFF2-40B4-BE49-F238E27FC236}">
                <a16:creationId xmlns:a16="http://schemas.microsoft.com/office/drawing/2014/main" id="{383ACAC0-AB34-43FE-8C56-74AC44DA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14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3578E5"/>
            </a:solidFill>
            <a:prstDash val="solid"/>
          </a:ln>
        </p:spPr>
      </p:sp>
      <p:sp>
        <p:nvSpPr>
          <p:cNvPr id="129" name="sla-check-number">
            <a:extLst xmlns:a="http://schemas.openxmlformats.org/drawingml/2006/main">
              <a:ext uri="{FF2B5EF4-FFF2-40B4-BE49-F238E27FC236}">
                <a16:creationId xmlns:a16="http://schemas.microsoft.com/office/drawing/2014/main" id="{D7E8D8AB-024E-4816-952A-68EB97DC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14750"/>
            <a:ext cx="342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SLA</a:t>
            </a:r>
          </a:p>
        </p:txBody>
      </p:sp>
      <p:sp>
        <p:nvSpPr>
          <p:cNvPr id="130" name="sla-check-label">
            <a:extLst xmlns:a="http://schemas.openxmlformats.org/drawingml/2006/main">
              <a:ext uri="{FF2B5EF4-FFF2-40B4-BE49-F238E27FC236}">
                <a16:creationId xmlns:a16="http://schemas.microsoft.com/office/drawing/2014/main" id="{B0DBD547-2E62-4B13-AF97-D7E33AD2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14800"/>
            <a:ext cx="685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Frozen SLA
met?</a:t>
            </a:r>
          </a:p>
        </p:txBody>
      </p:sp>
      <p:sp>
        <p:nvSpPr>
          <p:cNvPr id="131" name="stage-verify-note">
            <a:extLst xmlns:a="http://schemas.openxmlformats.org/drawingml/2006/main">
              <a:ext uri="{FF2B5EF4-FFF2-40B4-BE49-F238E27FC236}">
                <a16:creationId xmlns:a16="http://schemas.microsoft.com/office/drawing/2014/main" id="{848C9B02-B556-40E2-841C-3A789E4E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14850"/>
            <a:ext cx="647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77496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decide only after
integrity</a:t>
            </a:r>
          </a:p>
        </p:txBody>
      </p:sp>
      <p:sp>
        <p:nvSpPr>
          <p:cNvPr id="132" name="audit-trace-strip">
            <a:extLst xmlns:a="http://schemas.openxmlformats.org/drawingml/2006/main">
              <a:ext uri="{FF2B5EF4-FFF2-40B4-BE49-F238E27FC236}">
                <a16:creationId xmlns:a16="http://schemas.microsoft.com/office/drawing/2014/main" id="{5A3D86C8-C5A5-445D-B95C-646E9C36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48250"/>
            <a:ext cx="3676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133" name="audit-trace-title">
            <a:extLst xmlns:a="http://schemas.openxmlformats.org/drawingml/2006/main">
              <a:ext uri="{FF2B5EF4-FFF2-40B4-BE49-F238E27FC236}">
                <a16:creationId xmlns:a16="http://schemas.microsoft.com/office/drawing/2014/main" id="{A266020F-9C49-4B5F-8BE6-6CB67597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6255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4A87"/>
                </a:solidFill>
                <a:latin typeface="Arial"/>
                <a:ea typeface="Arial"/>
                <a:cs typeface="Arial"/>
              </a:defRPr>
            </a:pPr>
            <a:r>
              <a:t>TRACE</a:t>
            </a:r>
          </a:p>
        </p:txBody>
      </p:sp>
      <p:sp>
        <p:nvSpPr>
          <p:cNvPr id="134" name="audit-trace-fields">
            <a:extLst xmlns:a="http://schemas.openxmlformats.org/drawingml/2006/main">
              <a:ext uri="{FF2B5EF4-FFF2-40B4-BE49-F238E27FC236}">
                <a16:creationId xmlns:a16="http://schemas.microsoft.com/office/drawing/2014/main" id="{49181F51-BE46-4A47-95B5-D1749FAA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62550"/>
            <a:ext cx="2876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source  |  frozen config  |  results  |  rationale</a:t>
            </a:r>
          </a:p>
        </p:txBody>
      </p:sp>
      <p:sp>
        <p:nvSpPr>
          <p:cNvPr id="135" name="decision-kicker">
            <a:extLst xmlns:a="http://schemas.openxmlformats.org/drawingml/2006/main">
              <a:ext uri="{FF2B5EF4-FFF2-40B4-BE49-F238E27FC236}">
                <a16:creationId xmlns:a16="http://schemas.microsoft.com/office/drawing/2014/main" id="{D5C668AE-9ADD-4F6D-99B4-9093FFF7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4668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DECISION</a:t>
            </a:r>
          </a:p>
        </p:txBody>
      </p:sp>
      <p:sp>
        <p:nvSpPr>
          <p:cNvPr id="136" name="accept">
            <a:extLst xmlns:a="http://schemas.openxmlformats.org/drawingml/2006/main">
              <a:ext uri="{FF2B5EF4-FFF2-40B4-BE49-F238E27FC236}">
                <a16:creationId xmlns:a16="http://schemas.microsoft.com/office/drawing/2014/main" id="{EFAEBC06-75A7-47ED-BE40-C8250866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09750"/>
            <a:ext cx="17716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239B63"/>
            </a:solidFill>
            <a:prstDash val="solid"/>
          </a:ln>
        </p:spPr>
      </p:sp>
      <p:sp>
        <p:nvSpPr>
          <p:cNvPr id="137" name="accept-rail">
            <a:extLst xmlns:a="http://schemas.openxmlformats.org/drawingml/2006/main">
              <a:ext uri="{FF2B5EF4-FFF2-40B4-BE49-F238E27FC236}">
                <a16:creationId xmlns:a16="http://schemas.microsoft.com/office/drawing/2014/main" id="{C46C59E5-ED69-415D-B966-90A26B72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097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9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accept-title">
            <a:extLst xmlns:a="http://schemas.openxmlformats.org/drawingml/2006/main">
              <a:ext uri="{FF2B5EF4-FFF2-40B4-BE49-F238E27FC236}">
                <a16:creationId xmlns:a16="http://schemas.microsoft.com/office/drawing/2014/main" id="{B1C072B9-A998-4222-BD24-AE2A2835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66900"/>
            <a:ext cx="146685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9B63"/>
                </a:solidFill>
                <a:latin typeface="Arial"/>
                <a:ea typeface="Arial"/>
                <a:cs typeface="Arial"/>
              </a:defRPr>
            </a:pPr>
            <a:r>
              <a:t>Accept</a:t>
            </a:r>
          </a:p>
        </p:txBody>
      </p:sp>
      <p:sp>
        <p:nvSpPr>
          <p:cNvPr id="139" name="accept-note">
            <a:extLst xmlns:a="http://schemas.openxmlformats.org/drawingml/2006/main">
              <a:ext uri="{FF2B5EF4-FFF2-40B4-BE49-F238E27FC236}">
                <a16:creationId xmlns:a16="http://schemas.microsoft.com/office/drawing/2014/main" id="{80427997-6001-47B2-8C1D-E81F3FAA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85975"/>
            <a:ext cx="1466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valid run; criteria met</a:t>
            </a:r>
          </a:p>
        </p:txBody>
      </p:sp>
      <p:sp>
        <p:nvSpPr>
          <p:cNvPr id="140" name="reject">
            <a:extLst xmlns:a="http://schemas.openxmlformats.org/drawingml/2006/main">
              <a:ext uri="{FF2B5EF4-FFF2-40B4-BE49-F238E27FC236}">
                <a16:creationId xmlns:a16="http://schemas.microsoft.com/office/drawing/2014/main" id="{4EF64FD5-636D-483D-819E-BFBCC359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00300"/>
            <a:ext cx="17716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D85B62"/>
            </a:solidFill>
            <a:prstDash val="solid"/>
          </a:ln>
        </p:spPr>
      </p:sp>
      <p:sp>
        <p:nvSpPr>
          <p:cNvPr id="141" name="reject-rail">
            <a:extLst xmlns:a="http://schemas.openxmlformats.org/drawingml/2006/main">
              <a:ext uri="{FF2B5EF4-FFF2-40B4-BE49-F238E27FC236}">
                <a16:creationId xmlns:a16="http://schemas.microsoft.com/office/drawing/2014/main" id="{4FFA3278-7990-4E67-8476-3802E13C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003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reject-title">
            <a:extLst xmlns:a="http://schemas.openxmlformats.org/drawingml/2006/main">
              <a:ext uri="{FF2B5EF4-FFF2-40B4-BE49-F238E27FC236}">
                <a16:creationId xmlns:a16="http://schemas.microsoft.com/office/drawing/2014/main" id="{5BE45A97-3C08-4177-8D44-6D56A03D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57450"/>
            <a:ext cx="146685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5B62"/>
                </a:solidFill>
                <a:latin typeface="Arial"/>
                <a:ea typeface="Arial"/>
                <a:cs typeface="Arial"/>
              </a:defRPr>
            </a:pPr>
            <a:r>
              <a:t>Reject</a:t>
            </a:r>
          </a:p>
        </p:txBody>
      </p:sp>
      <p:sp>
        <p:nvSpPr>
          <p:cNvPr id="143" name="reject-note">
            <a:extLst xmlns:a="http://schemas.openxmlformats.org/drawingml/2006/main">
              <a:ext uri="{FF2B5EF4-FFF2-40B4-BE49-F238E27FC236}">
                <a16:creationId xmlns:a16="http://schemas.microsoft.com/office/drawing/2014/main" id="{CAF2050B-8C3B-4D4F-A3E0-CA650F15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76525"/>
            <a:ext cx="1466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valid run; criteria missed</a:t>
            </a:r>
          </a:p>
        </p:txBody>
      </p:sp>
      <p:sp>
        <p:nvSpPr>
          <p:cNvPr id="144" name="invalid">
            <a:extLst xmlns:a="http://schemas.openxmlformats.org/drawingml/2006/main">
              <a:ext uri="{FF2B5EF4-FFF2-40B4-BE49-F238E27FC236}">
                <a16:creationId xmlns:a16="http://schemas.microsoft.com/office/drawing/2014/main" id="{0E171FAE-DC08-41B5-B458-4A51D52D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90850"/>
            <a:ext cx="17716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9C5"/>
            </a:solidFill>
            <a:prstDash val="solid"/>
          </a:ln>
        </p:spPr>
      </p:sp>
      <p:sp>
        <p:nvSpPr>
          <p:cNvPr id="145" name="invalid-rail">
            <a:extLst xmlns:a="http://schemas.openxmlformats.org/drawingml/2006/main">
              <a:ext uri="{FF2B5EF4-FFF2-40B4-BE49-F238E27FC236}">
                <a16:creationId xmlns:a16="http://schemas.microsoft.com/office/drawing/2014/main" id="{A13555E9-BDE2-4402-BD4E-65D4B0EA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908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invalid-title">
            <a:extLst xmlns:a="http://schemas.openxmlformats.org/drawingml/2006/main">
              <a:ext uri="{FF2B5EF4-FFF2-40B4-BE49-F238E27FC236}">
                <a16:creationId xmlns:a16="http://schemas.microsoft.com/office/drawing/2014/main" id="{7753E035-2DB7-401D-A9E4-3C955148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48000"/>
            <a:ext cx="146685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Invalid</a:t>
            </a:r>
          </a:p>
        </p:txBody>
      </p:sp>
      <p:sp>
        <p:nvSpPr>
          <p:cNvPr id="147" name="invalid-note">
            <a:extLst xmlns:a="http://schemas.openxmlformats.org/drawingml/2006/main">
              <a:ext uri="{FF2B5EF4-FFF2-40B4-BE49-F238E27FC236}">
                <a16:creationId xmlns:a16="http://schemas.microsoft.com/office/drawing/2014/main" id="{C6F0BBDE-1DD4-4033-A8C2-33B0B0CD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67075"/>
            <a:ext cx="1466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328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incomplete or malformed run</a:t>
            </a:r>
          </a:p>
        </p:txBody>
      </p:sp>
      <p:sp>
        <p:nvSpPr>
          <p:cNvPr id="148" name="evidence-kicker">
            <a:extLst xmlns:a="http://schemas.openxmlformats.org/drawingml/2006/main">
              <a:ext uri="{FF2B5EF4-FFF2-40B4-BE49-F238E27FC236}">
                <a16:creationId xmlns:a16="http://schemas.microsoft.com/office/drawing/2014/main" id="{F2CF29B8-8E03-4279-9934-66497DD8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171950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78E5"/>
                </a:solidFill>
                <a:latin typeface="Arial"/>
                <a:ea typeface="Arial"/>
                <a:cs typeface="Arial"/>
              </a:defRPr>
            </a:pPr>
            <a:r>
              <a:t>EVIDENCE</a:t>
            </a:r>
          </a:p>
        </p:txBody>
      </p:sp>
      <p:sp>
        <p:nvSpPr>
          <p:cNvPr id="149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82F55226-E79B-417C-ACB5-02FF9F92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4292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Auditable record</a:t>
            </a:r>
          </a:p>
        </p:txBody>
      </p:sp>
      <p:sp>
        <p:nvSpPr>
          <p:cNvPr id="150" name="evidence-fields">
            <a:extLst xmlns:a="http://schemas.openxmlformats.org/drawingml/2006/main">
              <a:ext uri="{FF2B5EF4-FFF2-40B4-BE49-F238E27FC236}">
                <a16:creationId xmlns:a16="http://schemas.microsoft.com/office/drawing/2014/main" id="{6E8782B7-4C48-4798-AB54-636A15C9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7340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802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080"/>
                </a:solidFill>
                <a:latin typeface="Arial"/>
                <a:ea typeface="Arial"/>
                <a:cs typeface="Arial"/>
              </a:defRPr>
            </a:pPr>
            <a:r>
              <a:t>source / config / results / rationale</a:t>
            </a:r>
          </a:p>
        </p:txBody>
      </p:sp>
      <p:pic>
        <p:nvPicPr>
          <p:cNvPr id="3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e45ada322427f"/>
          <a:stretch xmlns:a="http://schemas.openxmlformats.org/drawingml/2006/main"/>
        </p:blipFill>
        <p:spPr>
          <a:xfrm xmlns:a="http://schemas.openxmlformats.org/drawingml/2006/main">
            <a:off x="5887974" y="2286000"/>
            <a:ext cx="416052" cy="495300"/>
          </a:xfrm>
          <a:prstGeom xmlns:a="http://schemas.openxmlformats.org/drawingml/2006/main" prst="rect">
            <a:avLst/>
          </a:prstGeom>
        </p:spPr>
      </p:pic>
      <p:pic>
        <p:nvPicPr>
          <p:cNvPr id="3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614f6b0a5420b"/>
          <a:stretch xmlns:a="http://schemas.openxmlformats.org/drawingml/2006/main"/>
        </p:blipFill>
        <p:spPr>
          <a:xfrm xmlns:a="http://schemas.openxmlformats.org/drawingml/2006/main">
            <a:off x="6883146" y="2286000"/>
            <a:ext cx="425958" cy="495300"/>
          </a:xfrm>
          <a:prstGeom xmlns:a="http://schemas.openxmlformats.org/drawingml/2006/main" prst="rect">
            <a:avLst/>
          </a:prstGeom>
        </p:spPr>
      </p:pic>
      <p:pic>
        <p:nvPicPr>
          <p:cNvPr id="3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eb58346914c6c"/>
          <a:stretch xmlns:a="http://schemas.openxmlformats.org/drawingml/2006/main"/>
        </p:blipFill>
        <p:spPr>
          <a:xfrm xmlns:a="http://schemas.openxmlformats.org/drawingml/2006/main">
            <a:off x="10431399" y="4457700"/>
            <a:ext cx="720852" cy="838200"/>
          </a:xfrm>
          <a:prstGeom xmlns:a="http://schemas.openxmlformats.org/drawingml/2006/main" prst="rect">
            <a:avLst/>
          </a:prstGeom>
        </p:spPr>
      </p:pic>
      <p:sp>
        <p:nvSpPr>
          <p:cNvPr id="154" name="candidate-to-protocol-visible-head">
            <a:extLst xmlns:a="http://schemas.openxmlformats.org/drawingml/2006/main">
              <a:ext uri="{FF2B5EF4-FFF2-40B4-BE49-F238E27FC236}">
                <a16:creationId xmlns:a16="http://schemas.microsoft.com/office/drawing/2014/main" id="{B4E4A85E-FB04-41D6-A333-E08A94FC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86050"/>
            <a:ext cx="952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solidFill>
              <a:srgbClr val="55BFE6"/>
            </a:solidFill>
            <a:prstDash val="solid"/>
          </a:ln>
        </p:spPr>
      </p:sp>
      <p:sp>
        <p:nvSpPr>
          <p:cNvPr id="155" name="visible-stage-arrow-map-freeze">
            <a:extLst xmlns:a="http://schemas.openxmlformats.org/drawingml/2006/main">
              <a:ext uri="{FF2B5EF4-FFF2-40B4-BE49-F238E27FC236}">
                <a16:creationId xmlns:a16="http://schemas.microsoft.com/office/drawing/2014/main" id="{53DBB33A-4C88-437D-8DC2-189100A0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81350"/>
            <a:ext cx="7620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578E5"/>
          </a:solidFill>
          <a:ln xmlns:a="http://schemas.openxmlformats.org/drawingml/2006/main" w="0">
            <a:solidFill>
              <a:srgbClr val="3578E5"/>
            </a:solidFill>
            <a:prstDash val="solid"/>
          </a:ln>
        </p:spPr>
      </p:sp>
      <p:sp>
        <p:nvSpPr>
          <p:cNvPr id="156" name="visible-stage-arrow-freeze-run">
            <a:extLst xmlns:a="http://schemas.openxmlformats.org/drawingml/2006/main">
              <a:ext uri="{FF2B5EF4-FFF2-40B4-BE49-F238E27FC236}">
                <a16:creationId xmlns:a16="http://schemas.microsoft.com/office/drawing/2014/main" id="{B84A9F0D-2B79-4796-8EBF-50A5E371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81350"/>
            <a:ext cx="7620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74A87"/>
          </a:solidFill>
          <a:ln xmlns:a="http://schemas.openxmlformats.org/drawingml/2006/main" w="0">
            <a:solidFill>
              <a:srgbClr val="174A87"/>
            </a:solidFill>
            <a:prstDash val="solid"/>
          </a:ln>
        </p:spPr>
      </p:sp>
      <p:sp>
        <p:nvSpPr>
          <p:cNvPr id="157" name="visible-stage-arrow-run-verify">
            <a:extLst xmlns:a="http://schemas.openxmlformats.org/drawingml/2006/main">
              <a:ext uri="{FF2B5EF4-FFF2-40B4-BE49-F238E27FC236}">
                <a16:creationId xmlns:a16="http://schemas.microsoft.com/office/drawing/2014/main" id="{9732B73C-9CA2-41DF-938E-A46349C0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81350"/>
            <a:ext cx="7620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5BFE6"/>
          </a:solidFill>
          <a:ln xmlns:a="http://schemas.openxmlformats.org/drawingml/2006/main" w="0">
            <a:solidFill>
              <a:srgbClr val="55BFE6"/>
            </a:solidFill>
            <a:prstDash val="solid"/>
          </a:ln>
        </p:spPr>
      </p:sp>
      <p:cxnSp>
        <p:nvCxnSpPr>
          <p:cNvPr id="318" name="visible-package-freeze-route"/>
          <p:cNvCxnSpPr/>
          <p:nvPr/>
        </p:nvCxnSpPr>
        <p:spPr>
          <a:xfrm xmlns:a="http://schemas.openxmlformats.org/drawingml/2006/main">
            <a:off x="5181600" y="4933950"/>
            <a:ext cx="1914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4A87"/>
            </a:solidFill>
            <a:prstDash val="dash"/>
          </a:ln>
        </p:spPr>
      </p:cxnSp>
      <p:cxnSp>
        <p:nvCxnSpPr>
          <p:cNvPr id="319" name="visible-package-freeze-rise"/>
          <p:cNvCxnSpPr/>
          <p:nvPr/>
        </p:nvCxnSpPr>
        <p:spPr>
          <a:xfrm xmlns:a="http://schemas.openxmlformats.org/drawingml/2006/main">
            <a:off x="7096125" y="4800600"/>
            <a:ext cx="95" cy="133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4A87"/>
            </a:solidFill>
            <a:prstDash val="dash"/>
          </a:ln>
        </p:spPr>
      </p:cxnSp>
      <p:sp>
        <p:nvSpPr>
          <p:cNvPr id="160" name="visible-package-freeze-head">
            <a:extLst xmlns:a="http://schemas.openxmlformats.org/drawingml/2006/main">
              <a:ext uri="{FF2B5EF4-FFF2-40B4-BE49-F238E27FC236}">
                <a16:creationId xmlns:a16="http://schemas.microsoft.com/office/drawing/2014/main" id="{654B2369-2759-40A2-B817-B7EDEA0F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05350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A87"/>
          </a:solidFill>
          <a:ln xmlns:a="http://schemas.openxmlformats.org/drawingml/2006/main" w="0">
            <a:solidFill>
              <a:srgbClr val="174A8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161083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2026-07-23T11:58:10.0790000Z</dcterms:created>
  <dcterms:modified xsi:type="dcterms:W3CDTF">2026-07-23T11:58:10.0790000Z</dcterms:modified>
</coreProperties>
</file>
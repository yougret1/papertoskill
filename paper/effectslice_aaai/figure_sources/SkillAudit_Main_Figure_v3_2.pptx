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880c1eb6754e77" /><Relationship Type="http://schemas.openxmlformats.org/officeDocument/2006/relationships/extended-properties" Target="/docProps/app.xml" Id="R74e8cfdb244d4a7e" /><Relationship Type="http://schemas.openxmlformats.org/officeDocument/2006/relationships/officeDocument" Target="/ppt/presentation.xml" Id="Rffe2d2e38cb14b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c859b8d123483e"/>
  </p:sldMasterIdLst>
  <p:notesMasterIdLst>
    <p:notesMasterId xmlns:r="http://schemas.openxmlformats.org/officeDocument/2006/relationships" r:id="R319522ca56504745"/>
  </p:notesMasterIdLst>
  <p:sldIdLst>
    <p:sldId xmlns:r="http://schemas.openxmlformats.org/officeDocument/2006/relationships" id="256" r:id="R8856a4b25f8643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48f1c2fbcd413f" /><Relationship Type="http://schemas.openxmlformats.org/officeDocument/2006/relationships/slideMaster" Target="/ppt/slideMasters/slideMaster1.xml" Id="R1fc859b8d123483e" /><Relationship Type="http://schemas.openxmlformats.org/officeDocument/2006/relationships/notesMaster" Target="/ppt/notesMasters/notesMaster1.xml" Id="R319522ca56504745" /><Relationship Type="http://schemas.openxmlformats.org/officeDocument/2006/relationships/presProps" Target="/ppt/presProps.xml" Id="Read34c4bc9cd4302" /><Relationship Type="http://schemas.openxmlformats.org/officeDocument/2006/relationships/tableStyles" Target="/ppt/tableStyles.xml" Id="R210158c174ac44f2" /><Relationship Type="http://schemas.openxmlformats.org/officeDocument/2006/relationships/slide" Target="/ppt/slides/slide1.xml" Id="R8856a4b25f8643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a0a6cd4bf642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1a4eeb6e6d4092" /><Relationship Type="http://schemas.openxmlformats.org/officeDocument/2006/relationships/notesMaster" Target="/ppt/notesMasters/notesMaster1.xml" Id="R6862aab0cf7c44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9dd5a03174b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69e76634af4057" /><Relationship Type="http://schemas.openxmlformats.org/officeDocument/2006/relationships/slideLayout" Target="/ppt/slideLayouts/slideLayout1.xml" Id="Rca39ef0ff4154b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39ef0ff4154b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04a0fd7e34230" /><Relationship Type="http://schemas.openxmlformats.org/officeDocument/2006/relationships/image" Target="/ppt/media/image.png" Id="R333fa205c70d4e56" /><Relationship Type="http://schemas.openxmlformats.org/officeDocument/2006/relationships/image" Target="/ppt/media/image2.png" Id="R9464604696484f80" /><Relationship Type="http://schemas.openxmlformats.org/officeDocument/2006/relationships/image" Target="/ppt/media/image3.png" Id="R0449273a0ebc4457" /><Relationship Type="http://schemas.openxmlformats.org/officeDocument/2006/relationships/notesSlide" Target="/ppt/notesSlides/notesSlide1.xml" Id="R34d28eb0a38041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title">
            <a:extLst xmlns:a="http://schemas.openxmlformats.org/drawingml/2006/main">
              <a:ext uri="{FF2B5EF4-FFF2-40B4-BE49-F238E27FC236}">
                <a16:creationId xmlns:a16="http://schemas.microsoft.com/office/drawing/2014/main" id="{1F82DD5F-BE2A-4847-AFE2-3752E650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28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SkillAudit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7B6287B-148F-4B9A-88DA-50EBC3B4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3850"/>
            <a:ext cx="695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Traceable validation of simplified paper-derived agent skill specifications</a:t>
            </a:r>
          </a:p>
        </p:txBody>
      </p:sp>
      <p:cxnSp>
        <p:nvCxnSpPr>
          <p:cNvPr id="143" name="input-process-divider"/>
          <p:cNvCxnSpPr/>
          <p:nvPr/>
        </p:nvCxnSpPr>
        <p:spPr>
          <a:xfrm xmlns:a="http://schemas.openxmlformats.org/drawingml/2006/main">
            <a:off x="5962650" y="1066800"/>
            <a:ext cx="95" cy="5010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EB9C5"/>
            </a:solidFill>
            <a:prstDash val="dash"/>
          </a:ln>
        </p:spPr>
      </p:cxnSp>
      <p:cxnSp>
        <p:nvCxnSpPr>
          <p:cNvPr id="144" name="process-output-divider"/>
          <p:cNvCxnSpPr/>
          <p:nvPr/>
        </p:nvCxnSpPr>
        <p:spPr>
          <a:xfrm xmlns:a="http://schemas.openxmlformats.org/drawingml/2006/main">
            <a:off x="9696450" y="1066800"/>
            <a:ext cx="95" cy="5010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EB9C5"/>
            </a:solidFill>
            <a:prstDash val="dash"/>
          </a:ln>
        </p:spPr>
      </p:cxnSp>
      <p:cxnSp>
        <p:nvCxnSpPr>
          <p:cNvPr id="145" name="upstream-rule"/>
          <p:cNvCxnSpPr/>
          <p:nvPr/>
        </p:nvCxnSpPr>
        <p:spPr>
          <a:xfrm xmlns:a="http://schemas.openxmlformats.org/drawingml/2006/main">
            <a:off x="400050" y="1200150"/>
            <a:ext cx="53149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78E5"/>
            </a:solidFill>
            <a:prstDash val="solid"/>
          </a:ln>
        </p:spPr>
      </p:cxnSp>
      <p:cxnSp>
        <p:nvCxnSpPr>
          <p:cNvPr id="146" name="validation-rule"/>
          <p:cNvCxnSpPr/>
          <p:nvPr/>
        </p:nvCxnSpPr>
        <p:spPr>
          <a:xfrm xmlns:a="http://schemas.openxmlformats.org/drawingml/2006/main">
            <a:off x="6134100" y="1200150"/>
            <a:ext cx="33528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78E5"/>
            </a:solidFill>
            <a:prstDash val="solid"/>
          </a:ln>
        </p:spPr>
      </p:cxnSp>
      <p:cxnSp>
        <p:nvCxnSpPr>
          <p:cNvPr id="147" name="outputs-rule"/>
          <p:cNvCxnSpPr/>
          <p:nvPr/>
        </p:nvCxnSpPr>
        <p:spPr>
          <a:xfrm xmlns:a="http://schemas.openxmlformats.org/drawingml/2006/main">
            <a:off x="9848850" y="1200150"/>
            <a:ext cx="18859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12B"/>
            </a:solidFill>
            <a:prstDash val="solid"/>
          </a:ln>
        </p:spPr>
      </p:cxnSp>
      <p:sp>
        <p:nvSpPr>
          <p:cNvPr id="8" name="upstream-zone-title">
            <a:extLst xmlns:a="http://schemas.openxmlformats.org/drawingml/2006/main">
              <a:ext uri="{FF2B5EF4-FFF2-40B4-BE49-F238E27FC236}">
                <a16:creationId xmlns:a16="http://schemas.microsoft.com/office/drawing/2014/main" id="{A0EDF675-2802-41C3-9400-F4B61514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531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UPSTREAM INPUTS</a:t>
            </a:r>
          </a:p>
        </p:txBody>
      </p:sp>
      <p:sp>
        <p:nvSpPr>
          <p:cNvPr id="9" name="validation-zone-title">
            <a:extLst xmlns:a="http://schemas.openxmlformats.org/drawingml/2006/main">
              <a:ext uri="{FF2B5EF4-FFF2-40B4-BE49-F238E27FC236}">
                <a16:creationId xmlns:a16="http://schemas.microsoft.com/office/drawing/2014/main" id="{7994CDA3-E14F-45C7-A7F3-84ADB919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914400"/>
            <a:ext cx="335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SKILLAUDIT VALIDATION</a:t>
            </a:r>
          </a:p>
        </p:txBody>
      </p:sp>
      <p:sp>
        <p:nvSpPr>
          <p:cNvPr id="10" name="outputs-zone-title">
            <a:extLst xmlns:a="http://schemas.openxmlformats.org/drawingml/2006/main">
              <a:ext uri="{FF2B5EF4-FFF2-40B4-BE49-F238E27FC236}">
                <a16:creationId xmlns:a16="http://schemas.microsoft.com/office/drawing/2014/main" id="{067EB7AC-09FE-4DC0-937B-8990737F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14400"/>
            <a:ext cx="188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OUTPUTS</a:t>
            </a:r>
          </a:p>
        </p:txBody>
      </p:sp>
      <p:cxnSp>
        <p:nvCxnSpPr>
          <p:cNvPr id="151" name="paper-to-full-line"/>
          <p:cNvCxnSpPr/>
          <p:nvPr/>
        </p:nvCxnSpPr>
        <p:spPr>
          <a:xfrm xmlns:a="http://schemas.openxmlformats.org/drawingml/2006/main">
            <a:off x="1257300" y="2762250"/>
            <a:ext cx="5048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78E5"/>
            </a:solidFill>
            <a:prstDash val="solid"/>
          </a:ln>
        </p:spPr>
      </p:cxnSp>
      <p:sp>
        <p:nvSpPr>
          <p:cNvPr id="12" name="paper-to-full-head">
            <a:extLst xmlns:a="http://schemas.openxmlformats.org/drawingml/2006/main">
              <a:ext uri="{FF2B5EF4-FFF2-40B4-BE49-F238E27FC236}">
                <a16:creationId xmlns:a16="http://schemas.microsoft.com/office/drawing/2014/main" id="{C459E1A7-747E-4F9F-99CB-19C3716D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0510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solidFill>
              <a:srgbClr val="3578E5"/>
            </a:solidFill>
            <a:prstDash val="solid"/>
          </a:ln>
        </p:spPr>
      </p:sp>
      <p:cxnSp>
        <p:nvCxnSpPr>
          <p:cNvPr id="153" name="full-to-reducer-line"/>
          <p:cNvCxnSpPr/>
          <p:nvPr/>
        </p:nvCxnSpPr>
        <p:spPr>
          <a:xfrm xmlns:a="http://schemas.openxmlformats.org/drawingml/2006/main">
            <a:off x="2952750" y="2762250"/>
            <a:ext cx="3905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78E5"/>
            </a:solidFill>
            <a:prstDash val="solid"/>
          </a:ln>
        </p:spPr>
      </p:cxnSp>
      <p:sp>
        <p:nvSpPr>
          <p:cNvPr id="14" name="full-to-reducer-head">
            <a:extLst xmlns:a="http://schemas.openxmlformats.org/drawingml/2006/main">
              <a:ext uri="{FF2B5EF4-FFF2-40B4-BE49-F238E27FC236}">
                <a16:creationId xmlns:a16="http://schemas.microsoft.com/office/drawing/2014/main" id="{9350C10D-2E79-48A1-9371-50A2D212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solidFill>
              <a:srgbClr val="3578E5"/>
            </a:solidFill>
            <a:prstDash val="solid"/>
          </a:ln>
        </p:spPr>
      </p:sp>
      <p:cxnSp>
        <p:nvCxnSpPr>
          <p:cNvPr id="155" name="reducer-to-candidate-line"/>
          <p:cNvCxnSpPr/>
          <p:nvPr/>
        </p:nvCxnSpPr>
        <p:spPr>
          <a:xfrm xmlns:a="http://schemas.openxmlformats.org/drawingml/2006/main">
            <a:off x="4229100" y="2762250"/>
            <a:ext cx="3524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BFE6"/>
            </a:solidFill>
            <a:prstDash val="solid"/>
          </a:ln>
        </p:spPr>
      </p:cxnSp>
      <p:sp>
        <p:nvSpPr>
          <p:cNvPr id="16" name="reducer-to-candidate-head">
            <a:extLst xmlns:a="http://schemas.openxmlformats.org/drawingml/2006/main">
              <a:ext uri="{FF2B5EF4-FFF2-40B4-BE49-F238E27FC236}">
                <a16:creationId xmlns:a16="http://schemas.microsoft.com/office/drawing/2014/main" id="{AC2BC9EE-E80A-4B41-BEF2-C312066E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0510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cxnSp>
        <p:nvCxnSpPr>
          <p:cNvPr id="157" name="candidate-to-validation-line"/>
          <p:cNvCxnSpPr/>
          <p:nvPr/>
        </p:nvCxnSpPr>
        <p:spPr>
          <a:xfrm xmlns:a="http://schemas.openxmlformats.org/drawingml/2006/main">
            <a:off x="5772150" y="2762250"/>
            <a:ext cx="37147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BFE6"/>
            </a:solidFill>
            <a:prstDash val="solid"/>
          </a:ln>
        </p:spPr>
      </p:cxnSp>
      <p:sp>
        <p:nvSpPr>
          <p:cNvPr id="18" name="candidate-to-validation-head">
            <a:extLst xmlns:a="http://schemas.openxmlformats.org/drawingml/2006/main">
              <a:ext uri="{FF2B5EF4-FFF2-40B4-BE49-F238E27FC236}">
                <a16:creationId xmlns:a16="http://schemas.microsoft.com/office/drawing/2014/main" id="{96DFEBB3-0B48-4100-AF11-05044039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cxnSp>
        <p:nvCxnSpPr>
          <p:cNvPr id="159" name="validation-to-output-line"/>
          <p:cNvCxnSpPr/>
          <p:nvPr/>
        </p:nvCxnSpPr>
        <p:spPr>
          <a:xfrm xmlns:a="http://schemas.openxmlformats.org/drawingml/2006/main">
            <a:off x="9601200" y="2762250"/>
            <a:ext cx="1238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12B"/>
            </a:solidFill>
            <a:prstDash val="solid"/>
          </a:ln>
        </p:spPr>
      </p:cxnSp>
      <p:sp>
        <p:nvSpPr>
          <p:cNvPr id="20" name="validation-to-output-head">
            <a:extLst xmlns:a="http://schemas.openxmlformats.org/drawingml/2006/main">
              <a:ext uri="{FF2B5EF4-FFF2-40B4-BE49-F238E27FC236}">
                <a16:creationId xmlns:a16="http://schemas.microsoft.com/office/drawing/2014/main" id="{CC5FA45F-D467-46EF-9C94-F05D94C5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0510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cxnSp>
        <p:nvCxnSpPr>
          <p:cNvPr id="161" name="validation-to-evidence-line"/>
          <p:cNvCxnSpPr/>
          <p:nvPr/>
        </p:nvCxnSpPr>
        <p:spPr>
          <a:xfrm xmlns:a="http://schemas.openxmlformats.org/drawingml/2006/main">
            <a:off x="9601200" y="4953000"/>
            <a:ext cx="1238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12B"/>
            </a:solidFill>
            <a:prstDash val="solid"/>
          </a:ln>
        </p:spPr>
      </p:cxnSp>
      <p:sp>
        <p:nvSpPr>
          <p:cNvPr id="22" name="validation-to-evidence-head">
            <a:extLst xmlns:a="http://schemas.openxmlformats.org/drawingml/2006/main">
              <a:ext uri="{FF2B5EF4-FFF2-40B4-BE49-F238E27FC236}">
                <a16:creationId xmlns:a16="http://schemas.microsoft.com/office/drawing/2014/main" id="{1A9296E9-9CF4-4FB4-BE6C-2434CEDF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958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23" name="source-kicker">
            <a:extLst xmlns:a="http://schemas.openxmlformats.org/drawingml/2006/main">
              <a:ext uri="{FF2B5EF4-FFF2-40B4-BE49-F238E27FC236}">
                <a16:creationId xmlns:a16="http://schemas.microsoft.com/office/drawing/2014/main" id="{910942E6-1095-453C-8145-B8996562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SOURCE</a:t>
            </a:r>
          </a:p>
        </p:txBody>
      </p:sp>
      <p:sp>
        <p:nvSpPr>
          <p:cNvPr id="24" name="paper-shadow">
            <a:extLst xmlns:a="http://schemas.openxmlformats.org/drawingml/2006/main">
              <a:ext uri="{FF2B5EF4-FFF2-40B4-BE49-F238E27FC236}">
                <a16:creationId xmlns:a16="http://schemas.microsoft.com/office/drawing/2014/main" id="{70832FD8-5ADA-4064-8305-988367BB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781175"/>
            <a:ext cx="685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25" name="paper-page">
            <a:extLst xmlns:a="http://schemas.openxmlformats.org/drawingml/2006/main">
              <a:ext uri="{FF2B5EF4-FFF2-40B4-BE49-F238E27FC236}">
                <a16:creationId xmlns:a16="http://schemas.microsoft.com/office/drawing/2014/main" id="{01704C8C-93E9-4422-A9CD-3DBBEDF7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47850"/>
            <a:ext cx="685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12B"/>
            </a:solidFill>
            <a:prstDash val="solid"/>
          </a:ln>
        </p:spPr>
      </p:sp>
      <p:sp>
        <p:nvSpPr>
          <p:cNvPr id="26" name="paper-bar-0">
            <a:extLst xmlns:a="http://schemas.openxmlformats.org/drawingml/2006/main">
              <a:ext uri="{FF2B5EF4-FFF2-40B4-BE49-F238E27FC236}">
                <a16:creationId xmlns:a16="http://schemas.microsoft.com/office/drawing/2014/main" id="{52986E16-C91D-4925-A132-0C1E1594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38350"/>
            <a:ext cx="45262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-bar-1">
            <a:extLst xmlns:a="http://schemas.openxmlformats.org/drawingml/2006/main">
              <a:ext uri="{FF2B5EF4-FFF2-40B4-BE49-F238E27FC236}">
                <a16:creationId xmlns:a16="http://schemas.microsoft.com/office/drawing/2014/main" id="{BD930A40-4217-4410-B60A-2E0D3892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81225"/>
            <a:ext cx="45262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per-bar-2">
            <a:extLst xmlns:a="http://schemas.openxmlformats.org/drawingml/2006/main">
              <a:ext uri="{FF2B5EF4-FFF2-40B4-BE49-F238E27FC236}">
                <a16:creationId xmlns:a16="http://schemas.microsoft.com/office/drawing/2014/main" id="{AFF4DAE3-1D0C-44DE-BDBE-D2F04902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24100"/>
            <a:ext cx="45262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per-bar-3">
            <a:extLst xmlns:a="http://schemas.openxmlformats.org/drawingml/2006/main">
              <a:ext uri="{FF2B5EF4-FFF2-40B4-BE49-F238E27FC236}">
                <a16:creationId xmlns:a16="http://schemas.microsoft.com/office/drawing/2014/main" id="{DC1E8561-83EE-4B02-BBFE-A6466A1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66975"/>
            <a:ext cx="3154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per-label">
            <a:extLst xmlns:a="http://schemas.openxmlformats.org/drawingml/2006/main">
              <a:ext uri="{FF2B5EF4-FFF2-40B4-BE49-F238E27FC236}">
                <a16:creationId xmlns:a16="http://schemas.microsoft.com/office/drawing/2014/main" id="{D977D854-DF19-4B77-B8F3-5AF0FBB8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76550"/>
            <a:ext cx="95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Research
paper</a:t>
            </a:r>
          </a:p>
        </p:txBody>
      </p:sp>
      <p:sp>
        <p:nvSpPr>
          <p:cNvPr id="31" name="paper-note">
            <a:extLst xmlns:a="http://schemas.openxmlformats.org/drawingml/2006/main">
              <a:ext uri="{FF2B5EF4-FFF2-40B4-BE49-F238E27FC236}">
                <a16:creationId xmlns:a16="http://schemas.microsoft.com/office/drawing/2014/main" id="{DFF29604-8991-4A85-A28A-0C54051F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371850"/>
            <a:ext cx="990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source spans</a:t>
            </a:r>
          </a:p>
        </p:txBody>
      </p:sp>
      <p:sp>
        <p:nvSpPr>
          <p:cNvPr id="32" name="full-kicker">
            <a:extLst xmlns:a="http://schemas.openxmlformats.org/drawingml/2006/main">
              <a:ext uri="{FF2B5EF4-FFF2-40B4-BE49-F238E27FC236}">
                <a16:creationId xmlns:a16="http://schemas.microsoft.com/office/drawing/2014/main" id="{A72B3B2B-F02F-409B-A0A8-84123A1E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466850"/>
            <a:ext cx="110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FULL</a:t>
            </a:r>
          </a:p>
        </p:txBody>
      </p:sp>
      <p:sp>
        <p:nvSpPr>
          <p:cNvPr id="33" name="full-shadow">
            <a:extLst xmlns:a="http://schemas.openxmlformats.org/drawingml/2006/main">
              <a:ext uri="{FF2B5EF4-FFF2-40B4-BE49-F238E27FC236}">
                <a16:creationId xmlns:a16="http://schemas.microsoft.com/office/drawing/2014/main" id="{EB1AD1CB-4498-4FCE-BB2A-683B2944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743075"/>
            <a:ext cx="80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34" name="full-page">
            <a:extLst xmlns:a="http://schemas.openxmlformats.org/drawingml/2006/main">
              <a:ext uri="{FF2B5EF4-FFF2-40B4-BE49-F238E27FC236}">
                <a16:creationId xmlns:a16="http://schemas.microsoft.com/office/drawing/2014/main" id="{29F6D0EF-E0A8-4640-BE1D-91309EE3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80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3578E5"/>
            </a:solidFill>
            <a:prstDash val="solid"/>
          </a:ln>
        </p:spPr>
      </p:sp>
      <p:sp>
        <p:nvSpPr>
          <p:cNvPr id="35" name="full-bar-0">
            <a:extLst xmlns:a="http://schemas.openxmlformats.org/drawingml/2006/main">
              <a:ext uri="{FF2B5EF4-FFF2-40B4-BE49-F238E27FC236}">
                <a16:creationId xmlns:a16="http://schemas.microsoft.com/office/drawing/2014/main" id="{C4279D7F-CD07-43F7-A1E3-D92C3405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000250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full-bar-1">
            <a:extLst xmlns:a="http://schemas.openxmlformats.org/drawingml/2006/main">
              <a:ext uri="{FF2B5EF4-FFF2-40B4-BE49-F238E27FC236}">
                <a16:creationId xmlns:a16="http://schemas.microsoft.com/office/drawing/2014/main" id="{9ADE2FDE-DF71-4872-A6ED-45CBA9AB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43125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ull-bar-2">
            <a:extLst xmlns:a="http://schemas.openxmlformats.org/drawingml/2006/main">
              <a:ext uri="{FF2B5EF4-FFF2-40B4-BE49-F238E27FC236}">
                <a16:creationId xmlns:a16="http://schemas.microsoft.com/office/drawing/2014/main" id="{24085155-EF66-454B-A6D8-EAFEDBA9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286000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full-bar-3">
            <a:extLst xmlns:a="http://schemas.openxmlformats.org/drawingml/2006/main">
              <a:ext uri="{FF2B5EF4-FFF2-40B4-BE49-F238E27FC236}">
                <a16:creationId xmlns:a16="http://schemas.microsoft.com/office/drawing/2014/main" id="{82E209CA-F263-4CB2-8DA5-D1D35EBE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428875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ull-bar-4">
            <a:extLst xmlns:a="http://schemas.openxmlformats.org/drawingml/2006/main">
              <a:ext uri="{FF2B5EF4-FFF2-40B4-BE49-F238E27FC236}">
                <a16:creationId xmlns:a16="http://schemas.microsoft.com/office/drawing/2014/main" id="{33B9CD0D-81B5-4925-814C-1D786463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571750"/>
            <a:ext cx="36804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ull-label">
            <a:extLst xmlns:a="http://schemas.openxmlformats.org/drawingml/2006/main">
              <a:ext uri="{FF2B5EF4-FFF2-40B4-BE49-F238E27FC236}">
                <a16:creationId xmlns:a16="http://schemas.microsoft.com/office/drawing/2014/main" id="{6BF1D692-9402-4830-B28D-E6CC1657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1465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Full skill  F</a:t>
            </a:r>
          </a:p>
        </p:txBody>
      </p:sp>
      <p:cxnSp>
        <p:nvCxnSpPr>
          <p:cNvPr id="181" name="full-atoms-edge-a"/>
          <p:cNvCxnSpPr/>
          <p:nvPr/>
        </p:nvCxnSpPr>
        <p:spPr>
          <a:xfrm xmlns:a="http://schemas.openxmlformats.org/drawingml/2006/main">
            <a:off x="1962150" y="3429000"/>
            <a:ext cx="247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5"/>
            </a:solidFill>
            <a:prstDash val="solid"/>
          </a:ln>
        </p:spPr>
      </p:cxnSp>
      <p:cxnSp>
        <p:nvCxnSpPr>
          <p:cNvPr id="182" name="full-atoms-edge-b"/>
          <p:cNvCxnSpPr/>
          <p:nvPr/>
        </p:nvCxnSpPr>
        <p:spPr>
          <a:xfrm xmlns:a="http://schemas.openxmlformats.org/drawingml/2006/main">
            <a:off x="2533650" y="3429000"/>
            <a:ext cx="247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5"/>
            </a:solidFill>
            <a:prstDash val="solid"/>
          </a:ln>
        </p:spPr>
      </p:cxnSp>
      <p:sp>
        <p:nvSpPr>
          <p:cNvPr id="43" name="full-atoms-a">
            <a:extLst xmlns:a="http://schemas.openxmlformats.org/drawingml/2006/main">
              <a:ext uri="{FF2B5EF4-FFF2-40B4-BE49-F238E27FC236}">
                <a16:creationId xmlns:a16="http://schemas.microsoft.com/office/drawing/2014/main" id="{BCC9A3E3-1D11-42A1-9B7E-8AF5737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ull-atoms-b">
            <a:extLst xmlns:a="http://schemas.openxmlformats.org/drawingml/2006/main">
              <a:ext uri="{FF2B5EF4-FFF2-40B4-BE49-F238E27FC236}">
                <a16:creationId xmlns:a16="http://schemas.microsoft.com/office/drawing/2014/main" id="{7B22EC8D-C43E-4C39-B081-93918352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full-atoms-b-label">
            <a:extLst xmlns:a="http://schemas.openxmlformats.org/drawingml/2006/main">
              <a:ext uri="{FF2B5EF4-FFF2-40B4-BE49-F238E27FC236}">
                <a16:creationId xmlns:a16="http://schemas.microsoft.com/office/drawing/2014/main" id="{4361A536-B6B9-403E-AC93-9071B7E5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33750"/>
            <a:ext cx="19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85B62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46" name="full-atoms-ellipsis">
            <a:extLst xmlns:a="http://schemas.openxmlformats.org/drawingml/2006/main">
              <a:ext uri="{FF2B5EF4-FFF2-40B4-BE49-F238E27FC236}">
                <a16:creationId xmlns:a16="http://schemas.microsoft.com/office/drawing/2014/main" id="{5D875614-D877-43BA-B9C5-A94C4396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14700"/>
            <a:ext cx="209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...</a:t>
            </a:r>
          </a:p>
        </p:txBody>
      </p:sp>
      <p:sp>
        <p:nvSpPr>
          <p:cNvPr id="47" name="full-atoms-c">
            <a:extLst xmlns:a="http://schemas.openxmlformats.org/drawingml/2006/main">
              <a:ext uri="{FF2B5EF4-FFF2-40B4-BE49-F238E27FC236}">
                <a16:creationId xmlns:a16="http://schemas.microsoft.com/office/drawing/2014/main" id="{63914A05-19A8-4701-A190-B8133B2C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full-atoms-label">
            <a:extLst xmlns:a="http://schemas.openxmlformats.org/drawingml/2006/main">
              <a:ext uri="{FF2B5EF4-FFF2-40B4-BE49-F238E27FC236}">
                <a16:creationId xmlns:a16="http://schemas.microsoft.com/office/drawing/2014/main" id="{6F4BEC75-AF32-446B-A7D0-9D62C292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0045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procedural atoms</a:t>
            </a:r>
          </a:p>
        </p:txBody>
      </p:sp>
      <p:sp>
        <p:nvSpPr>
          <p:cNvPr id="49" name="reducer">
            <a:extLst xmlns:a="http://schemas.openxmlformats.org/drawingml/2006/main">
              <a:ext uri="{FF2B5EF4-FFF2-40B4-BE49-F238E27FC236}">
                <a16:creationId xmlns:a16="http://schemas.microsoft.com/office/drawing/2014/main" id="{6C0933E5-24F1-4F10-8917-614F8BF9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800100" cy="11239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50" name="reducer-core">
            <a:extLst xmlns:a="http://schemas.openxmlformats.org/drawingml/2006/main">
              <a:ext uri="{FF2B5EF4-FFF2-40B4-BE49-F238E27FC236}">
                <a16:creationId xmlns:a16="http://schemas.microsoft.com/office/drawing/2014/main" id="{01BD8568-C343-43C9-9394-454CD0CA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52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12B"/>
            </a:solidFill>
            <a:prstDash val="solid"/>
          </a:ln>
        </p:spPr>
      </p:sp>
      <p:sp>
        <p:nvSpPr>
          <p:cNvPr id="51" name="reducer-minus">
            <a:extLst xmlns:a="http://schemas.openxmlformats.org/drawingml/2006/main">
              <a:ext uri="{FF2B5EF4-FFF2-40B4-BE49-F238E27FC236}">
                <a16:creationId xmlns:a16="http://schemas.microsoft.com/office/drawing/2014/main" id="{04CFD791-43DA-4F40-A82B-1496F84C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241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-</a:t>
            </a:r>
          </a:p>
        </p:txBody>
      </p:sp>
      <p:sp>
        <p:nvSpPr>
          <p:cNvPr id="52" name="reducer-label">
            <a:extLst xmlns:a="http://schemas.openxmlformats.org/drawingml/2006/main">
              <a:ext uri="{FF2B5EF4-FFF2-40B4-BE49-F238E27FC236}">
                <a16:creationId xmlns:a16="http://schemas.microsoft.com/office/drawing/2014/main" id="{0E899CFD-6E65-4D69-8454-AB66A7CB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685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Upstream
reducer</a:t>
            </a:r>
          </a:p>
        </p:txBody>
      </p:sp>
      <p:sp>
        <p:nvSpPr>
          <p:cNvPr id="53" name="reducer-note">
            <a:extLst xmlns:a="http://schemas.openxmlformats.org/drawingml/2006/main">
              <a:ext uri="{FF2B5EF4-FFF2-40B4-BE49-F238E27FC236}">
                <a16:creationId xmlns:a16="http://schemas.microsoft.com/office/drawing/2014/main" id="{E3BECECC-F782-48A3-AEE8-BB05E75B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67100"/>
            <a:ext cx="125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delete / merge / rewrite</a:t>
            </a:r>
          </a:p>
        </p:txBody>
      </p:sp>
      <p:sp>
        <p:nvSpPr>
          <p:cNvPr id="54" name="candidate-kicker">
            <a:extLst xmlns:a="http://schemas.openxmlformats.org/drawingml/2006/main">
              <a:ext uri="{FF2B5EF4-FFF2-40B4-BE49-F238E27FC236}">
                <a16:creationId xmlns:a16="http://schemas.microsoft.com/office/drawing/2014/main" id="{E3B603CA-936C-42A3-B750-A8E16955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668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BFE6"/>
                </a:solidFill>
                <a:latin typeface="Arial"/>
                <a:ea typeface="Arial"/>
                <a:cs typeface="Arial"/>
              </a:defRPr>
            </a:pPr>
            <a:r>
              <a:t>CANDIDATE</a:t>
            </a:r>
          </a:p>
        </p:txBody>
      </p:sp>
      <p:sp>
        <p:nvSpPr>
          <p:cNvPr id="55" name="candidate-shadow">
            <a:extLst xmlns:a="http://schemas.openxmlformats.org/drawingml/2006/main">
              <a:ext uri="{FF2B5EF4-FFF2-40B4-BE49-F238E27FC236}">
                <a16:creationId xmlns:a16="http://schemas.microsoft.com/office/drawing/2014/main" id="{4EF8D46E-A59E-46E8-976F-D40DEAC1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43075"/>
            <a:ext cx="80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56" name="candidate-page">
            <a:extLst xmlns:a="http://schemas.openxmlformats.org/drawingml/2006/main">
              <a:ext uri="{FF2B5EF4-FFF2-40B4-BE49-F238E27FC236}">
                <a16:creationId xmlns:a16="http://schemas.microsoft.com/office/drawing/2014/main" id="{0398B899-E13D-465F-82A4-B76F607F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09750"/>
            <a:ext cx="80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FD"/>
          </a:solidFill>
          <a:ln xmlns:a="http://schemas.openxmlformats.org/drawingml/2006/main" w="19050">
            <a:solidFill>
              <a:srgbClr val="55BFE6"/>
            </a:solidFill>
            <a:prstDash val="solid"/>
          </a:ln>
        </p:spPr>
      </p:sp>
      <p:sp>
        <p:nvSpPr>
          <p:cNvPr id="57" name="candidate-bar-0">
            <a:extLst xmlns:a="http://schemas.openxmlformats.org/drawingml/2006/main">
              <a:ext uri="{FF2B5EF4-FFF2-40B4-BE49-F238E27FC236}">
                <a16:creationId xmlns:a16="http://schemas.microsoft.com/office/drawing/2014/main" id="{8D4EF2AF-FBDC-47FD-AAD8-F0D81F44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00250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andidate-bar-1">
            <a:extLst xmlns:a="http://schemas.openxmlformats.org/drawingml/2006/main">
              <a:ext uri="{FF2B5EF4-FFF2-40B4-BE49-F238E27FC236}">
                <a16:creationId xmlns:a16="http://schemas.microsoft.com/office/drawing/2014/main" id="{47ADE450-6E76-44D2-BFAC-1A8A469B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43125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candidate-bar-2">
            <a:extLst xmlns:a="http://schemas.openxmlformats.org/drawingml/2006/main">
              <a:ext uri="{FF2B5EF4-FFF2-40B4-BE49-F238E27FC236}">
                <a16:creationId xmlns:a16="http://schemas.microsoft.com/office/drawing/2014/main" id="{EE2E8333-40B9-482A-91B8-6B17E6DB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86000"/>
            <a:ext cx="36804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andidate-label">
            <a:extLst xmlns:a="http://schemas.openxmlformats.org/drawingml/2006/main">
              <a:ext uri="{FF2B5EF4-FFF2-40B4-BE49-F238E27FC236}">
                <a16:creationId xmlns:a16="http://schemas.microsoft.com/office/drawing/2014/main" id="{3E7BD7A3-E691-4E8A-A202-05CB6C27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1200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Candidate  S</a:t>
            </a:r>
          </a:p>
        </p:txBody>
      </p:sp>
      <p:cxnSp>
        <p:nvCxnSpPr>
          <p:cNvPr id="201" name="candidate-atoms-edge-a"/>
          <p:cNvCxnSpPr/>
          <p:nvPr/>
        </p:nvCxnSpPr>
        <p:spPr>
          <a:xfrm xmlns:a="http://schemas.openxmlformats.org/drawingml/2006/main">
            <a:off x="4743450" y="3429000"/>
            <a:ext cx="247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5"/>
            </a:solidFill>
            <a:prstDash val="solid"/>
          </a:ln>
        </p:spPr>
      </p:cxnSp>
      <p:cxnSp>
        <p:nvCxnSpPr>
          <p:cNvPr id="202" name="candidate-atoms-edge-b"/>
          <p:cNvCxnSpPr/>
          <p:nvPr/>
        </p:nvCxnSpPr>
        <p:spPr>
          <a:xfrm xmlns:a="http://schemas.openxmlformats.org/drawingml/2006/main">
            <a:off x="5314950" y="3429000"/>
            <a:ext cx="247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5"/>
            </a:solidFill>
            <a:prstDash val="solid"/>
          </a:ln>
        </p:spPr>
      </p:cxnSp>
      <p:sp>
        <p:nvSpPr>
          <p:cNvPr id="63" name="candidate-atoms-a">
            <a:extLst xmlns:a="http://schemas.openxmlformats.org/drawingml/2006/main">
              <a:ext uri="{FF2B5EF4-FFF2-40B4-BE49-F238E27FC236}">
                <a16:creationId xmlns:a16="http://schemas.microsoft.com/office/drawing/2014/main" id="{F17E978E-B3E7-4E00-8108-2B253B00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candidate-atoms-b">
            <a:extLst xmlns:a="http://schemas.openxmlformats.org/drawingml/2006/main">
              <a:ext uri="{FF2B5EF4-FFF2-40B4-BE49-F238E27FC236}">
                <a16:creationId xmlns:a16="http://schemas.microsoft.com/office/drawing/2014/main" id="{4BCDE552-5164-4D79-A082-674FB6E0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5B62"/>
            </a:solidFill>
            <a:prstDash val="solid"/>
          </a:ln>
        </p:spPr>
      </p:sp>
      <p:sp>
        <p:nvSpPr>
          <p:cNvPr id="65" name="candidate-atoms-b-label">
            <a:extLst xmlns:a="http://schemas.openxmlformats.org/drawingml/2006/main">
              <a:ext uri="{FF2B5EF4-FFF2-40B4-BE49-F238E27FC236}">
                <a16:creationId xmlns:a16="http://schemas.microsoft.com/office/drawing/2014/main" id="{3CCCE20B-260D-4230-8DE2-E549A8B2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33750"/>
            <a:ext cx="19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85B62"/>
                </a:solidFill>
                <a:latin typeface="Arial"/>
                <a:ea typeface="Arial"/>
                <a:cs typeface="Arial"/>
              </a:defRPr>
            </a:pPr>
            <a:r>
              <a:t>x</a:t>
            </a:r>
          </a:p>
        </p:txBody>
      </p:sp>
      <p:sp>
        <p:nvSpPr>
          <p:cNvPr id="66" name="candidate-atoms-ellipsis">
            <a:extLst xmlns:a="http://schemas.openxmlformats.org/drawingml/2006/main">
              <a:ext uri="{FF2B5EF4-FFF2-40B4-BE49-F238E27FC236}">
                <a16:creationId xmlns:a16="http://schemas.microsoft.com/office/drawing/2014/main" id="{B1C75F54-A39F-47E0-8EE9-C8971F7D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209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...</a:t>
            </a:r>
          </a:p>
        </p:txBody>
      </p:sp>
      <p:sp>
        <p:nvSpPr>
          <p:cNvPr id="67" name="candidate-atoms-c">
            <a:extLst xmlns:a="http://schemas.openxmlformats.org/drawingml/2006/main">
              <a:ext uri="{FF2B5EF4-FFF2-40B4-BE49-F238E27FC236}">
                <a16:creationId xmlns:a16="http://schemas.microsoft.com/office/drawing/2014/main" id="{7A6D8B6E-A1B5-42DF-80BE-B30B9003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candidate-note">
            <a:extLst xmlns:a="http://schemas.openxmlformats.org/drawingml/2006/main">
              <a:ext uri="{FF2B5EF4-FFF2-40B4-BE49-F238E27FC236}">
                <a16:creationId xmlns:a16="http://schemas.microsoft.com/office/drawing/2014/main" id="{98E37CDE-EF3C-4539-A6C8-3F47869F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1466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selected and frozen before testing</a:t>
            </a:r>
          </a:p>
        </p:txBody>
      </p:sp>
      <p:sp>
        <p:nvSpPr>
          <p:cNvPr id="69" name="evaluation-package">
            <a:extLst xmlns:a="http://schemas.openxmlformats.org/drawingml/2006/main">
              <a:ext uri="{FF2B5EF4-FFF2-40B4-BE49-F238E27FC236}">
                <a16:creationId xmlns:a16="http://schemas.microsoft.com/office/drawing/2014/main" id="{B0BFD807-042A-482E-8911-0CE8B052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33900"/>
            <a:ext cx="1905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70" name="evaluation-tab">
            <a:extLst xmlns:a="http://schemas.openxmlformats.org/drawingml/2006/main">
              <a:ext uri="{FF2B5EF4-FFF2-40B4-BE49-F238E27FC236}">
                <a16:creationId xmlns:a16="http://schemas.microsoft.com/office/drawing/2014/main" id="{51DA7452-7263-48FA-A9D1-FA11CDAD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196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7E7B90AD-08AA-4F0E-BE66-DA9C5CE5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05350"/>
            <a:ext cx="163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EVALUATION PACKAGE  E</a:t>
            </a:r>
          </a:p>
        </p:txBody>
      </p:sp>
      <p:sp>
        <p:nvSpPr>
          <p:cNvPr id="72" name="evaluation-fields">
            <a:extLst xmlns:a="http://schemas.openxmlformats.org/drawingml/2006/main">
              <a:ext uri="{FF2B5EF4-FFF2-40B4-BE49-F238E27FC236}">
                <a16:creationId xmlns:a16="http://schemas.microsoft.com/office/drawing/2014/main" id="{B4CF1940-28B0-4E63-81B7-127E2255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29200"/>
            <a:ext cx="1676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task / workspace / held-out tests
scorer / model / tools
budget / acceptance criteria</a:t>
            </a:r>
          </a:p>
        </p:txBody>
      </p:sp>
      <p:sp>
        <p:nvSpPr>
          <p:cNvPr id="73" name="validation-shell">
            <a:extLst xmlns:a="http://schemas.openxmlformats.org/drawingml/2006/main">
              <a:ext uri="{FF2B5EF4-FFF2-40B4-BE49-F238E27FC236}">
                <a16:creationId xmlns:a16="http://schemas.microsoft.com/office/drawing/2014/main" id="{E5A782E7-8C3B-421B-BD94-38B615EC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90650"/>
            <a:ext cx="3505200" cy="44577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578E5"/>
            </a:solidFill>
            <a:prstDash val="solid"/>
          </a:ln>
        </p:spPr>
      </p:sp>
      <p:sp>
        <p:nvSpPr>
          <p:cNvPr id="74" name="validation-header">
            <a:extLst xmlns:a="http://schemas.openxmlformats.org/drawingml/2006/main">
              <a:ext uri="{FF2B5EF4-FFF2-40B4-BE49-F238E27FC236}">
                <a16:creationId xmlns:a16="http://schemas.microsoft.com/office/drawing/2014/main" id="{6EB4B480-B820-48DE-BADA-70A319AF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90650"/>
            <a:ext cx="350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validation-title">
            <a:extLst xmlns:a="http://schemas.openxmlformats.org/drawingml/2006/main">
              <a:ext uri="{FF2B5EF4-FFF2-40B4-BE49-F238E27FC236}">
                <a16:creationId xmlns:a16="http://schemas.microsoft.com/office/drawing/2014/main" id="{0464CF0E-E2A6-43D6-A885-4E716885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95425"/>
            <a:ext cx="3162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SkillAudit protocol</a:t>
            </a:r>
          </a:p>
        </p:txBody>
      </p:sp>
      <p:sp>
        <p:nvSpPr>
          <p:cNvPr id="76" name="stage-map">
            <a:extLst xmlns:a="http://schemas.openxmlformats.org/drawingml/2006/main">
              <a:ext uri="{FF2B5EF4-FFF2-40B4-BE49-F238E27FC236}">
                <a16:creationId xmlns:a16="http://schemas.microsoft.com/office/drawing/2014/main" id="{16261A22-5217-4908-87FE-7152CC6B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971550" cy="2381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578E5"/>
            </a:solidFill>
            <a:prstDash val="solid"/>
          </a:ln>
        </p:spPr>
      </p:sp>
      <p:sp>
        <p:nvSpPr>
          <p:cNvPr id="77" name="stage-freeze">
            <a:extLst xmlns:a="http://schemas.openxmlformats.org/drawingml/2006/main">
              <a:ext uri="{FF2B5EF4-FFF2-40B4-BE49-F238E27FC236}">
                <a16:creationId xmlns:a16="http://schemas.microsoft.com/office/drawing/2014/main" id="{F4B9E9B6-9D08-4779-BB9C-B7FF01E4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971550" cy="2381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78" name="stage-run">
            <a:extLst xmlns:a="http://schemas.openxmlformats.org/drawingml/2006/main">
              <a:ext uri="{FF2B5EF4-FFF2-40B4-BE49-F238E27FC236}">
                <a16:creationId xmlns:a16="http://schemas.microsoft.com/office/drawing/2014/main" id="{76C68CB7-0E36-41C1-97A9-2B6B2749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1104900" cy="23812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9F8FD"/>
          </a:solidFill>
          <a:ln xmlns:a="http://schemas.openxmlformats.org/drawingml/2006/main" w="9525">
            <a:solidFill>
              <a:srgbClr val="55BFE6"/>
            </a:solidFill>
            <a:prstDash val="solid"/>
          </a:ln>
        </p:spPr>
      </p:sp>
      <p:sp>
        <p:nvSpPr>
          <p:cNvPr id="79" name="stage-map-index">
            <a:extLst xmlns:a="http://schemas.openxmlformats.org/drawingml/2006/main">
              <a:ext uri="{FF2B5EF4-FFF2-40B4-BE49-F238E27FC236}">
                <a16:creationId xmlns:a16="http://schemas.microsoft.com/office/drawing/2014/main" id="{12A37E8C-9F58-416B-8889-54B48069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stage-freeze-index">
            <a:extLst xmlns:a="http://schemas.openxmlformats.org/drawingml/2006/main">
              <a:ext uri="{FF2B5EF4-FFF2-40B4-BE49-F238E27FC236}">
                <a16:creationId xmlns:a16="http://schemas.microsoft.com/office/drawing/2014/main" id="{2C35D8E0-D01B-4CB9-A9D0-4B91012D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stage-run-index">
            <a:extLst xmlns:a="http://schemas.openxmlformats.org/drawingml/2006/main">
              <a:ext uri="{FF2B5EF4-FFF2-40B4-BE49-F238E27FC236}">
                <a16:creationId xmlns:a16="http://schemas.microsoft.com/office/drawing/2014/main" id="{44A46FDB-5DCC-4D98-8093-D92174EB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stage-map-index-text">
            <a:extLst xmlns:a="http://schemas.openxmlformats.org/drawingml/2006/main">
              <a:ext uri="{FF2B5EF4-FFF2-40B4-BE49-F238E27FC236}">
                <a16:creationId xmlns:a16="http://schemas.microsoft.com/office/drawing/2014/main" id="{1B026F6C-C4B1-41D5-841D-1274359B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3" name="stage-freeze-index-text">
            <a:extLst xmlns:a="http://schemas.openxmlformats.org/drawingml/2006/main">
              <a:ext uri="{FF2B5EF4-FFF2-40B4-BE49-F238E27FC236}">
                <a16:creationId xmlns:a16="http://schemas.microsoft.com/office/drawing/2014/main" id="{032C70B3-7A53-4A8A-A1D8-31DCB4B2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84" name="stage-run-index-text">
            <a:extLst xmlns:a="http://schemas.openxmlformats.org/drawingml/2006/main">
              <a:ext uri="{FF2B5EF4-FFF2-40B4-BE49-F238E27FC236}">
                <a16:creationId xmlns:a16="http://schemas.microsoft.com/office/drawing/2014/main" id="{1F77D902-E672-42AC-98A8-59227FDC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85" name="stage-map-title">
            <a:extLst xmlns:a="http://schemas.openxmlformats.org/drawingml/2006/main">
              <a:ext uri="{FF2B5EF4-FFF2-40B4-BE49-F238E27FC236}">
                <a16:creationId xmlns:a16="http://schemas.microsoft.com/office/drawing/2014/main" id="{7D3DE68C-2CB4-4AD7-A3F8-F4E6BB90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95600"/>
            <a:ext cx="81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MAP</a:t>
            </a:r>
          </a:p>
        </p:txBody>
      </p:sp>
      <p:sp>
        <p:nvSpPr>
          <p:cNvPr id="86" name="stage-map-detail">
            <a:extLst xmlns:a="http://schemas.openxmlformats.org/drawingml/2006/main">
              <a:ext uri="{FF2B5EF4-FFF2-40B4-BE49-F238E27FC236}">
                <a16:creationId xmlns:a16="http://schemas.microsoft.com/office/drawing/2014/main" id="{1C1FAB3D-8B46-41B6-A3A5-8AA89F3E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819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Source spans
Atoms + dependency DAG</a:t>
            </a:r>
          </a:p>
        </p:txBody>
      </p:sp>
      <p:sp>
        <p:nvSpPr>
          <p:cNvPr id="87" name="stage-map-note">
            <a:extLst xmlns:a="http://schemas.openxmlformats.org/drawingml/2006/main">
              <a:ext uri="{FF2B5EF4-FFF2-40B4-BE49-F238E27FC236}">
                <a16:creationId xmlns:a16="http://schemas.microsoft.com/office/drawing/2014/main" id="{6C46F2FD-5DA9-4397-A121-529FEED4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0000"/>
            <a:ext cx="819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provenance +
prerequisites</a:t>
            </a:r>
          </a:p>
        </p:txBody>
      </p:sp>
      <p:sp>
        <p:nvSpPr>
          <p:cNvPr id="88" name="stage-freeze-title">
            <a:extLst xmlns:a="http://schemas.openxmlformats.org/drawingml/2006/main">
              <a:ext uri="{FF2B5EF4-FFF2-40B4-BE49-F238E27FC236}">
                <a16:creationId xmlns:a16="http://schemas.microsoft.com/office/drawing/2014/main" id="{3D1ABD08-E1BC-43C7-B229-A739AD68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95600"/>
            <a:ext cx="81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FREEZE</a:t>
            </a:r>
          </a:p>
        </p:txBody>
      </p:sp>
      <p:sp>
        <p:nvSpPr>
          <p:cNvPr id="89" name="stage-freeze-detail">
            <a:extLst xmlns:a="http://schemas.openxmlformats.org/drawingml/2006/main">
              <a:ext uri="{FF2B5EF4-FFF2-40B4-BE49-F238E27FC236}">
                <a16:creationId xmlns:a16="http://schemas.microsoft.com/office/drawing/2014/main" id="{718FB86A-973F-4EF5-A6CC-0B4D8277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62300"/>
            <a:ext cx="8191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Candidate S
Task + tests
Model + tools
Criteria</a:t>
            </a:r>
          </a:p>
        </p:txBody>
      </p:sp>
      <p:sp>
        <p:nvSpPr>
          <p:cNvPr id="90" name="stage-freeze-note">
            <a:extLst xmlns:a="http://schemas.openxmlformats.org/drawingml/2006/main">
              <a:ext uri="{FF2B5EF4-FFF2-40B4-BE49-F238E27FC236}">
                <a16:creationId xmlns:a16="http://schemas.microsoft.com/office/drawing/2014/main" id="{F7943771-FFDA-48E2-AC63-E17DE1ED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05250"/>
            <a:ext cx="819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sealed before
testing</a:t>
            </a:r>
          </a:p>
        </p:txBody>
      </p:sp>
      <p:sp>
        <p:nvSpPr>
          <p:cNvPr id="91" name="stage-run-title">
            <a:extLst xmlns:a="http://schemas.openxmlformats.org/drawingml/2006/main">
              <a:ext uri="{FF2B5EF4-FFF2-40B4-BE49-F238E27FC236}">
                <a16:creationId xmlns:a16="http://schemas.microsoft.com/office/drawing/2014/main" id="{1A1E8FE0-11B8-4FDB-BFCF-181A3359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384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5BFE6"/>
                </a:solidFill>
                <a:latin typeface="Arial"/>
                <a:ea typeface="Arial"/>
                <a:cs typeface="Arial"/>
              </a:defRPr>
            </a:pPr>
            <a:r>
              <a:t>RUN</a:t>
            </a:r>
          </a:p>
        </p:txBody>
      </p:sp>
      <p:sp>
        <p:nvSpPr>
          <p:cNvPr id="92" name="lane-0-head">
            <a:extLst xmlns:a="http://schemas.openxmlformats.org/drawingml/2006/main">
              <a:ext uri="{FF2B5EF4-FFF2-40B4-BE49-F238E27FC236}">
                <a16:creationId xmlns:a16="http://schemas.microsoft.com/office/drawing/2014/main" id="{577C79D1-87C9-4826-B5EF-63D3F40C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9C5"/>
            </a:solidFill>
            <a:prstDash val="solid"/>
          </a:ln>
        </p:spPr>
      </p:sp>
      <p:sp>
        <p:nvSpPr>
          <p:cNvPr id="93" name="lane-0-body">
            <a:extLst xmlns:a="http://schemas.openxmlformats.org/drawingml/2006/main">
              <a:ext uri="{FF2B5EF4-FFF2-40B4-BE49-F238E27FC236}">
                <a16:creationId xmlns:a16="http://schemas.microsoft.com/office/drawing/2014/main" id="{814B89E4-8E7D-46C2-BC94-1FB1EC08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908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lane-0-code">
            <a:extLst xmlns:a="http://schemas.openxmlformats.org/drawingml/2006/main">
              <a:ext uri="{FF2B5EF4-FFF2-40B4-BE49-F238E27FC236}">
                <a16:creationId xmlns:a16="http://schemas.microsoft.com/office/drawing/2014/main" id="{31E241AF-1A7F-41C6-84E8-C81A8EF1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00350"/>
            <a:ext cx="20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t>B</a:t>
            </a:r>
          </a:p>
        </p:txBody>
      </p:sp>
      <p:sp>
        <p:nvSpPr>
          <p:cNvPr id="95" name="lane-0-arrow">
            <a:extLst xmlns:a="http://schemas.openxmlformats.org/drawingml/2006/main">
              <a:ext uri="{FF2B5EF4-FFF2-40B4-BE49-F238E27FC236}">
                <a16:creationId xmlns:a16="http://schemas.microsoft.com/office/drawing/2014/main" id="{36D97719-6FCA-43C2-A913-73811959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90825"/>
            <a:ext cx="15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96" name="lane-0-terminal">
            <a:extLst xmlns:a="http://schemas.openxmlformats.org/drawingml/2006/main">
              <a:ext uri="{FF2B5EF4-FFF2-40B4-BE49-F238E27FC236}">
                <a16:creationId xmlns:a16="http://schemas.microsoft.com/office/drawing/2014/main" id="{367DA40A-CE2D-4CD6-882D-B781BC0A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43200"/>
            <a:ext cx="304800" cy="323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97" name="lane-0-terminal-text">
            <a:extLst xmlns:a="http://schemas.openxmlformats.org/drawingml/2006/main">
              <a:ext uri="{FF2B5EF4-FFF2-40B4-BE49-F238E27FC236}">
                <a16:creationId xmlns:a16="http://schemas.microsoft.com/office/drawing/2014/main" id="{D028B365-50E7-4977-89DD-306A9FC7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90825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&gt;_</a:t>
            </a:r>
          </a:p>
        </p:txBody>
      </p:sp>
      <p:sp>
        <p:nvSpPr>
          <p:cNvPr id="98" name="lane-1-head">
            <a:extLst xmlns:a="http://schemas.openxmlformats.org/drawingml/2006/main">
              <a:ext uri="{FF2B5EF4-FFF2-40B4-BE49-F238E27FC236}">
                <a16:creationId xmlns:a16="http://schemas.microsoft.com/office/drawing/2014/main" id="{86F0C4AB-42A1-43C7-9E28-279914D7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3578E5"/>
            </a:solidFill>
            <a:prstDash val="solid"/>
          </a:ln>
        </p:spPr>
      </p:sp>
      <p:sp>
        <p:nvSpPr>
          <p:cNvPr id="99" name="lane-1-body">
            <a:extLst xmlns:a="http://schemas.openxmlformats.org/drawingml/2006/main">
              <a:ext uri="{FF2B5EF4-FFF2-40B4-BE49-F238E27FC236}">
                <a16:creationId xmlns:a16="http://schemas.microsoft.com/office/drawing/2014/main" id="{BDDB057E-5FC2-4F68-B851-A11941FF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861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lane-1-code">
            <a:extLst xmlns:a="http://schemas.openxmlformats.org/drawingml/2006/main">
              <a:ext uri="{FF2B5EF4-FFF2-40B4-BE49-F238E27FC236}">
                <a16:creationId xmlns:a16="http://schemas.microsoft.com/office/drawing/2014/main" id="{1C0DE40A-D91A-4493-AB1D-38828B75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95650"/>
            <a:ext cx="20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F</a:t>
            </a:r>
          </a:p>
        </p:txBody>
      </p:sp>
      <p:sp>
        <p:nvSpPr>
          <p:cNvPr id="101" name="lane-1-arrow">
            <a:extLst xmlns:a="http://schemas.openxmlformats.org/drawingml/2006/main">
              <a:ext uri="{FF2B5EF4-FFF2-40B4-BE49-F238E27FC236}">
                <a16:creationId xmlns:a16="http://schemas.microsoft.com/office/drawing/2014/main" id="{C521AD52-6EDB-4BF2-8EEB-D8DEBB0D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86125"/>
            <a:ext cx="15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02" name="lane-1-terminal">
            <a:extLst xmlns:a="http://schemas.openxmlformats.org/drawingml/2006/main">
              <a:ext uri="{FF2B5EF4-FFF2-40B4-BE49-F238E27FC236}">
                <a16:creationId xmlns:a16="http://schemas.microsoft.com/office/drawing/2014/main" id="{200CFFAA-4D0A-4D6A-96E5-63AC768B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304800" cy="323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103" name="lane-1-terminal-text">
            <a:extLst xmlns:a="http://schemas.openxmlformats.org/drawingml/2006/main">
              <a:ext uri="{FF2B5EF4-FFF2-40B4-BE49-F238E27FC236}">
                <a16:creationId xmlns:a16="http://schemas.microsoft.com/office/drawing/2014/main" id="{80E4A0FB-02C6-4F09-8A6C-6241389B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86125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&gt;_</a:t>
            </a:r>
          </a:p>
        </p:txBody>
      </p:sp>
      <p:sp>
        <p:nvSpPr>
          <p:cNvPr id="104" name="lane-2-head">
            <a:extLst xmlns:a="http://schemas.openxmlformats.org/drawingml/2006/main">
              <a:ext uri="{FF2B5EF4-FFF2-40B4-BE49-F238E27FC236}">
                <a16:creationId xmlns:a16="http://schemas.microsoft.com/office/drawing/2014/main" id="{4B8A9C88-8638-48E8-9112-74741055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52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D"/>
          </a:solidFill>
          <a:ln xmlns:a="http://schemas.openxmlformats.org/drawingml/2006/main" w="19050">
            <a:solidFill>
              <a:srgbClr val="55BFE6"/>
            </a:solidFill>
            <a:prstDash val="solid"/>
          </a:ln>
        </p:spPr>
      </p:sp>
      <p:sp>
        <p:nvSpPr>
          <p:cNvPr id="105" name="lane-2-body">
            <a:extLst xmlns:a="http://schemas.openxmlformats.org/drawingml/2006/main">
              <a:ext uri="{FF2B5EF4-FFF2-40B4-BE49-F238E27FC236}">
                <a16:creationId xmlns:a16="http://schemas.microsoft.com/office/drawing/2014/main" id="{662CB362-E2E1-465C-A422-270576DF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814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lane-2-code">
            <a:extLst xmlns:a="http://schemas.openxmlformats.org/drawingml/2006/main">
              <a:ext uri="{FF2B5EF4-FFF2-40B4-BE49-F238E27FC236}">
                <a16:creationId xmlns:a16="http://schemas.microsoft.com/office/drawing/2014/main" id="{B2E15A7A-911B-4693-8489-A07B9A05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90950"/>
            <a:ext cx="20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BFE6"/>
                </a:solidFill>
                <a:latin typeface="Arial"/>
                <a:ea typeface="Arial"/>
                <a:cs typeface="Arial"/>
              </a:defRPr>
            </a:pPr>
            <a:r>
              <a:t>S</a:t>
            </a:r>
          </a:p>
        </p:txBody>
      </p:sp>
      <p:sp>
        <p:nvSpPr>
          <p:cNvPr id="107" name="lane-2-arrow">
            <a:extLst xmlns:a="http://schemas.openxmlformats.org/drawingml/2006/main">
              <a:ext uri="{FF2B5EF4-FFF2-40B4-BE49-F238E27FC236}">
                <a16:creationId xmlns:a16="http://schemas.microsoft.com/office/drawing/2014/main" id="{A334D290-0F81-4D16-8E5D-CEB5362D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81425"/>
            <a:ext cx="15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08" name="lane-2-terminal">
            <a:extLst xmlns:a="http://schemas.openxmlformats.org/drawingml/2006/main">
              <a:ext uri="{FF2B5EF4-FFF2-40B4-BE49-F238E27FC236}">
                <a16:creationId xmlns:a16="http://schemas.microsoft.com/office/drawing/2014/main" id="{F42B6339-85B6-41F9-9716-19FA8525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304800" cy="323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109" name="lane-2-terminal-text">
            <a:extLst xmlns:a="http://schemas.openxmlformats.org/drawingml/2006/main">
              <a:ext uri="{FF2B5EF4-FFF2-40B4-BE49-F238E27FC236}">
                <a16:creationId xmlns:a16="http://schemas.microsoft.com/office/drawing/2014/main" id="{F6781418-5FCF-4D13-8D73-17A122CC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81425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&gt;_</a:t>
            </a:r>
          </a:p>
        </p:txBody>
      </p:sp>
      <p:sp>
        <p:nvSpPr>
          <p:cNvPr id="110" name="stage-run-note">
            <a:extLst xmlns:a="http://schemas.openxmlformats.org/drawingml/2006/main">
              <a:ext uri="{FF2B5EF4-FFF2-40B4-BE49-F238E27FC236}">
                <a16:creationId xmlns:a16="http://schemas.microsoft.com/office/drawing/2014/main" id="{4DD5A504-DEB7-4B9D-ABF7-6D85FC48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95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independent run / condition</a:t>
            </a:r>
          </a:p>
        </p:txBody>
      </p:sp>
      <p:sp>
        <p:nvSpPr>
          <p:cNvPr id="111" name="decision-gate">
            <a:extLst xmlns:a="http://schemas.openxmlformats.org/drawingml/2006/main">
              <a:ext uri="{FF2B5EF4-FFF2-40B4-BE49-F238E27FC236}">
                <a16:creationId xmlns:a16="http://schemas.microsoft.com/office/drawing/2014/main" id="{15DEDAF0-80C1-48DF-92A6-2F1D3BED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86300"/>
            <a:ext cx="3238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9F8FD"/>
          </a:solidFill>
          <a:ln xmlns:a="http://schemas.openxmlformats.org/drawingml/2006/main" w="9525">
            <a:solidFill>
              <a:srgbClr val="55BFE6"/>
            </a:solidFill>
            <a:prstDash val="solid"/>
          </a:ln>
        </p:spPr>
      </p:sp>
      <p:sp>
        <p:nvSpPr>
          <p:cNvPr id="112" name="decision-gate-index">
            <a:extLst xmlns:a="http://schemas.openxmlformats.org/drawingml/2006/main">
              <a:ext uri="{FF2B5EF4-FFF2-40B4-BE49-F238E27FC236}">
                <a16:creationId xmlns:a16="http://schemas.microsoft.com/office/drawing/2014/main" id="{C17EF385-8894-4740-AA4B-876FC1E7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9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decision-gate-index-text">
            <a:extLst xmlns:a="http://schemas.openxmlformats.org/drawingml/2006/main">
              <a:ext uri="{FF2B5EF4-FFF2-40B4-BE49-F238E27FC236}">
                <a16:creationId xmlns:a16="http://schemas.microsoft.com/office/drawing/2014/main" id="{F5D5DF6F-C570-437E-A6FE-486F1AC0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14" name="decision-gate-check">
            <a:extLst xmlns:a="http://schemas.openxmlformats.org/drawingml/2006/main">
              <a:ext uri="{FF2B5EF4-FFF2-40B4-BE49-F238E27FC236}">
                <a16:creationId xmlns:a16="http://schemas.microsoft.com/office/drawing/2014/main" id="{95E92252-77B9-406A-9812-55DA94F9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9B63"/>
            </a:solidFill>
            <a:prstDash val="solid"/>
          </a:ln>
        </p:spPr>
      </p:sp>
      <p:sp>
        <p:nvSpPr>
          <p:cNvPr id="115" name="decision-gate-check-text">
            <a:extLst xmlns:a="http://schemas.openxmlformats.org/drawingml/2006/main">
              <a:ext uri="{FF2B5EF4-FFF2-40B4-BE49-F238E27FC236}">
                <a16:creationId xmlns:a16="http://schemas.microsoft.com/office/drawing/2014/main" id="{5323FCE7-3100-4DD5-B497-49BAE844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9B63"/>
                </a:solidFill>
                <a:latin typeface="Arial"/>
                <a:ea typeface="Arial"/>
                <a:cs typeface="Arial"/>
              </a:defRPr>
            </a:pPr>
            <a:r>
              <a:t>OK</a:t>
            </a:r>
          </a:p>
        </p:txBody>
      </p:sp>
      <p:sp>
        <p:nvSpPr>
          <p:cNvPr id="116" name="decision-gate-title">
            <a:extLst xmlns:a="http://schemas.openxmlformats.org/drawingml/2006/main">
              <a:ext uri="{FF2B5EF4-FFF2-40B4-BE49-F238E27FC236}">
                <a16:creationId xmlns:a16="http://schemas.microsoft.com/office/drawing/2014/main" id="{C9F613CA-194C-4B75-9DE7-060ECCC0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81550"/>
            <a:ext cx="2362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9B63"/>
                </a:solidFill>
                <a:latin typeface="Arial"/>
                <a:ea typeface="Arial"/>
                <a:cs typeface="Arial"/>
              </a:defRPr>
            </a:pPr>
            <a:r>
              <a:t>VERIFY</a:t>
            </a:r>
          </a:p>
        </p:txBody>
      </p:sp>
      <p:sp>
        <p:nvSpPr>
          <p:cNvPr id="117" name="decision-gate-subtitle">
            <a:extLst xmlns:a="http://schemas.openxmlformats.org/drawingml/2006/main">
              <a:ext uri="{FF2B5EF4-FFF2-40B4-BE49-F238E27FC236}">
                <a16:creationId xmlns:a16="http://schemas.microsoft.com/office/drawing/2014/main" id="{73AD7022-1065-41D1-8CDB-58B6E7DA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48250"/>
            <a:ext cx="2362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Held-out results + integrity</a:t>
            </a:r>
          </a:p>
        </p:txBody>
      </p:sp>
      <p:sp>
        <p:nvSpPr>
          <p:cNvPr id="118" name="decision-gate-note">
            <a:extLst xmlns:a="http://schemas.openxmlformats.org/drawingml/2006/main">
              <a:ext uri="{FF2B5EF4-FFF2-40B4-BE49-F238E27FC236}">
                <a16:creationId xmlns:a16="http://schemas.microsoft.com/office/drawing/2014/main" id="{863098C7-5D71-4E59-BD99-399FD865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95900"/>
            <a:ext cx="2362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against frozen acceptance criteria</a:t>
            </a:r>
          </a:p>
        </p:txBody>
      </p:sp>
      <p:sp>
        <p:nvSpPr>
          <p:cNvPr id="119" name="decision-kicker">
            <a:extLst xmlns:a="http://schemas.openxmlformats.org/drawingml/2006/main">
              <a:ext uri="{FF2B5EF4-FFF2-40B4-BE49-F238E27FC236}">
                <a16:creationId xmlns:a16="http://schemas.microsoft.com/office/drawing/2014/main" id="{8956960F-081A-4D2D-95BD-0C1D742F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668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DECISION</a:t>
            </a:r>
          </a:p>
        </p:txBody>
      </p:sp>
      <p:sp>
        <p:nvSpPr>
          <p:cNvPr id="120" name="decision-box">
            <a:extLst xmlns:a="http://schemas.openxmlformats.org/drawingml/2006/main">
              <a:ext uri="{FF2B5EF4-FFF2-40B4-BE49-F238E27FC236}">
                <a16:creationId xmlns:a16="http://schemas.microsoft.com/office/drawing/2014/main" id="{572DDC44-7017-4631-9310-9E0A3910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52600"/>
            <a:ext cx="18859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121" name="accept">
            <a:extLst xmlns:a="http://schemas.openxmlformats.org/drawingml/2006/main">
              <a:ext uri="{FF2B5EF4-FFF2-40B4-BE49-F238E27FC236}">
                <a16:creationId xmlns:a16="http://schemas.microsoft.com/office/drawing/2014/main" id="{8AE49F52-6389-40FF-8048-2D462252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62150"/>
            <a:ext cx="1543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239B63"/>
            </a:solidFill>
            <a:prstDash val="solid"/>
          </a:ln>
        </p:spPr>
      </p:sp>
      <p:sp>
        <p:nvSpPr>
          <p:cNvPr id="122" name="accept-label">
            <a:extLst xmlns:a="http://schemas.openxmlformats.org/drawingml/2006/main">
              <a:ext uri="{FF2B5EF4-FFF2-40B4-BE49-F238E27FC236}">
                <a16:creationId xmlns:a16="http://schemas.microsoft.com/office/drawing/2014/main" id="{9FF9B22C-77CF-4686-8B86-8A428848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38350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9B63"/>
                </a:solidFill>
                <a:latin typeface="Arial"/>
                <a:ea typeface="Arial"/>
                <a:cs typeface="Arial"/>
              </a:defRPr>
            </a:pPr>
            <a:r>
              <a:t>Accept</a:t>
            </a:r>
          </a:p>
        </p:txBody>
      </p:sp>
      <p:sp>
        <p:nvSpPr>
          <p:cNvPr id="123" name="reject">
            <a:extLst xmlns:a="http://schemas.openxmlformats.org/drawingml/2006/main">
              <a:ext uri="{FF2B5EF4-FFF2-40B4-BE49-F238E27FC236}">
                <a16:creationId xmlns:a16="http://schemas.microsoft.com/office/drawing/2014/main" id="{2BB2649C-7FD8-4287-8CF3-F8E40E3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76500"/>
            <a:ext cx="1543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85B62"/>
            </a:solidFill>
            <a:prstDash val="solid"/>
          </a:ln>
        </p:spPr>
      </p:sp>
      <p:sp>
        <p:nvSpPr>
          <p:cNvPr id="124" name="reject-label">
            <a:extLst xmlns:a="http://schemas.openxmlformats.org/drawingml/2006/main">
              <a:ext uri="{FF2B5EF4-FFF2-40B4-BE49-F238E27FC236}">
                <a16:creationId xmlns:a16="http://schemas.microsoft.com/office/drawing/2014/main" id="{7E866361-B5E1-4DDD-BE9A-224A6DAA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52700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5B62"/>
                </a:solidFill>
                <a:latin typeface="Arial"/>
                <a:ea typeface="Arial"/>
                <a:cs typeface="Arial"/>
              </a:defRPr>
            </a:pPr>
            <a:r>
              <a:t>Reject</a:t>
            </a:r>
          </a:p>
        </p:txBody>
      </p:sp>
      <p:sp>
        <p:nvSpPr>
          <p:cNvPr id="125" name="invalid">
            <a:extLst xmlns:a="http://schemas.openxmlformats.org/drawingml/2006/main">
              <a:ext uri="{FF2B5EF4-FFF2-40B4-BE49-F238E27FC236}">
                <a16:creationId xmlns:a16="http://schemas.microsoft.com/office/drawing/2014/main" id="{6FD8025E-1B77-4B77-90B5-C9584E11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990850"/>
            <a:ext cx="1543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126" name="invalid-label">
            <a:extLst xmlns:a="http://schemas.openxmlformats.org/drawingml/2006/main">
              <a:ext uri="{FF2B5EF4-FFF2-40B4-BE49-F238E27FC236}">
                <a16:creationId xmlns:a16="http://schemas.microsoft.com/office/drawing/2014/main" id="{4A100EC9-01A6-4CFB-BBB0-E49378BB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67050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Invalid</a:t>
            </a:r>
          </a:p>
        </p:txBody>
      </p:sp>
      <p:sp>
        <p:nvSpPr>
          <p:cNvPr id="127" name="evidence-kicker">
            <a:extLst xmlns:a="http://schemas.openxmlformats.org/drawingml/2006/main">
              <a:ext uri="{FF2B5EF4-FFF2-40B4-BE49-F238E27FC236}">
                <a16:creationId xmlns:a16="http://schemas.microsoft.com/office/drawing/2014/main" id="{9BB5C3F0-2217-4D5C-AA6C-E33D945C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8620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EVIDENCE</a:t>
            </a:r>
          </a:p>
        </p:txBody>
      </p:sp>
      <p:sp>
        <p:nvSpPr>
          <p:cNvPr id="12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0A19E0F5-C9D4-42C9-A17C-6E0CC604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25780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Auditable record</a:t>
            </a:r>
          </a:p>
        </p:txBody>
      </p:sp>
      <p:sp>
        <p:nvSpPr>
          <p:cNvPr id="129" name="evidence-fields">
            <a:extLst xmlns:a="http://schemas.openxmlformats.org/drawingml/2006/main">
              <a:ext uri="{FF2B5EF4-FFF2-40B4-BE49-F238E27FC236}">
                <a16:creationId xmlns:a16="http://schemas.microsoft.com/office/drawing/2014/main" id="{80E579FA-D781-426F-9348-1DBAF733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5435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source / config / results / rationale</a:t>
            </a:r>
          </a:p>
        </p:txBody>
      </p:sp>
      <p:sp>
        <p:nvSpPr>
          <p:cNvPr id="130" name="zone-left">
            <a:extLst xmlns:a="http://schemas.openxmlformats.org/drawingml/2006/main">
              <a:ext uri="{FF2B5EF4-FFF2-40B4-BE49-F238E27FC236}">
                <a16:creationId xmlns:a16="http://schemas.microsoft.com/office/drawing/2014/main" id="{BC7BE613-A533-4D38-ACBA-705308FA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Candidate construction</a:t>
            </a:r>
          </a:p>
        </p:txBody>
      </p:sp>
      <p:sp>
        <p:nvSpPr>
          <p:cNvPr id="131" name="zone-mid">
            <a:extLst xmlns:a="http://schemas.openxmlformats.org/drawingml/2006/main">
              <a:ext uri="{FF2B5EF4-FFF2-40B4-BE49-F238E27FC236}">
                <a16:creationId xmlns:a16="http://schemas.microsoft.com/office/drawing/2014/main" id="{D4CFF09A-7991-40E7-9DD3-7B1469E1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86500"/>
            <a:ext cx="350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Traceable validation</a:t>
            </a:r>
          </a:p>
        </p:txBody>
      </p:sp>
      <p:sp>
        <p:nvSpPr>
          <p:cNvPr id="132" name="zone-right">
            <a:extLst xmlns:a="http://schemas.openxmlformats.org/drawingml/2006/main">
              <a:ext uri="{FF2B5EF4-FFF2-40B4-BE49-F238E27FC236}">
                <a16:creationId xmlns:a16="http://schemas.microsoft.com/office/drawing/2014/main" id="{08781C6F-C784-4023-AEEC-99E9CACD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28650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Decision + evidence</a:t>
            </a:r>
          </a:p>
        </p:txBody>
      </p:sp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fa205c70d4e56"/>
          <a:stretch xmlns:a="http://schemas.openxmlformats.org/drawingml/2006/main"/>
        </p:blipFill>
        <p:spPr>
          <a:xfrm xmlns:a="http://schemas.openxmlformats.org/drawingml/2006/main">
            <a:off x="6470142" y="2305050"/>
            <a:ext cx="528066" cy="628650"/>
          </a:xfrm>
          <a:prstGeom xmlns:a="http://schemas.openxmlformats.org/drawingml/2006/main" prst="rect">
            <a:avLst/>
          </a:prstGeom>
        </p:spPr>
      </p:pic>
      <p:pic>
        <p:nvPicPr>
          <p:cNvPr id="2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4604696484f80"/>
          <a:stretch xmlns:a="http://schemas.openxmlformats.org/drawingml/2006/main"/>
        </p:blipFill>
        <p:spPr>
          <a:xfrm xmlns:a="http://schemas.openxmlformats.org/drawingml/2006/main">
            <a:off x="7530656" y="2305050"/>
            <a:ext cx="540639" cy="628650"/>
          </a:xfrm>
          <a:prstGeom xmlns:a="http://schemas.openxmlformats.org/drawingml/2006/main" prst="rect">
            <a:avLst/>
          </a:prstGeom>
        </p:spPr>
      </p:pic>
      <p:pic>
        <p:nvPicPr>
          <p:cNvPr id="2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9273a0ebc4457"/>
          <a:stretch xmlns:a="http://schemas.openxmlformats.org/drawingml/2006/main"/>
        </p:blipFill>
        <p:spPr>
          <a:xfrm xmlns:a="http://schemas.openxmlformats.org/drawingml/2006/main">
            <a:off x="10365867" y="4152900"/>
            <a:ext cx="851916" cy="990600"/>
          </a:xfrm>
          <a:prstGeom xmlns:a="http://schemas.openxmlformats.org/drawingml/2006/main" prst="rect">
            <a:avLst/>
          </a:prstGeom>
        </p:spPr>
      </p:pic>
      <p:cxnSp>
        <p:nvCxnSpPr>
          <p:cNvPr id="276" name="visible-package-freeze-route"/>
          <p:cNvCxnSpPr/>
          <p:nvPr/>
        </p:nvCxnSpPr>
        <p:spPr>
          <a:xfrm xmlns:a="http://schemas.openxmlformats.org/drawingml/2006/main">
            <a:off x="5219700" y="4552950"/>
            <a:ext cx="25622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dash"/>
          </a:ln>
        </p:spPr>
      </p:cxnSp>
      <p:sp>
        <p:nvSpPr>
          <p:cNvPr id="137" name="visible-package-freeze-head">
            <a:extLst xmlns:a="http://schemas.openxmlformats.org/drawingml/2006/main">
              <a:ext uri="{FF2B5EF4-FFF2-40B4-BE49-F238E27FC236}">
                <a16:creationId xmlns:a16="http://schemas.microsoft.com/office/drawing/2014/main" id="{E9D0C363-AB96-41D0-8A1B-E3F606B4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43865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solidFill>
              <a:srgbClr val="174A87"/>
            </a:solidFill>
            <a:prstDash val="solid"/>
          </a:ln>
        </p:spPr>
      </p:sp>
      <p:sp>
        <p:nvSpPr>
          <p:cNvPr id="138" name="visible-stage-arrow-1">
            <a:extLst xmlns:a="http://schemas.openxmlformats.org/drawingml/2006/main">
              <a:ext uri="{FF2B5EF4-FFF2-40B4-BE49-F238E27FC236}">
                <a16:creationId xmlns:a16="http://schemas.microsoft.com/office/drawing/2014/main" id="{35719DE1-7546-4935-AD67-948B5409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76600"/>
            <a:ext cx="762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solidFill>
              <a:srgbClr val="3578E5"/>
            </a:solidFill>
            <a:prstDash val="solid"/>
          </a:ln>
        </p:spPr>
      </p:sp>
      <p:sp>
        <p:nvSpPr>
          <p:cNvPr id="139" name="visible-stage-arrow-2">
            <a:extLst xmlns:a="http://schemas.openxmlformats.org/drawingml/2006/main">
              <a:ext uri="{FF2B5EF4-FFF2-40B4-BE49-F238E27FC236}">
                <a16:creationId xmlns:a16="http://schemas.microsoft.com/office/drawing/2014/main" id="{2E2DF943-1CD5-4CF1-A45F-F00C995F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276600"/>
            <a:ext cx="762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solidFill>
              <a:srgbClr val="3578E5"/>
            </a:solidFill>
            <a:prstDash val="solid"/>
          </a:ln>
        </p:spPr>
      </p:sp>
      <p:sp>
        <p:nvSpPr>
          <p:cNvPr id="140" name="run-to-verify-head">
            <a:extLst xmlns:a="http://schemas.openxmlformats.org/drawingml/2006/main">
              <a:ext uri="{FF2B5EF4-FFF2-40B4-BE49-F238E27FC236}">
                <a16:creationId xmlns:a16="http://schemas.microsoft.com/office/drawing/2014/main" id="{E7913A0B-F08C-4CB1-B3A4-26A8CD8A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38650"/>
            <a:ext cx="1143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5714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2026-07-23T09:46:23.0350000Z</dcterms:created>
  <dcterms:modified xsi:type="dcterms:W3CDTF">2026-07-23T09:46:23.0350000Z</dcterms:modified>
</coreProperties>
</file>
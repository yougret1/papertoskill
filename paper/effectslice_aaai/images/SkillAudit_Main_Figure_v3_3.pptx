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081da65d0c4630" /><Relationship Type="http://schemas.openxmlformats.org/officeDocument/2006/relationships/extended-properties" Target="/docProps/app.xml" Id="R8bed2a36f14b46db" /><Relationship Type="http://schemas.openxmlformats.org/officeDocument/2006/relationships/officeDocument" Target="/ppt/presentation.xml" Id="R356eb8f9b68048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8b3a69b5cf4451"/>
  </p:sldMasterIdLst>
  <p:notesMasterIdLst>
    <p:notesMasterId xmlns:r="http://schemas.openxmlformats.org/officeDocument/2006/relationships" r:id="Rd2e11fc41f714df4"/>
  </p:notesMasterIdLst>
  <p:sldIdLst>
    <p:sldId xmlns:r="http://schemas.openxmlformats.org/officeDocument/2006/relationships" id="256" r:id="Rea8670d6bafa4443"/>
    <p:sldId xmlns:r="http://schemas.openxmlformats.org/officeDocument/2006/relationships" id="257" r:id="R5b6cf7abd092451e"/>
    <p:sldId xmlns:r="http://schemas.openxmlformats.org/officeDocument/2006/relationships" id="258" r:id="R126275f6cacf4d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bbba80b1bc4bca" /><Relationship Type="http://schemas.openxmlformats.org/officeDocument/2006/relationships/slideMaster" Target="/ppt/slideMasters/slideMaster1.xml" Id="R858b3a69b5cf4451" /><Relationship Type="http://schemas.openxmlformats.org/officeDocument/2006/relationships/notesMaster" Target="/ppt/notesMasters/notesMaster1.xml" Id="Rd2e11fc41f714df4" /><Relationship Type="http://schemas.openxmlformats.org/officeDocument/2006/relationships/presProps" Target="/ppt/presProps.xml" Id="Rad4465ec2f334365" /><Relationship Type="http://schemas.openxmlformats.org/officeDocument/2006/relationships/viewProps" Target="/ppt/viewProps.xml" Id="R7ce105b22dd143dc" /><Relationship Type="http://schemas.openxmlformats.org/officeDocument/2006/relationships/tableStyles" Target="/ppt/tableStyles.xml" Id="Re17c5635a9734c90" /><Relationship Type="http://schemas.openxmlformats.org/officeDocument/2006/relationships/slide" Target="/ppt/slides/slide1.xml" Id="Rea8670d6bafa4443" /><Relationship Type="http://schemas.openxmlformats.org/officeDocument/2006/relationships/slide" Target="/ppt/slides/slide2.xml" Id="R5b6cf7abd092451e" /><Relationship Type="http://schemas.openxmlformats.org/officeDocument/2006/relationships/slide" Target="/ppt/slides/slide3.xml" Id="R126275f6cacf4d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2a5b395fdf42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538f607cb94787" /><Relationship Type="http://schemas.openxmlformats.org/officeDocument/2006/relationships/notesMaster" Target="/ppt/notesMasters/notesMaster1.xml" Id="R4efe9c4285ab46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adc39f57c4494d" /><Relationship Type="http://schemas.openxmlformats.org/officeDocument/2006/relationships/notesMaster" Target="/ppt/notesMasters/notesMaster1.xml" Id="R2a1db3bfec3244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971b0c78624cf1" /><Relationship Type="http://schemas.openxmlformats.org/officeDocument/2006/relationships/notesMaster" Target="/ppt/notesMasters/notesMaster1.xml" Id="Recb65875af7b49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e1820ad97c4b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885415efbf4c3a" /><Relationship Type="http://schemas.openxmlformats.org/officeDocument/2006/relationships/slideLayout" Target="/ppt/slideLayouts/slideLayout1.xml" Id="R9dece9765d184bb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ece9765d184b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4382bb17f43ce" /><Relationship Type="http://schemas.openxmlformats.org/officeDocument/2006/relationships/image" Target="/ppt/media/image.png" Id="R142a92acc0c74e17" /><Relationship Type="http://schemas.openxmlformats.org/officeDocument/2006/relationships/image" Target="/ppt/media/image2.png" Id="Rbc452cf550c64143" /><Relationship Type="http://schemas.openxmlformats.org/officeDocument/2006/relationships/image" Target="/ppt/media/image3.png" Id="R1ba775ab4b5a407b" /><Relationship Type="http://schemas.openxmlformats.org/officeDocument/2006/relationships/notesSlide" Target="/ppt/notesSlides/notesSlide1.xml" Id="Rfbf7519e22a84e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35a100ac44584" /><Relationship Type="http://schemas.openxmlformats.org/officeDocument/2006/relationships/image" Target="/ppt/media/image.png" Id="Rf9a3fb5956504300" /><Relationship Type="http://schemas.openxmlformats.org/officeDocument/2006/relationships/image" Target="/ppt/media/image2.png" Id="R0fa70ce16cff429e" /><Relationship Type="http://schemas.openxmlformats.org/officeDocument/2006/relationships/image" Target="/ppt/media/image3.png" Id="Raa09843d61c94e5a" /><Relationship Type="http://schemas.openxmlformats.org/officeDocument/2006/relationships/notesSlide" Target="/ppt/notesSlides/notesSlide2.xml" Id="Rc3a1821da65c4c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a3d34a5a04cfc" /><Relationship Type="http://schemas.openxmlformats.org/officeDocument/2006/relationships/notesSlide" Target="/ppt/notesSlides/notesSlide3.xml" Id="R049b5404d79a48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85" name="upstream-protocol-divider"/>
          <p:cNvCxnSpPr/>
          <p:nvPr/>
        </p:nvCxnSpPr>
        <p:spPr>
          <a:xfrm xmlns:a="http://schemas.openxmlformats.org/drawingml/2006/main">
            <a:off x="5448300" y="1028700"/>
            <a:ext cx="95" cy="5048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EB9C5"/>
            </a:solidFill>
            <a:prstDash val="dash"/>
          </a:ln>
        </p:spPr>
      </p:cxnSp>
      <p:cxnSp>
        <p:nvCxnSpPr>
          <p:cNvPr id="486" name="protocol-output-divider"/>
          <p:cNvCxnSpPr/>
          <p:nvPr/>
        </p:nvCxnSpPr>
        <p:spPr>
          <a:xfrm xmlns:a="http://schemas.openxmlformats.org/drawingml/2006/main">
            <a:off x="9734550" y="1028700"/>
            <a:ext cx="95" cy="5048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EB9C5"/>
            </a:solidFill>
            <a:prstDash val="dash"/>
          </a:ln>
        </p:spPr>
      </p:cxnSp>
      <p:cxnSp>
        <p:nvCxnSpPr>
          <p:cNvPr id="487" name="paper-to-full-line"/>
          <p:cNvCxnSpPr/>
          <p:nvPr/>
        </p:nvCxnSpPr>
        <p:spPr>
          <a:xfrm xmlns:a="http://schemas.openxmlformats.org/drawingml/2006/main">
            <a:off x="1257300" y="2743200"/>
            <a:ext cx="180975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578E5"/>
            </a:solidFill>
            <a:prstDash val="solid"/>
          </a:ln>
        </p:spPr>
      </p:cxnSp>
      <p:sp>
        <p:nvSpPr>
          <p:cNvPr id="4" name="paper-to-full-head">
            <a:extLst xmlns:a="http://schemas.openxmlformats.org/drawingml/2006/main">
              <a:ext uri="{FF2B5EF4-FFF2-40B4-BE49-F238E27FC236}">
                <a16:creationId xmlns:a16="http://schemas.microsoft.com/office/drawing/2014/main" id="{4D925E26-40F3-48AB-907C-EA220D5B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86050"/>
            <a:ext cx="952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solidFill>
              <a:srgbClr val="3578E5"/>
            </a:solidFill>
            <a:prstDash val="solid"/>
          </a:ln>
        </p:spPr>
      </p:sp>
      <p:cxnSp>
        <p:nvCxnSpPr>
          <p:cNvPr id="489" name="full-to-reducer-line"/>
          <p:cNvCxnSpPr/>
          <p:nvPr/>
        </p:nvCxnSpPr>
        <p:spPr>
          <a:xfrm xmlns:a="http://schemas.openxmlformats.org/drawingml/2006/main">
            <a:off x="2628900" y="2743200"/>
            <a:ext cx="276225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578E5"/>
            </a:solidFill>
            <a:prstDash val="solid"/>
          </a:ln>
        </p:spPr>
      </p:cxnSp>
      <p:sp>
        <p:nvSpPr>
          <p:cNvPr id="6" name="full-to-reducer-head">
            <a:extLst xmlns:a="http://schemas.openxmlformats.org/drawingml/2006/main">
              <a:ext uri="{FF2B5EF4-FFF2-40B4-BE49-F238E27FC236}">
                <a16:creationId xmlns:a16="http://schemas.microsoft.com/office/drawing/2014/main" id="{E398B4E9-7E5C-4AF0-A668-25687B2C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86050"/>
            <a:ext cx="952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solidFill>
              <a:srgbClr val="3578E5"/>
            </a:solidFill>
            <a:prstDash val="solid"/>
          </a:ln>
        </p:spPr>
      </p:sp>
      <p:cxnSp>
        <p:nvCxnSpPr>
          <p:cNvPr id="491" name="reducer-to-candidate-line"/>
          <p:cNvCxnSpPr/>
          <p:nvPr/>
        </p:nvCxnSpPr>
        <p:spPr>
          <a:xfrm xmlns:a="http://schemas.openxmlformats.org/drawingml/2006/main">
            <a:off x="3810000" y="2743200"/>
            <a:ext cx="123825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BFE6"/>
            </a:solidFill>
            <a:prstDash val="solid"/>
          </a:ln>
        </p:spPr>
      </p:cxnSp>
      <p:sp>
        <p:nvSpPr>
          <p:cNvPr id="8" name="reducer-to-candidate-head">
            <a:extLst xmlns:a="http://schemas.openxmlformats.org/drawingml/2006/main">
              <a:ext uri="{FF2B5EF4-FFF2-40B4-BE49-F238E27FC236}">
                <a16:creationId xmlns:a16="http://schemas.microsoft.com/office/drawing/2014/main" id="{8D4AEB81-FBD0-48F4-91D1-775134BE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86050"/>
            <a:ext cx="952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solidFill>
              <a:srgbClr val="55BFE6"/>
            </a:solidFill>
            <a:prstDash val="solid"/>
          </a:ln>
        </p:spPr>
      </p:sp>
      <p:cxnSp>
        <p:nvCxnSpPr>
          <p:cNvPr id="493" name="candidate-to-map-line"/>
          <p:cNvCxnSpPr/>
          <p:nvPr/>
        </p:nvCxnSpPr>
        <p:spPr>
          <a:xfrm xmlns:a="http://schemas.openxmlformats.org/drawingml/2006/main">
            <a:off x="5200650" y="2743200"/>
            <a:ext cx="238125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BFE6"/>
            </a:solidFill>
            <a:prstDash val="solid"/>
          </a:ln>
        </p:spPr>
      </p:cxnSp>
      <p:sp>
        <p:nvSpPr>
          <p:cNvPr id="10" name="candidate-to-map-head">
            <a:extLst xmlns:a="http://schemas.openxmlformats.org/drawingml/2006/main">
              <a:ext uri="{FF2B5EF4-FFF2-40B4-BE49-F238E27FC236}">
                <a16:creationId xmlns:a16="http://schemas.microsoft.com/office/drawing/2014/main" id="{F31386E7-6155-47DC-A714-B2EEDC2C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86050"/>
            <a:ext cx="952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solidFill>
              <a:srgbClr val="55BFE6"/>
            </a:solidFill>
            <a:prstDash val="solid"/>
          </a:ln>
        </p:spPr>
      </p:sp>
      <p:cxnSp>
        <p:nvCxnSpPr>
          <p:cNvPr id="495" name="map-to-freeze-line"/>
          <p:cNvCxnSpPr/>
          <p:nvPr/>
        </p:nvCxnSpPr>
        <p:spPr>
          <a:xfrm xmlns:a="http://schemas.openxmlformats.org/drawingml/2006/main">
            <a:off x="6553200" y="3238500"/>
            <a:ext cx="190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578E5"/>
            </a:solidFill>
            <a:prstDash val="solid"/>
          </a:ln>
        </p:spPr>
      </p:cxnSp>
      <p:sp>
        <p:nvSpPr>
          <p:cNvPr id="12" name="map-to-freeze-head">
            <a:extLst xmlns:a="http://schemas.openxmlformats.org/drawingml/2006/main">
              <a:ext uri="{FF2B5EF4-FFF2-40B4-BE49-F238E27FC236}">
                <a16:creationId xmlns:a16="http://schemas.microsoft.com/office/drawing/2014/main" id="{99C2C050-2FC6-44CB-9A8B-8D5E7EBA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81350"/>
            <a:ext cx="952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solidFill>
              <a:srgbClr val="3578E5"/>
            </a:solidFill>
            <a:prstDash val="solid"/>
          </a:ln>
        </p:spPr>
      </p:sp>
      <p:cxnSp>
        <p:nvCxnSpPr>
          <p:cNvPr id="497" name="freeze-to-run-line"/>
          <p:cNvCxnSpPr/>
          <p:nvPr/>
        </p:nvCxnSpPr>
        <p:spPr>
          <a:xfrm xmlns:a="http://schemas.openxmlformats.org/drawingml/2006/main">
            <a:off x="7562850" y="3238500"/>
            <a:ext cx="190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A87"/>
            </a:solidFill>
            <a:prstDash val="solid"/>
          </a:ln>
        </p:spPr>
      </p:cxnSp>
      <p:sp>
        <p:nvSpPr>
          <p:cNvPr id="14" name="freeze-to-run-head">
            <a:extLst xmlns:a="http://schemas.openxmlformats.org/drawingml/2006/main">
              <a:ext uri="{FF2B5EF4-FFF2-40B4-BE49-F238E27FC236}">
                <a16:creationId xmlns:a16="http://schemas.microsoft.com/office/drawing/2014/main" id="{01C01F91-332D-42FA-9F7E-8CCC30D1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81350"/>
            <a:ext cx="952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74A87"/>
          </a:solidFill>
          <a:ln xmlns:a="http://schemas.openxmlformats.org/drawingml/2006/main" w="0">
            <a:solidFill>
              <a:srgbClr val="174A87"/>
            </a:solidFill>
            <a:prstDash val="solid"/>
          </a:ln>
        </p:spPr>
      </p:sp>
      <p:cxnSp>
        <p:nvCxnSpPr>
          <p:cNvPr id="499" name="run-to-verify-line"/>
          <p:cNvCxnSpPr/>
          <p:nvPr/>
        </p:nvCxnSpPr>
        <p:spPr>
          <a:xfrm xmlns:a="http://schemas.openxmlformats.org/drawingml/2006/main">
            <a:off x="8705850" y="3238500"/>
            <a:ext cx="190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BFE6"/>
            </a:solidFill>
            <a:prstDash val="solid"/>
          </a:ln>
        </p:spPr>
      </p:cxnSp>
      <p:sp>
        <p:nvSpPr>
          <p:cNvPr id="16" name="run-to-verify-head">
            <a:extLst xmlns:a="http://schemas.openxmlformats.org/drawingml/2006/main">
              <a:ext uri="{FF2B5EF4-FFF2-40B4-BE49-F238E27FC236}">
                <a16:creationId xmlns:a16="http://schemas.microsoft.com/office/drawing/2014/main" id="{F6130BD6-0A21-4C6D-9411-1E485058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81350"/>
            <a:ext cx="952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solidFill>
              <a:srgbClr val="55BFE6"/>
            </a:solidFill>
            <a:prstDash val="solid"/>
          </a:ln>
        </p:spPr>
      </p:sp>
      <p:cxnSp>
        <p:nvCxnSpPr>
          <p:cNvPr id="501" name="verify-to-decision-a"/>
          <p:cNvCxnSpPr/>
          <p:nvPr/>
        </p:nvCxnSpPr>
        <p:spPr>
          <a:xfrm xmlns:a="http://schemas.openxmlformats.org/drawingml/2006/main">
            <a:off x="9582150" y="3143250"/>
            <a:ext cx="1905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12B"/>
            </a:solidFill>
            <a:prstDash val="solid"/>
          </a:ln>
        </p:spPr>
      </p:cxnSp>
      <p:cxnSp>
        <p:nvCxnSpPr>
          <p:cNvPr id="502" name="verify-to-decision-b"/>
          <p:cNvCxnSpPr/>
          <p:nvPr/>
        </p:nvCxnSpPr>
        <p:spPr>
          <a:xfrm xmlns:a="http://schemas.openxmlformats.org/drawingml/2006/main">
            <a:off x="9772650" y="1657350"/>
            <a:ext cx="95" cy="1485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12B"/>
            </a:solidFill>
            <a:prstDash val="solid"/>
          </a:ln>
        </p:spPr>
      </p:cxnSp>
      <p:cxnSp>
        <p:nvCxnSpPr>
          <p:cNvPr id="503" name="verify-to-decision-c-line"/>
          <p:cNvCxnSpPr/>
          <p:nvPr/>
        </p:nvCxnSpPr>
        <p:spPr>
          <a:xfrm xmlns:a="http://schemas.openxmlformats.org/drawingml/2006/main">
            <a:off x="9772650" y="1657350"/>
            <a:ext cx="28575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12B"/>
            </a:solidFill>
            <a:prstDash val="solid"/>
          </a:ln>
        </p:spPr>
      </p:cxnSp>
      <p:sp>
        <p:nvSpPr>
          <p:cNvPr id="20" name="verify-to-decision-c-head">
            <a:extLst xmlns:a="http://schemas.openxmlformats.org/drawingml/2006/main">
              <a:ext uri="{FF2B5EF4-FFF2-40B4-BE49-F238E27FC236}">
                <a16:creationId xmlns:a16="http://schemas.microsoft.com/office/drawing/2014/main" id="{DDBBDD12-7EB3-4618-A86B-A2807DF1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00200"/>
            <a:ext cx="952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cxnSp>
        <p:nvCxnSpPr>
          <p:cNvPr id="505" name="verify-to-evidence-a"/>
          <p:cNvCxnSpPr/>
          <p:nvPr/>
        </p:nvCxnSpPr>
        <p:spPr>
          <a:xfrm xmlns:a="http://schemas.openxmlformats.org/drawingml/2006/main">
            <a:off x="9582150" y="3981450"/>
            <a:ext cx="1143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4A87"/>
            </a:solidFill>
            <a:prstDash val="solid"/>
          </a:ln>
        </p:spPr>
      </p:cxnSp>
      <p:cxnSp>
        <p:nvCxnSpPr>
          <p:cNvPr id="506" name="verify-to-evidence-b"/>
          <p:cNvCxnSpPr/>
          <p:nvPr/>
        </p:nvCxnSpPr>
        <p:spPr>
          <a:xfrm xmlns:a="http://schemas.openxmlformats.org/drawingml/2006/main">
            <a:off x="9696450" y="3981450"/>
            <a:ext cx="95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4A87"/>
            </a:solidFill>
            <a:prstDash val="solid"/>
          </a:ln>
        </p:spPr>
      </p:cxnSp>
      <p:cxnSp>
        <p:nvCxnSpPr>
          <p:cNvPr id="507" name="verify-to-evidence-c-line"/>
          <p:cNvCxnSpPr/>
          <p:nvPr/>
        </p:nvCxnSpPr>
        <p:spPr>
          <a:xfrm xmlns:a="http://schemas.openxmlformats.org/drawingml/2006/main">
            <a:off x="9696450" y="5086350"/>
            <a:ext cx="476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4A87"/>
            </a:solidFill>
            <a:prstDash val="solid"/>
          </a:ln>
        </p:spPr>
      </p:cxnSp>
      <p:sp>
        <p:nvSpPr>
          <p:cNvPr id="24" name="verify-to-evidence-c-head">
            <a:extLst xmlns:a="http://schemas.openxmlformats.org/drawingml/2006/main">
              <a:ext uri="{FF2B5EF4-FFF2-40B4-BE49-F238E27FC236}">
                <a16:creationId xmlns:a16="http://schemas.microsoft.com/office/drawing/2014/main" id="{10F2AC67-4205-411A-8A55-6CFD1C67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029200"/>
            <a:ext cx="952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74A87"/>
          </a:solidFill>
          <a:ln xmlns:a="http://schemas.openxmlformats.org/drawingml/2006/main" w="0">
            <a:solidFill>
              <a:srgbClr val="174A87"/>
            </a:solidFill>
            <a:prstDash val="solid"/>
          </a:ln>
        </p:spPr>
      </p:sp>
      <p:cxnSp>
        <p:nvCxnSpPr>
          <p:cNvPr id="509" name="package-to-freeze-a"/>
          <p:cNvCxnSpPr/>
          <p:nvPr/>
        </p:nvCxnSpPr>
        <p:spPr>
          <a:xfrm xmlns:a="http://schemas.openxmlformats.org/drawingml/2006/main">
            <a:off x="5181600" y="4933950"/>
            <a:ext cx="1914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4A87"/>
            </a:solidFill>
            <a:prstDash val="dash"/>
          </a:ln>
        </p:spPr>
      </p:cxnSp>
      <p:cxnSp>
        <p:nvCxnSpPr>
          <p:cNvPr id="510" name="package-to-freeze-b-line"/>
          <p:cNvCxnSpPr/>
          <p:nvPr/>
        </p:nvCxnSpPr>
        <p:spPr>
          <a:xfrm xmlns:a="http://schemas.openxmlformats.org/drawingml/2006/main">
            <a:off x="7096125" y="4800600"/>
            <a:ext cx="95" cy="133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4A87"/>
            </a:solidFill>
            <a:prstDash val="dash"/>
          </a:ln>
        </p:spPr>
      </p:cxnSp>
      <p:sp>
        <p:nvSpPr>
          <p:cNvPr id="27" name="package-to-freeze-b-head">
            <a:extLst xmlns:a="http://schemas.openxmlformats.org/drawingml/2006/main">
              <a:ext uri="{FF2B5EF4-FFF2-40B4-BE49-F238E27FC236}">
                <a16:creationId xmlns:a16="http://schemas.microsoft.com/office/drawing/2014/main" id="{2AB9AFCE-C503-4675-A029-65B4FF7E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705350"/>
            <a:ext cx="1143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A87"/>
          </a:solidFill>
          <a:ln xmlns:a="http://schemas.openxmlformats.org/drawingml/2006/main" w="0">
            <a:solidFill>
              <a:srgbClr val="174A87"/>
            </a:solidFill>
            <a:prstDash val="solid"/>
          </a:ln>
        </p:spPr>
      </p:sp>
      <p:sp>
        <p:nvSpPr>
          <p:cNvPr id="28" name="title">
            <a:extLst xmlns:a="http://schemas.openxmlformats.org/drawingml/2006/main">
              <a:ext uri="{FF2B5EF4-FFF2-40B4-BE49-F238E27FC236}">
                <a16:creationId xmlns:a16="http://schemas.microsoft.com/office/drawing/2014/main" id="{E69479E8-38D6-4933-A6E9-BA318A29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247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SkillAudit</a:t>
            </a:r>
          </a:p>
        </p:txBody>
      </p:sp>
      <p:sp>
        <p:nvSpPr>
          <p:cNvPr id="29" name="subtitle">
            <a:extLst xmlns:a="http://schemas.openxmlformats.org/drawingml/2006/main">
              <a:ext uri="{FF2B5EF4-FFF2-40B4-BE49-F238E27FC236}">
                <a16:creationId xmlns:a16="http://schemas.microsoft.com/office/drawing/2014/main" id="{C8D2A2F4-67A3-4084-AE56-7783616F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3850"/>
            <a:ext cx="704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Traceable validation of simplified paper-derived agent skill specifications</a:t>
            </a:r>
          </a:p>
        </p:txBody>
      </p:sp>
      <p:cxnSp>
        <p:nvCxnSpPr>
          <p:cNvPr id="514" name="upstream-rule"/>
          <p:cNvCxnSpPr/>
          <p:nvPr/>
        </p:nvCxnSpPr>
        <p:spPr>
          <a:xfrm xmlns:a="http://schemas.openxmlformats.org/drawingml/2006/main">
            <a:off x="400050" y="1200150"/>
            <a:ext cx="48196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578E5"/>
            </a:solidFill>
            <a:prstDash val="solid"/>
          </a:ln>
        </p:spPr>
      </p:cxnSp>
      <p:cxnSp>
        <p:nvCxnSpPr>
          <p:cNvPr id="515" name="protocol-rule"/>
          <p:cNvCxnSpPr/>
          <p:nvPr/>
        </p:nvCxnSpPr>
        <p:spPr>
          <a:xfrm xmlns:a="http://schemas.openxmlformats.org/drawingml/2006/main">
            <a:off x="5600700" y="1200150"/>
            <a:ext cx="39814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578E5"/>
            </a:solidFill>
            <a:prstDash val="solid"/>
          </a:ln>
        </p:spPr>
      </p:cxnSp>
      <p:cxnSp>
        <p:nvCxnSpPr>
          <p:cNvPr id="516" name="outputs-rule"/>
          <p:cNvCxnSpPr/>
          <p:nvPr/>
        </p:nvCxnSpPr>
        <p:spPr>
          <a:xfrm xmlns:a="http://schemas.openxmlformats.org/drawingml/2006/main">
            <a:off x="9848850" y="1200150"/>
            <a:ext cx="18859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12B"/>
            </a:solidFill>
            <a:prstDash val="solid"/>
          </a:ln>
        </p:spPr>
      </p:cxnSp>
      <p:sp>
        <p:nvSpPr>
          <p:cNvPr id="33" name="upstream-zone-title">
            <a:extLst xmlns:a="http://schemas.openxmlformats.org/drawingml/2006/main">
              <a:ext uri="{FF2B5EF4-FFF2-40B4-BE49-F238E27FC236}">
                <a16:creationId xmlns:a16="http://schemas.microsoft.com/office/drawing/2014/main" id="{7750C558-0FEE-4D1C-913B-50CE6A1A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4819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578E5"/>
                </a:solidFill>
                <a:latin typeface="Arial"/>
                <a:ea typeface="Arial"/>
                <a:cs typeface="Arial"/>
              </a:defRPr>
            </a:pPr>
            <a:r>
              <a:t>UPSTREAM PREPARATION</a:t>
            </a:r>
          </a:p>
        </p:txBody>
      </p:sp>
      <p:sp>
        <p:nvSpPr>
          <p:cNvPr id="34" name="protocol-zone-title">
            <a:extLst xmlns:a="http://schemas.openxmlformats.org/drawingml/2006/main">
              <a:ext uri="{FF2B5EF4-FFF2-40B4-BE49-F238E27FC236}">
                <a16:creationId xmlns:a16="http://schemas.microsoft.com/office/drawing/2014/main" id="{BE6699CD-8BBD-46A2-AB1C-E18EA762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914400"/>
            <a:ext cx="3981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578E5"/>
                </a:solidFill>
                <a:latin typeface="Arial"/>
                <a:ea typeface="Arial"/>
                <a:cs typeface="Arial"/>
              </a:defRPr>
            </a:pPr>
            <a:r>
              <a:t>SKILLAUDIT PROTOCOL</a:t>
            </a:r>
          </a:p>
        </p:txBody>
      </p:sp>
      <p:sp>
        <p:nvSpPr>
          <p:cNvPr id="35" name="outputs-zone-title">
            <a:extLst xmlns:a="http://schemas.openxmlformats.org/drawingml/2006/main">
              <a:ext uri="{FF2B5EF4-FFF2-40B4-BE49-F238E27FC236}">
                <a16:creationId xmlns:a16="http://schemas.microsoft.com/office/drawing/2014/main" id="{0DC6C48D-291C-444E-8BDA-325EF9F2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14400"/>
            <a:ext cx="1885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OUTPUTS</a:t>
            </a:r>
          </a:p>
        </p:txBody>
      </p:sp>
      <p:sp>
        <p:nvSpPr>
          <p:cNvPr id="36" name="source-kicker">
            <a:extLst xmlns:a="http://schemas.openxmlformats.org/drawingml/2006/main">
              <a:ext uri="{FF2B5EF4-FFF2-40B4-BE49-F238E27FC236}">
                <a16:creationId xmlns:a16="http://schemas.microsoft.com/office/drawing/2014/main" id="{BC66F9C4-FE0B-4F2C-AD28-E2688573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85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3578E5"/>
                </a:solidFill>
                <a:latin typeface="Arial"/>
                <a:ea typeface="Arial"/>
                <a:cs typeface="Arial"/>
              </a:defRPr>
            </a:pPr>
            <a:r>
              <a:t>SOURCE</a:t>
            </a:r>
          </a:p>
        </p:txBody>
      </p:sp>
      <p:sp>
        <p:nvSpPr>
          <p:cNvPr id="37" name="paper-shadow">
            <a:extLst xmlns:a="http://schemas.openxmlformats.org/drawingml/2006/main">
              <a:ext uri="{FF2B5EF4-FFF2-40B4-BE49-F238E27FC236}">
                <a16:creationId xmlns:a16="http://schemas.microsoft.com/office/drawing/2014/main" id="{BA17E2D7-B255-40C0-850B-9FC42BEF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762125"/>
            <a:ext cx="685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5"/>
            </a:solidFill>
            <a:prstDash val="solid"/>
          </a:ln>
        </p:spPr>
      </p:sp>
      <p:sp>
        <p:nvSpPr>
          <p:cNvPr id="38" name="paper-page">
            <a:extLst xmlns:a="http://schemas.openxmlformats.org/drawingml/2006/main">
              <a:ext uri="{FF2B5EF4-FFF2-40B4-BE49-F238E27FC236}">
                <a16:creationId xmlns:a16="http://schemas.microsoft.com/office/drawing/2014/main" id="{BE7A3AC2-182F-404C-894F-19E129F6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28800"/>
            <a:ext cx="685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12B"/>
            </a:solidFill>
            <a:prstDash val="solid"/>
          </a:ln>
        </p:spPr>
      </p:sp>
      <p:sp>
        <p:nvSpPr>
          <p:cNvPr id="39" name="paper-bar-0">
            <a:extLst xmlns:a="http://schemas.openxmlformats.org/drawingml/2006/main">
              <a:ext uri="{FF2B5EF4-FFF2-40B4-BE49-F238E27FC236}">
                <a16:creationId xmlns:a16="http://schemas.microsoft.com/office/drawing/2014/main" id="{B989D04F-280A-4904-93AA-8DE0D6CF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019300"/>
            <a:ext cx="45262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aper-bar-1">
            <a:extLst xmlns:a="http://schemas.openxmlformats.org/drawingml/2006/main">
              <a:ext uri="{FF2B5EF4-FFF2-40B4-BE49-F238E27FC236}">
                <a16:creationId xmlns:a16="http://schemas.microsoft.com/office/drawing/2014/main" id="{6BD298A2-35C1-44E7-AD6A-004CA1DB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162175"/>
            <a:ext cx="45262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aper-bar-2">
            <a:extLst xmlns:a="http://schemas.openxmlformats.org/drawingml/2006/main">
              <a:ext uri="{FF2B5EF4-FFF2-40B4-BE49-F238E27FC236}">
                <a16:creationId xmlns:a16="http://schemas.microsoft.com/office/drawing/2014/main" id="{7BAD0C13-3073-4D90-B966-FDD229DB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305050"/>
            <a:ext cx="45262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per-bar-3">
            <a:extLst xmlns:a="http://schemas.openxmlformats.org/drawingml/2006/main">
              <a:ext uri="{FF2B5EF4-FFF2-40B4-BE49-F238E27FC236}">
                <a16:creationId xmlns:a16="http://schemas.microsoft.com/office/drawing/2014/main" id="{017A557A-271D-48C2-908D-C58E2183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447925"/>
            <a:ext cx="31546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per-label">
            <a:extLst xmlns:a="http://schemas.openxmlformats.org/drawingml/2006/main">
              <a:ext uri="{FF2B5EF4-FFF2-40B4-BE49-F238E27FC236}">
                <a16:creationId xmlns:a16="http://schemas.microsoft.com/office/drawing/2014/main" id="{D370BD48-7EFB-4CD0-A2BA-68E0E253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57500"/>
            <a:ext cx="952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Research
paper</a:t>
            </a:r>
          </a:p>
        </p:txBody>
      </p:sp>
      <p:sp>
        <p:nvSpPr>
          <p:cNvPr id="44" name="paper-note">
            <a:extLst xmlns:a="http://schemas.openxmlformats.org/drawingml/2006/main">
              <a:ext uri="{FF2B5EF4-FFF2-40B4-BE49-F238E27FC236}">
                <a16:creationId xmlns:a16="http://schemas.microsoft.com/office/drawing/2014/main" id="{8727DE4B-5FA8-4AA5-B7CB-A98EDEDD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352800"/>
            <a:ext cx="990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source spans</a:t>
            </a:r>
          </a:p>
        </p:txBody>
      </p:sp>
      <p:sp>
        <p:nvSpPr>
          <p:cNvPr id="45" name="full-kicker">
            <a:extLst xmlns:a="http://schemas.openxmlformats.org/drawingml/2006/main">
              <a:ext uri="{FF2B5EF4-FFF2-40B4-BE49-F238E27FC236}">
                <a16:creationId xmlns:a16="http://schemas.microsoft.com/office/drawing/2014/main" id="{09B4B785-3093-4B11-AD8C-26E98FFC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66850"/>
            <a:ext cx="1104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3578E5"/>
                </a:solidFill>
                <a:latin typeface="Arial"/>
                <a:ea typeface="Arial"/>
                <a:cs typeface="Arial"/>
              </a:defRPr>
            </a:pPr>
            <a:r>
              <a:t>FULL</a:t>
            </a:r>
          </a:p>
        </p:txBody>
      </p:sp>
      <p:sp>
        <p:nvSpPr>
          <p:cNvPr id="46" name="full-shadow">
            <a:extLst xmlns:a="http://schemas.openxmlformats.org/drawingml/2006/main">
              <a:ext uri="{FF2B5EF4-FFF2-40B4-BE49-F238E27FC236}">
                <a16:creationId xmlns:a16="http://schemas.microsoft.com/office/drawing/2014/main" id="{E7E5717B-42BD-489E-9C7F-8A198AF1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724025"/>
            <a:ext cx="800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5"/>
            </a:solidFill>
            <a:prstDash val="solid"/>
          </a:ln>
        </p:spPr>
      </p:sp>
      <p:sp>
        <p:nvSpPr>
          <p:cNvPr id="47" name="full-page">
            <a:extLst xmlns:a="http://schemas.openxmlformats.org/drawingml/2006/main">
              <a:ext uri="{FF2B5EF4-FFF2-40B4-BE49-F238E27FC236}">
                <a16:creationId xmlns:a16="http://schemas.microsoft.com/office/drawing/2014/main" id="{D4F2BE19-D6D5-4A53-BA4E-F9BD4F68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790700"/>
            <a:ext cx="800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3578E5"/>
            </a:solidFill>
            <a:prstDash val="solid"/>
          </a:ln>
        </p:spPr>
      </p:sp>
      <p:sp>
        <p:nvSpPr>
          <p:cNvPr id="48" name="full-bar-0">
            <a:extLst xmlns:a="http://schemas.openxmlformats.org/drawingml/2006/main">
              <a:ext uri="{FF2B5EF4-FFF2-40B4-BE49-F238E27FC236}">
                <a16:creationId xmlns:a16="http://schemas.microsoft.com/office/drawing/2014/main" id="{D7FDB0EE-C3FC-45D0-B522-5F423B10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981200"/>
            <a:ext cx="52806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full-bar-1">
            <a:extLst xmlns:a="http://schemas.openxmlformats.org/drawingml/2006/main">
              <a:ext uri="{FF2B5EF4-FFF2-40B4-BE49-F238E27FC236}">
                <a16:creationId xmlns:a16="http://schemas.microsoft.com/office/drawing/2014/main" id="{D672A392-A01F-44A2-BA34-A9A15865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124075"/>
            <a:ext cx="52806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full-bar-2">
            <a:extLst xmlns:a="http://schemas.openxmlformats.org/drawingml/2006/main">
              <a:ext uri="{FF2B5EF4-FFF2-40B4-BE49-F238E27FC236}">
                <a16:creationId xmlns:a16="http://schemas.microsoft.com/office/drawing/2014/main" id="{1715688A-C80D-441C-9388-FC083824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266950"/>
            <a:ext cx="52806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ull-bar-3">
            <a:extLst xmlns:a="http://schemas.openxmlformats.org/drawingml/2006/main">
              <a:ext uri="{FF2B5EF4-FFF2-40B4-BE49-F238E27FC236}">
                <a16:creationId xmlns:a16="http://schemas.microsoft.com/office/drawing/2014/main" id="{3D2ED43D-E514-4486-87DD-A5D96A78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409825"/>
            <a:ext cx="52806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full-bar-4">
            <a:extLst xmlns:a="http://schemas.openxmlformats.org/drawingml/2006/main">
              <a:ext uri="{FF2B5EF4-FFF2-40B4-BE49-F238E27FC236}">
                <a16:creationId xmlns:a16="http://schemas.microsoft.com/office/drawing/2014/main" id="{FE2317D7-07E5-4C2B-8353-5736A72B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552700"/>
            <a:ext cx="36804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full-label">
            <a:extLst xmlns:a="http://schemas.openxmlformats.org/drawingml/2006/main">
              <a:ext uri="{FF2B5EF4-FFF2-40B4-BE49-F238E27FC236}">
                <a16:creationId xmlns:a16="http://schemas.microsoft.com/office/drawing/2014/main" id="{5A015999-56FB-4022-B46D-8077A735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95600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Full spec.  F</a:t>
            </a:r>
          </a:p>
        </p:txBody>
      </p:sp>
      <p:cxnSp>
        <p:nvCxnSpPr>
          <p:cNvPr id="538" name="full-atoms-edge-a"/>
          <p:cNvCxnSpPr/>
          <p:nvPr/>
        </p:nvCxnSpPr>
        <p:spPr>
          <a:xfrm xmlns:a="http://schemas.openxmlformats.org/drawingml/2006/main">
            <a:off x="1638300" y="3409950"/>
            <a:ext cx="2476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B9C5"/>
            </a:solidFill>
            <a:prstDash val="solid"/>
          </a:ln>
        </p:spPr>
      </p:cxnSp>
      <p:cxnSp>
        <p:nvCxnSpPr>
          <p:cNvPr id="539" name="full-atoms-edge-b"/>
          <p:cNvCxnSpPr/>
          <p:nvPr/>
        </p:nvCxnSpPr>
        <p:spPr>
          <a:xfrm xmlns:a="http://schemas.openxmlformats.org/drawingml/2006/main">
            <a:off x="2209800" y="3409950"/>
            <a:ext cx="2476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B9C5"/>
            </a:solidFill>
            <a:prstDash val="solid"/>
          </a:ln>
        </p:spPr>
      </p:cxnSp>
      <p:sp>
        <p:nvSpPr>
          <p:cNvPr id="56" name="full-atoms-a">
            <a:extLst xmlns:a="http://schemas.openxmlformats.org/drawingml/2006/main">
              <a:ext uri="{FF2B5EF4-FFF2-40B4-BE49-F238E27FC236}">
                <a16:creationId xmlns:a16="http://schemas.microsoft.com/office/drawing/2014/main" id="{13BF1FE7-1E8C-4C87-A777-EE626EC8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full-atoms-b">
            <a:extLst xmlns:a="http://schemas.openxmlformats.org/drawingml/2006/main">
              <a:ext uri="{FF2B5EF4-FFF2-40B4-BE49-F238E27FC236}">
                <a16:creationId xmlns:a16="http://schemas.microsoft.com/office/drawing/2014/main" id="{59DC6C2A-C54A-42C4-8FB6-834FF904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14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full-atoms-b-label">
            <a:extLst xmlns:a="http://schemas.openxmlformats.org/drawingml/2006/main">
              <a:ext uri="{FF2B5EF4-FFF2-40B4-BE49-F238E27FC236}">
                <a16:creationId xmlns:a16="http://schemas.microsoft.com/office/drawing/2014/main" id="{F74BBC2E-AFBC-4FED-9DFE-41058D4A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14700"/>
            <a:ext cx="19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D85B62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59" name="full-atoms-ellipsis">
            <a:extLst xmlns:a="http://schemas.openxmlformats.org/drawingml/2006/main">
              <a:ext uri="{FF2B5EF4-FFF2-40B4-BE49-F238E27FC236}">
                <a16:creationId xmlns:a16="http://schemas.microsoft.com/office/drawing/2014/main" id="{6AB87CE2-1FEB-4F37-A9FA-751F78DF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95650"/>
            <a:ext cx="209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...</a:t>
            </a:r>
          </a:p>
        </p:txBody>
      </p:sp>
      <p:sp>
        <p:nvSpPr>
          <p:cNvPr id="60" name="full-atoms-c">
            <a:extLst xmlns:a="http://schemas.openxmlformats.org/drawingml/2006/main">
              <a:ext uri="{FF2B5EF4-FFF2-40B4-BE49-F238E27FC236}">
                <a16:creationId xmlns:a16="http://schemas.microsoft.com/office/drawing/2014/main" id="{C3F490DD-3493-4CAB-8050-F8FEB47C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14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full-atoms-label">
            <a:extLst xmlns:a="http://schemas.openxmlformats.org/drawingml/2006/main">
              <a:ext uri="{FF2B5EF4-FFF2-40B4-BE49-F238E27FC236}">
                <a16:creationId xmlns:a16="http://schemas.microsoft.com/office/drawing/2014/main" id="{1873FF37-4CC0-49FB-9B80-F22E94A5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81400"/>
            <a:ext cx="129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procedural atoms</a:t>
            </a:r>
          </a:p>
        </p:txBody>
      </p:sp>
      <p:sp>
        <p:nvSpPr>
          <p:cNvPr id="62" name="reducer">
            <a:extLst xmlns:a="http://schemas.openxmlformats.org/drawingml/2006/main">
              <a:ext uri="{FF2B5EF4-FFF2-40B4-BE49-F238E27FC236}">
                <a16:creationId xmlns:a16="http://schemas.microsoft.com/office/drawing/2014/main" id="{A4BA0639-17AD-4654-8900-44F319FC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90750"/>
            <a:ext cx="819150" cy="11239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AEB9C5"/>
            </a:solidFill>
            <a:prstDash val="solid"/>
          </a:ln>
        </p:spPr>
      </p:sp>
      <p:sp>
        <p:nvSpPr>
          <p:cNvPr id="63" name="reducer-core">
            <a:extLst xmlns:a="http://schemas.openxmlformats.org/drawingml/2006/main">
              <a:ext uri="{FF2B5EF4-FFF2-40B4-BE49-F238E27FC236}">
                <a16:creationId xmlns:a16="http://schemas.microsoft.com/office/drawing/2014/main" id="{84A00463-AFAA-4CB2-92E9-B8C4DB4A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336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12B"/>
            </a:solidFill>
            <a:prstDash val="solid"/>
          </a:ln>
        </p:spPr>
      </p:sp>
      <p:sp>
        <p:nvSpPr>
          <p:cNvPr id="64" name="reducer-minus">
            <a:extLst xmlns:a="http://schemas.openxmlformats.org/drawingml/2006/main">
              <a:ext uri="{FF2B5EF4-FFF2-40B4-BE49-F238E27FC236}">
                <a16:creationId xmlns:a16="http://schemas.microsoft.com/office/drawing/2014/main" id="{13CE9F0D-895B-4B9A-8EBF-C35EF2B2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0505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-</a:t>
            </a:r>
          </a:p>
        </p:txBody>
      </p:sp>
      <p:sp>
        <p:nvSpPr>
          <p:cNvPr id="65" name="reducer-label">
            <a:extLst xmlns:a="http://schemas.openxmlformats.org/drawingml/2006/main">
              <a:ext uri="{FF2B5EF4-FFF2-40B4-BE49-F238E27FC236}">
                <a16:creationId xmlns:a16="http://schemas.microsoft.com/office/drawing/2014/main" id="{40B13099-9C96-48D2-9D15-3CF8D1A2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762250"/>
            <a:ext cx="685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Simplification
method</a:t>
            </a:r>
          </a:p>
        </p:txBody>
      </p:sp>
      <p:sp>
        <p:nvSpPr>
          <p:cNvPr id="66" name="reducer-note">
            <a:extLst xmlns:a="http://schemas.openxmlformats.org/drawingml/2006/main">
              <a:ext uri="{FF2B5EF4-FFF2-40B4-BE49-F238E27FC236}">
                <a16:creationId xmlns:a16="http://schemas.microsoft.com/office/drawing/2014/main" id="{1A1B4F16-8F56-4BC6-8EDC-BF5E455C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48050"/>
            <a:ext cx="131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delete / merge / rewrite</a:t>
            </a:r>
          </a:p>
        </p:txBody>
      </p:sp>
      <p:sp>
        <p:nvSpPr>
          <p:cNvPr id="67" name="candidate-kicker">
            <a:extLst xmlns:a="http://schemas.openxmlformats.org/drawingml/2006/main">
              <a:ext uri="{FF2B5EF4-FFF2-40B4-BE49-F238E27FC236}">
                <a16:creationId xmlns:a16="http://schemas.microsoft.com/office/drawing/2014/main" id="{9059A154-BF1C-400F-9FE0-8915C8F0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466850"/>
            <a:ext cx="120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5BFE6"/>
                </a:solidFill>
                <a:latin typeface="Arial"/>
                <a:ea typeface="Arial"/>
                <a:cs typeface="Arial"/>
              </a:defRPr>
            </a:pPr>
            <a:r>
              <a:t>CANDIDATE</a:t>
            </a:r>
          </a:p>
        </p:txBody>
      </p:sp>
      <p:sp>
        <p:nvSpPr>
          <p:cNvPr id="68" name="candidate-shadow">
            <a:extLst xmlns:a="http://schemas.openxmlformats.org/drawingml/2006/main">
              <a:ext uri="{FF2B5EF4-FFF2-40B4-BE49-F238E27FC236}">
                <a16:creationId xmlns:a16="http://schemas.microsoft.com/office/drawing/2014/main" id="{C10E3841-DE9F-4107-B072-37C7803B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724025"/>
            <a:ext cx="800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5"/>
            </a:solidFill>
            <a:prstDash val="solid"/>
          </a:ln>
        </p:spPr>
      </p:sp>
      <p:sp>
        <p:nvSpPr>
          <p:cNvPr id="69" name="candidate-page">
            <a:extLst xmlns:a="http://schemas.openxmlformats.org/drawingml/2006/main">
              <a:ext uri="{FF2B5EF4-FFF2-40B4-BE49-F238E27FC236}">
                <a16:creationId xmlns:a16="http://schemas.microsoft.com/office/drawing/2014/main" id="{614FB720-3DC1-49E7-B1D1-48033DA4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790700"/>
            <a:ext cx="800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8FD"/>
          </a:solidFill>
          <a:ln xmlns:a="http://schemas.openxmlformats.org/drawingml/2006/main" w="19050">
            <a:solidFill>
              <a:srgbClr val="55BFE6"/>
            </a:solidFill>
            <a:prstDash val="solid"/>
          </a:ln>
        </p:spPr>
      </p:sp>
      <p:sp>
        <p:nvSpPr>
          <p:cNvPr id="70" name="candidate-bar-0">
            <a:extLst xmlns:a="http://schemas.openxmlformats.org/drawingml/2006/main">
              <a:ext uri="{FF2B5EF4-FFF2-40B4-BE49-F238E27FC236}">
                <a16:creationId xmlns:a16="http://schemas.microsoft.com/office/drawing/2014/main" id="{7F23D648-0AAD-4717-8390-F2801CDE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981200"/>
            <a:ext cx="52806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candidate-bar-1">
            <a:extLst xmlns:a="http://schemas.openxmlformats.org/drawingml/2006/main">
              <a:ext uri="{FF2B5EF4-FFF2-40B4-BE49-F238E27FC236}">
                <a16:creationId xmlns:a16="http://schemas.microsoft.com/office/drawing/2014/main" id="{4773B805-DE45-42C5-B0A7-DCA86FF0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124075"/>
            <a:ext cx="52806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candidate-bar-2">
            <a:extLst xmlns:a="http://schemas.openxmlformats.org/drawingml/2006/main">
              <a:ext uri="{FF2B5EF4-FFF2-40B4-BE49-F238E27FC236}">
                <a16:creationId xmlns:a16="http://schemas.microsoft.com/office/drawing/2014/main" id="{02229EC5-6A42-4027-AAE6-164B0755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66950"/>
            <a:ext cx="36804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candidate-label">
            <a:extLst xmlns:a="http://schemas.openxmlformats.org/drawingml/2006/main">
              <a:ext uri="{FF2B5EF4-FFF2-40B4-BE49-F238E27FC236}">
                <a16:creationId xmlns:a16="http://schemas.microsoft.com/office/drawing/2014/main" id="{82E91F01-B9CA-45B8-BE39-728BF265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95600"/>
            <a:ext cx="1390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996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Candidate spec. S</a:t>
            </a:r>
          </a:p>
        </p:txBody>
      </p:sp>
      <p:cxnSp>
        <p:nvCxnSpPr>
          <p:cNvPr id="558" name="candidate-atoms-edge-a"/>
          <p:cNvCxnSpPr/>
          <p:nvPr/>
        </p:nvCxnSpPr>
        <p:spPr>
          <a:xfrm xmlns:a="http://schemas.openxmlformats.org/drawingml/2006/main">
            <a:off x="4076700" y="3409950"/>
            <a:ext cx="2476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B9C5"/>
            </a:solidFill>
            <a:prstDash val="solid"/>
          </a:ln>
        </p:spPr>
      </p:cxnSp>
      <p:cxnSp>
        <p:nvCxnSpPr>
          <p:cNvPr id="559" name="candidate-atoms-edge-b"/>
          <p:cNvCxnSpPr/>
          <p:nvPr/>
        </p:nvCxnSpPr>
        <p:spPr>
          <a:xfrm xmlns:a="http://schemas.openxmlformats.org/drawingml/2006/main">
            <a:off x="4648200" y="3409950"/>
            <a:ext cx="2476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B9C5"/>
            </a:solidFill>
            <a:prstDash val="solid"/>
          </a:ln>
        </p:spPr>
      </p:cxnSp>
      <p:sp>
        <p:nvSpPr>
          <p:cNvPr id="76" name="candidate-atoms-a">
            <a:extLst xmlns:a="http://schemas.openxmlformats.org/drawingml/2006/main">
              <a:ext uri="{FF2B5EF4-FFF2-40B4-BE49-F238E27FC236}">
                <a16:creationId xmlns:a16="http://schemas.microsoft.com/office/drawing/2014/main" id="{C7867DA9-153C-4778-BE4C-8A6E7796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14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candidate-atoms-b">
            <a:extLst xmlns:a="http://schemas.openxmlformats.org/drawingml/2006/main">
              <a:ext uri="{FF2B5EF4-FFF2-40B4-BE49-F238E27FC236}">
                <a16:creationId xmlns:a16="http://schemas.microsoft.com/office/drawing/2014/main" id="{AEEE996B-3D52-490B-B73E-264377CF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14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5B62"/>
            </a:solidFill>
            <a:prstDash val="solid"/>
          </a:ln>
        </p:spPr>
      </p:sp>
      <p:sp>
        <p:nvSpPr>
          <p:cNvPr id="78" name="candidate-atoms-b-label">
            <a:extLst xmlns:a="http://schemas.openxmlformats.org/drawingml/2006/main">
              <a:ext uri="{FF2B5EF4-FFF2-40B4-BE49-F238E27FC236}">
                <a16:creationId xmlns:a16="http://schemas.microsoft.com/office/drawing/2014/main" id="{3A041EF0-7D1A-42F7-AFF9-6E3B4286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14700"/>
            <a:ext cx="19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D85B62"/>
                </a:solidFill>
                <a:latin typeface="Arial"/>
                <a:ea typeface="Arial"/>
                <a:cs typeface="Arial"/>
              </a:defRPr>
            </a:pPr>
            <a:r>
              <a:t>x</a:t>
            </a:r>
          </a:p>
        </p:txBody>
      </p:sp>
      <p:sp>
        <p:nvSpPr>
          <p:cNvPr id="79" name="candidate-atoms-ellipsis">
            <a:extLst xmlns:a="http://schemas.openxmlformats.org/drawingml/2006/main">
              <a:ext uri="{FF2B5EF4-FFF2-40B4-BE49-F238E27FC236}">
                <a16:creationId xmlns:a16="http://schemas.microsoft.com/office/drawing/2014/main" id="{741E9F2D-A687-46D3-99EF-43E652AD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95650"/>
            <a:ext cx="209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...</a:t>
            </a:r>
          </a:p>
        </p:txBody>
      </p:sp>
      <p:sp>
        <p:nvSpPr>
          <p:cNvPr id="80" name="candidate-atoms-c">
            <a:extLst xmlns:a="http://schemas.openxmlformats.org/drawingml/2006/main">
              <a:ext uri="{FF2B5EF4-FFF2-40B4-BE49-F238E27FC236}">
                <a16:creationId xmlns:a16="http://schemas.microsoft.com/office/drawing/2014/main" id="{EF27D679-5A50-416A-A262-EA333FA6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14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candidate-note">
            <a:extLst xmlns:a="http://schemas.openxmlformats.org/drawingml/2006/main">
              <a:ext uri="{FF2B5EF4-FFF2-40B4-BE49-F238E27FC236}">
                <a16:creationId xmlns:a16="http://schemas.microsoft.com/office/drawing/2014/main" id="{4B6F011E-7427-4EB4-91D3-432F2D5F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81400"/>
            <a:ext cx="1390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fixed before evaluation</a:t>
            </a:r>
          </a:p>
        </p:txBody>
      </p:sp>
      <p:sp>
        <p:nvSpPr>
          <p:cNvPr id="82" name="upstream-boundary-note">
            <a:extLst xmlns:a="http://schemas.openxmlformats.org/drawingml/2006/main">
              <a:ext uri="{FF2B5EF4-FFF2-40B4-BE49-F238E27FC236}">
                <a16:creationId xmlns:a16="http://schemas.microsoft.com/office/drawing/2014/main" id="{9DBE179E-3837-43E5-96C4-EB6F6C40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9052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outside SkillAudit</a:t>
            </a:r>
          </a:p>
        </p:txBody>
      </p:sp>
      <p:sp>
        <p:nvSpPr>
          <p:cNvPr id="83" name="evaluation-package">
            <a:extLst xmlns:a="http://schemas.openxmlformats.org/drawingml/2006/main">
              <a:ext uri="{FF2B5EF4-FFF2-40B4-BE49-F238E27FC236}">
                <a16:creationId xmlns:a16="http://schemas.microsoft.com/office/drawing/2014/main" id="{E4B58597-6194-4CF7-981F-7A1CB9AF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62450"/>
            <a:ext cx="23241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84" name="evaluation-tab">
            <a:extLst xmlns:a="http://schemas.openxmlformats.org/drawingml/2006/main">
              <a:ext uri="{FF2B5EF4-FFF2-40B4-BE49-F238E27FC236}">
                <a16:creationId xmlns:a16="http://schemas.microsoft.com/office/drawing/2014/main" id="{C2E62307-551F-4C33-B596-A027FB64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67200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evaluation-title">
            <a:extLst xmlns:a="http://schemas.openxmlformats.org/drawingml/2006/main">
              <a:ext uri="{FF2B5EF4-FFF2-40B4-BE49-F238E27FC236}">
                <a16:creationId xmlns:a16="http://schemas.microsoft.com/office/drawing/2014/main" id="{8F4FD363-7810-4229-9E09-416278E9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33900"/>
            <a:ext cx="2019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EVALUATION PACKAGE  E</a:t>
            </a:r>
          </a:p>
        </p:txBody>
      </p:sp>
      <p:sp>
        <p:nvSpPr>
          <p:cNvPr id="86" name="evaluation-fields">
            <a:extLst xmlns:a="http://schemas.openxmlformats.org/drawingml/2006/main">
              <a:ext uri="{FF2B5EF4-FFF2-40B4-BE49-F238E27FC236}">
                <a16:creationId xmlns:a16="http://schemas.microsoft.com/office/drawing/2014/main" id="{04A41F58-EDF1-4ED9-98FB-FB8EAFB5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876800"/>
            <a:ext cx="20574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task + workspace + held-out tests
scorer + model + tools
budget + acceptance criteria</a:t>
            </a:r>
          </a:p>
        </p:txBody>
      </p:sp>
      <p:sp>
        <p:nvSpPr>
          <p:cNvPr id="87" name="protocol-shell">
            <a:extLst xmlns:a="http://schemas.openxmlformats.org/drawingml/2006/main">
              <a:ext uri="{FF2B5EF4-FFF2-40B4-BE49-F238E27FC236}">
                <a16:creationId xmlns:a16="http://schemas.microsoft.com/office/drawing/2014/main" id="{21B869B0-6D17-427E-B09E-F0B5A7D2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390650"/>
            <a:ext cx="4171950" cy="445770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19050">
            <a:solidFill>
              <a:srgbClr val="3578E5"/>
            </a:solidFill>
            <a:prstDash val="solid"/>
          </a:ln>
        </p:spPr>
      </p:sp>
      <p:sp>
        <p:nvSpPr>
          <p:cNvPr id="88" name="protocol-boundary-label">
            <a:extLst xmlns:a="http://schemas.openxmlformats.org/drawingml/2006/main">
              <a:ext uri="{FF2B5EF4-FFF2-40B4-BE49-F238E27FC236}">
                <a16:creationId xmlns:a16="http://schemas.microsoft.com/office/drawing/2014/main" id="{F1C5B9E1-3B74-48FC-AC68-48B830E2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504950"/>
            <a:ext cx="3829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4A87"/>
                </a:solidFill>
                <a:latin typeface="Arial"/>
                <a:ea typeface="Arial"/>
                <a:cs typeface="Arial"/>
              </a:defRPr>
            </a:pPr>
            <a:r>
              <a:t>prespecified, sealed validation boundary</a:t>
            </a:r>
          </a:p>
        </p:txBody>
      </p:sp>
      <p:sp>
        <p:nvSpPr>
          <p:cNvPr id="89" name="stage-map">
            <a:extLst xmlns:a="http://schemas.openxmlformats.org/drawingml/2006/main">
              <a:ext uri="{FF2B5EF4-FFF2-40B4-BE49-F238E27FC236}">
                <a16:creationId xmlns:a16="http://schemas.microsoft.com/office/drawing/2014/main" id="{607F7246-F8F8-4399-AE08-79CCAD95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43100"/>
            <a:ext cx="914400" cy="2857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578E5"/>
            </a:solidFill>
            <a:prstDash val="solid"/>
          </a:ln>
        </p:spPr>
      </p:sp>
      <p:sp>
        <p:nvSpPr>
          <p:cNvPr id="90" name="stage-freeze">
            <a:extLst xmlns:a="http://schemas.openxmlformats.org/drawingml/2006/main">
              <a:ext uri="{FF2B5EF4-FFF2-40B4-BE49-F238E27FC236}">
                <a16:creationId xmlns:a16="http://schemas.microsoft.com/office/drawing/2014/main" id="{83B5EBC5-3696-4944-8659-FFDC9139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43100"/>
            <a:ext cx="933450" cy="28575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4A87"/>
            </a:solidFill>
            <a:prstDash val="solid"/>
          </a:ln>
        </p:spPr>
      </p:sp>
      <p:sp>
        <p:nvSpPr>
          <p:cNvPr id="91" name="stage-run">
            <a:extLst xmlns:a="http://schemas.openxmlformats.org/drawingml/2006/main">
              <a:ext uri="{FF2B5EF4-FFF2-40B4-BE49-F238E27FC236}">
                <a16:creationId xmlns:a16="http://schemas.microsoft.com/office/drawing/2014/main" id="{6C181504-724B-46D2-A9FF-CC458BC4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43100"/>
            <a:ext cx="1066800" cy="2857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5BFE6"/>
            </a:solidFill>
            <a:prstDash val="solid"/>
          </a:ln>
        </p:spPr>
      </p:sp>
      <p:sp>
        <p:nvSpPr>
          <p:cNvPr id="92" name="stage-verify">
            <a:extLst xmlns:a="http://schemas.openxmlformats.org/drawingml/2006/main">
              <a:ext uri="{FF2B5EF4-FFF2-40B4-BE49-F238E27FC236}">
                <a16:creationId xmlns:a16="http://schemas.microsoft.com/office/drawing/2014/main" id="{79DE7573-AEFD-40E8-8A8C-D977E7B9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43100"/>
            <a:ext cx="800100" cy="28575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9B63"/>
            </a:solidFill>
            <a:prstDash val="solid"/>
          </a:ln>
        </p:spPr>
      </p:sp>
      <p:sp>
        <p:nvSpPr>
          <p:cNvPr id="93" name="stage-1-index">
            <a:extLst xmlns:a="http://schemas.openxmlformats.org/drawingml/2006/main">
              <a:ext uri="{FF2B5EF4-FFF2-40B4-BE49-F238E27FC236}">
                <a16:creationId xmlns:a16="http://schemas.microsoft.com/office/drawing/2014/main" id="{5567056A-7939-4A5F-8014-E6DCC8FA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193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stage-1-index-text">
            <a:extLst xmlns:a="http://schemas.openxmlformats.org/drawingml/2006/main">
              <a:ext uri="{FF2B5EF4-FFF2-40B4-BE49-F238E27FC236}">
                <a16:creationId xmlns:a16="http://schemas.microsoft.com/office/drawing/2014/main" id="{95E17319-7814-40B1-B30F-E7A18B40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19300"/>
            <a:ext cx="20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95" name="stage-2-index">
            <a:extLst xmlns:a="http://schemas.openxmlformats.org/drawingml/2006/main">
              <a:ext uri="{FF2B5EF4-FFF2-40B4-BE49-F238E27FC236}">
                <a16:creationId xmlns:a16="http://schemas.microsoft.com/office/drawing/2014/main" id="{F969B34C-F65B-4290-A99D-69077DC0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193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A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stage-2-index-text">
            <a:extLst xmlns:a="http://schemas.openxmlformats.org/drawingml/2006/main">
              <a:ext uri="{FF2B5EF4-FFF2-40B4-BE49-F238E27FC236}">
                <a16:creationId xmlns:a16="http://schemas.microsoft.com/office/drawing/2014/main" id="{29E4B40A-7A48-41D0-8C03-D409E596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19300"/>
            <a:ext cx="20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97" name="stage-3-index">
            <a:extLst xmlns:a="http://schemas.openxmlformats.org/drawingml/2006/main">
              <a:ext uri="{FF2B5EF4-FFF2-40B4-BE49-F238E27FC236}">
                <a16:creationId xmlns:a16="http://schemas.microsoft.com/office/drawing/2014/main" id="{87D03525-93F2-48CD-8B1C-D22421CA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193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stage-3-index-text">
            <a:extLst xmlns:a="http://schemas.openxmlformats.org/drawingml/2006/main">
              <a:ext uri="{FF2B5EF4-FFF2-40B4-BE49-F238E27FC236}">
                <a16:creationId xmlns:a16="http://schemas.microsoft.com/office/drawing/2014/main" id="{1003B742-E072-4429-B8AA-6C000592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19300"/>
            <a:ext cx="20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99" name="stage-4-index">
            <a:extLst xmlns:a="http://schemas.openxmlformats.org/drawingml/2006/main">
              <a:ext uri="{FF2B5EF4-FFF2-40B4-BE49-F238E27FC236}">
                <a16:creationId xmlns:a16="http://schemas.microsoft.com/office/drawing/2014/main" id="{BFA4B5E3-2830-443A-B0A3-FFAA8C98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193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9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stage-4-index-text">
            <a:extLst xmlns:a="http://schemas.openxmlformats.org/drawingml/2006/main">
              <a:ext uri="{FF2B5EF4-FFF2-40B4-BE49-F238E27FC236}">
                <a16:creationId xmlns:a16="http://schemas.microsoft.com/office/drawing/2014/main" id="{42CE6D84-AF86-4641-ABA7-876B9DE7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19300"/>
            <a:ext cx="20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101" name="stage-map-title">
            <a:extLst xmlns:a="http://schemas.openxmlformats.org/drawingml/2006/main">
              <a:ext uri="{FF2B5EF4-FFF2-40B4-BE49-F238E27FC236}">
                <a16:creationId xmlns:a16="http://schemas.microsoft.com/office/drawing/2014/main" id="{9AD07021-B380-4B79-A50E-08F18A65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57500"/>
            <a:ext cx="76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578E5"/>
                </a:solidFill>
                <a:latin typeface="Arial"/>
                <a:ea typeface="Arial"/>
                <a:cs typeface="Arial"/>
              </a:defRPr>
            </a:pPr>
            <a:r>
              <a:t>MAP</a:t>
            </a:r>
          </a:p>
        </p:txBody>
      </p:sp>
      <p:sp>
        <p:nvSpPr>
          <p:cNvPr id="102" name="stage-map-detail">
            <a:extLst xmlns:a="http://schemas.openxmlformats.org/drawingml/2006/main">
              <a:ext uri="{FF2B5EF4-FFF2-40B4-BE49-F238E27FC236}">
                <a16:creationId xmlns:a16="http://schemas.microsoft.com/office/drawing/2014/main" id="{99D6F60F-23F2-48CD-AF90-7DF0B95A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24200"/>
            <a:ext cx="762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source spans
procedural atoms
dependency DAG</a:t>
            </a:r>
          </a:p>
        </p:txBody>
      </p:sp>
      <p:sp>
        <p:nvSpPr>
          <p:cNvPr id="103" name="closure-check">
            <a:extLst xmlns:a="http://schemas.openxmlformats.org/drawingml/2006/main">
              <a:ext uri="{FF2B5EF4-FFF2-40B4-BE49-F238E27FC236}">
                <a16:creationId xmlns:a16="http://schemas.microsoft.com/office/drawing/2014/main" id="{69BA937D-A873-4029-99F5-FCE95155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00500"/>
            <a:ext cx="762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3578E5"/>
            </a:solidFill>
            <a:prstDash val="solid"/>
          </a:ln>
        </p:spPr>
      </p:sp>
      <p:sp>
        <p:nvSpPr>
          <p:cNvPr id="104" name="closure-check-title">
            <a:extLst xmlns:a="http://schemas.openxmlformats.org/drawingml/2006/main">
              <a:ext uri="{FF2B5EF4-FFF2-40B4-BE49-F238E27FC236}">
                <a16:creationId xmlns:a16="http://schemas.microsoft.com/office/drawing/2014/main" id="{9C0D759E-C6B5-4CE1-B4B3-BE2C5C73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057650"/>
            <a:ext cx="647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4A87"/>
                </a:solidFill>
                <a:latin typeface="Arial"/>
                <a:ea typeface="Arial"/>
                <a:cs typeface="Arial"/>
              </a:defRPr>
            </a:pPr>
            <a:r>
              <a:t>CHECK</a:t>
            </a:r>
          </a:p>
        </p:txBody>
      </p:sp>
      <p:sp>
        <p:nvSpPr>
          <p:cNvPr id="105" name="closure-check-note">
            <a:extLst xmlns:a="http://schemas.openxmlformats.org/drawingml/2006/main">
              <a:ext uri="{FF2B5EF4-FFF2-40B4-BE49-F238E27FC236}">
                <a16:creationId xmlns:a16="http://schemas.microsoft.com/office/drawing/2014/main" id="{EE2DF3F4-3881-40BF-8BE8-AD19E98B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248150"/>
            <a:ext cx="647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7738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74A87"/>
                </a:solidFill>
                <a:latin typeface="Arial"/>
                <a:ea typeface="Arial"/>
                <a:cs typeface="Arial"/>
              </a:defRPr>
            </a:pPr>
            <a:r>
              <a:t>provenance +
closure</a:t>
            </a:r>
          </a:p>
        </p:txBody>
      </p:sp>
      <p:sp>
        <p:nvSpPr>
          <p:cNvPr id="106" name="stage-freeze-title">
            <a:extLst xmlns:a="http://schemas.openxmlformats.org/drawingml/2006/main">
              <a:ext uri="{FF2B5EF4-FFF2-40B4-BE49-F238E27FC236}">
                <a16:creationId xmlns:a16="http://schemas.microsoft.com/office/drawing/2014/main" id="{CB8E3D35-CD69-4447-94C5-B7494907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781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4A87"/>
                </a:solidFill>
                <a:latin typeface="Arial"/>
                <a:ea typeface="Arial"/>
                <a:cs typeface="Arial"/>
              </a:defRPr>
            </a:pPr>
            <a:r>
              <a:t>FREEZE</a:t>
            </a:r>
          </a:p>
        </p:txBody>
      </p:sp>
      <p:sp>
        <p:nvSpPr>
          <p:cNvPr id="107" name="stage-freeze-detail">
            <a:extLst xmlns:a="http://schemas.openxmlformats.org/drawingml/2006/main">
              <a:ext uri="{FF2B5EF4-FFF2-40B4-BE49-F238E27FC236}">
                <a16:creationId xmlns:a16="http://schemas.microsoft.com/office/drawing/2014/main" id="{21C933E5-1412-4378-B339-BC3B6EEE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24200"/>
            <a:ext cx="7810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9787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F + S
Task + tests
Model + tools
Acceptance rule</a:t>
            </a:r>
          </a:p>
        </p:txBody>
      </p:sp>
      <p:sp>
        <p:nvSpPr>
          <p:cNvPr id="108" name="stage-freeze-note">
            <a:extLst xmlns:a="http://schemas.openxmlformats.org/drawingml/2006/main">
              <a:ext uri="{FF2B5EF4-FFF2-40B4-BE49-F238E27FC236}">
                <a16:creationId xmlns:a16="http://schemas.microsoft.com/office/drawing/2014/main" id="{3DF3F60D-529D-4512-BFA9-0BB33C9F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704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875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4A87"/>
                </a:solidFill>
                <a:latin typeface="Arial"/>
                <a:ea typeface="Arial"/>
                <a:cs typeface="Arial"/>
              </a:defRPr>
            </a:pPr>
            <a:r>
              <a:t>sealed before
testing</a:t>
            </a:r>
          </a:p>
        </p:txBody>
      </p:sp>
      <p:sp>
        <p:nvSpPr>
          <p:cNvPr id="109" name="stage-run-title">
            <a:extLst xmlns:a="http://schemas.openxmlformats.org/drawingml/2006/main">
              <a:ext uri="{FF2B5EF4-FFF2-40B4-BE49-F238E27FC236}">
                <a16:creationId xmlns:a16="http://schemas.microsoft.com/office/drawing/2014/main" id="{433AC95A-C48B-4A9E-8A10-06D3E56A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24100"/>
            <a:ext cx="914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5BFE6"/>
                </a:solidFill>
                <a:latin typeface="Arial"/>
                <a:ea typeface="Arial"/>
                <a:cs typeface="Arial"/>
              </a:defRPr>
            </a:pPr>
            <a:r>
              <a:t>RUN</a:t>
            </a:r>
          </a:p>
        </p:txBody>
      </p:sp>
      <p:sp>
        <p:nvSpPr>
          <p:cNvPr id="110" name="stage-run-subtitle">
            <a:extLst xmlns:a="http://schemas.openxmlformats.org/drawingml/2006/main">
              <a:ext uri="{FF2B5EF4-FFF2-40B4-BE49-F238E27FC236}">
                <a16:creationId xmlns:a16="http://schemas.microsoft.com/office/drawing/2014/main" id="{9D1E2E69-5778-4547-B8E5-04A49B15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52700"/>
            <a:ext cx="91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same task; independent runs</a:t>
            </a:r>
          </a:p>
        </p:txBody>
      </p:sp>
      <p:sp>
        <p:nvSpPr>
          <p:cNvPr id="111" name="lane-0">
            <a:extLst xmlns:a="http://schemas.openxmlformats.org/drawingml/2006/main">
              <a:ext uri="{FF2B5EF4-FFF2-40B4-BE49-F238E27FC236}">
                <a16:creationId xmlns:a16="http://schemas.microsoft.com/office/drawing/2014/main" id="{566485DF-AF6F-476B-A766-F2BF125A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14650"/>
            <a:ext cx="952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5"/>
            </a:solidFill>
            <a:prstDash val="solid"/>
          </a:ln>
        </p:spPr>
      </p:sp>
      <p:sp>
        <p:nvSpPr>
          <p:cNvPr id="112" name="lane-0-code-bg">
            <a:extLst xmlns:a="http://schemas.openxmlformats.org/drawingml/2006/main">
              <a:ext uri="{FF2B5EF4-FFF2-40B4-BE49-F238E27FC236}">
                <a16:creationId xmlns:a16="http://schemas.microsoft.com/office/drawing/2014/main" id="{7AD3BD80-25F0-4393-9B43-E727EB22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003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5"/>
            </a:solidFill>
            <a:prstDash val="solid"/>
          </a:ln>
        </p:spPr>
      </p:sp>
      <p:sp>
        <p:nvSpPr>
          <p:cNvPr id="113" name="lane-0-code">
            <a:extLst xmlns:a="http://schemas.openxmlformats.org/drawingml/2006/main">
              <a:ext uri="{FF2B5EF4-FFF2-40B4-BE49-F238E27FC236}">
                <a16:creationId xmlns:a16="http://schemas.microsoft.com/office/drawing/2014/main" id="{3965E5A3-09CA-4CBC-A53E-752A619A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00375"/>
            <a:ext cx="20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AEB9C5"/>
                </a:solidFill>
                <a:latin typeface="Arial"/>
                <a:ea typeface="Arial"/>
                <a:cs typeface="Arial"/>
              </a:defRPr>
            </a:pPr>
            <a:r>
              <a:t>B</a:t>
            </a:r>
          </a:p>
        </p:txBody>
      </p:sp>
      <p:sp>
        <p:nvSpPr>
          <p:cNvPr id="114" name="lane-0-label">
            <a:extLst xmlns:a="http://schemas.openxmlformats.org/drawingml/2006/main">
              <a:ext uri="{FF2B5EF4-FFF2-40B4-BE49-F238E27FC236}">
                <a16:creationId xmlns:a16="http://schemas.microsoft.com/office/drawing/2014/main" id="{60A559E2-E22C-4670-A809-2045F32A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52750"/>
            <a:ext cx="609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No spec.</a:t>
            </a:r>
          </a:p>
        </p:txBody>
      </p:sp>
      <p:sp>
        <p:nvSpPr>
          <p:cNvPr id="115" name="lane-1">
            <a:extLst xmlns:a="http://schemas.openxmlformats.org/drawingml/2006/main">
              <a:ext uri="{FF2B5EF4-FFF2-40B4-BE49-F238E27FC236}">
                <a16:creationId xmlns:a16="http://schemas.microsoft.com/office/drawing/2014/main" id="{110007E9-18DF-40C5-99FA-4322525F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90900"/>
            <a:ext cx="952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3578E5"/>
            </a:solidFill>
            <a:prstDash val="solid"/>
          </a:ln>
        </p:spPr>
      </p:sp>
      <p:sp>
        <p:nvSpPr>
          <p:cNvPr id="116" name="lane-1-code-bg">
            <a:extLst xmlns:a="http://schemas.openxmlformats.org/drawingml/2006/main">
              <a:ext uri="{FF2B5EF4-FFF2-40B4-BE49-F238E27FC236}">
                <a16:creationId xmlns:a16="http://schemas.microsoft.com/office/drawing/2014/main" id="{B46EDFE2-7609-4143-9AFE-1A31548E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76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578E5"/>
            </a:solidFill>
            <a:prstDash val="solid"/>
          </a:ln>
        </p:spPr>
      </p:sp>
      <p:sp>
        <p:nvSpPr>
          <p:cNvPr id="117" name="lane-1-code">
            <a:extLst xmlns:a="http://schemas.openxmlformats.org/drawingml/2006/main">
              <a:ext uri="{FF2B5EF4-FFF2-40B4-BE49-F238E27FC236}">
                <a16:creationId xmlns:a16="http://schemas.microsoft.com/office/drawing/2014/main" id="{5F861D30-83D6-42C7-9907-80E95B21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76625"/>
            <a:ext cx="20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578E5"/>
                </a:solidFill>
                <a:latin typeface="Arial"/>
                <a:ea typeface="Arial"/>
                <a:cs typeface="Arial"/>
              </a:defRPr>
            </a:pPr>
            <a:r>
              <a:t>F</a:t>
            </a:r>
          </a:p>
        </p:txBody>
      </p:sp>
      <p:sp>
        <p:nvSpPr>
          <p:cNvPr id="118" name="lane-1-label">
            <a:extLst xmlns:a="http://schemas.openxmlformats.org/drawingml/2006/main">
              <a:ext uri="{FF2B5EF4-FFF2-40B4-BE49-F238E27FC236}">
                <a16:creationId xmlns:a16="http://schemas.microsoft.com/office/drawing/2014/main" id="{C7851DBC-F90F-4749-975E-A5C35956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609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Full spec.</a:t>
            </a:r>
          </a:p>
        </p:txBody>
      </p:sp>
      <p:sp>
        <p:nvSpPr>
          <p:cNvPr id="119" name="lane-2">
            <a:extLst xmlns:a="http://schemas.openxmlformats.org/drawingml/2006/main">
              <a:ext uri="{FF2B5EF4-FFF2-40B4-BE49-F238E27FC236}">
                <a16:creationId xmlns:a16="http://schemas.microsoft.com/office/drawing/2014/main" id="{94D9F394-5B34-4E4D-8ECC-3A91F10F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67150"/>
            <a:ext cx="952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9F8FD"/>
          </a:solidFill>
          <a:ln xmlns:a="http://schemas.openxmlformats.org/drawingml/2006/main" w="9525">
            <a:solidFill>
              <a:srgbClr val="55BFE6"/>
            </a:solidFill>
            <a:prstDash val="solid"/>
          </a:ln>
        </p:spPr>
      </p:sp>
      <p:sp>
        <p:nvSpPr>
          <p:cNvPr id="120" name="lane-2-code-bg">
            <a:extLst xmlns:a="http://schemas.openxmlformats.org/drawingml/2006/main">
              <a:ext uri="{FF2B5EF4-FFF2-40B4-BE49-F238E27FC236}">
                <a16:creationId xmlns:a16="http://schemas.microsoft.com/office/drawing/2014/main" id="{B4F4EFC1-EF39-4CED-BC51-B365E74E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52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5BFE6"/>
            </a:solidFill>
            <a:prstDash val="solid"/>
          </a:ln>
        </p:spPr>
      </p:sp>
      <p:sp>
        <p:nvSpPr>
          <p:cNvPr id="121" name="lane-2-code">
            <a:extLst xmlns:a="http://schemas.openxmlformats.org/drawingml/2006/main">
              <a:ext uri="{FF2B5EF4-FFF2-40B4-BE49-F238E27FC236}">
                <a16:creationId xmlns:a16="http://schemas.microsoft.com/office/drawing/2014/main" id="{CC46D01B-6E19-4417-865E-A25ED001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52875"/>
            <a:ext cx="20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55BFE6"/>
                </a:solidFill>
                <a:latin typeface="Arial"/>
                <a:ea typeface="Arial"/>
                <a:cs typeface="Arial"/>
              </a:defRPr>
            </a:pPr>
            <a:r>
              <a:t>S</a:t>
            </a:r>
          </a:p>
        </p:txBody>
      </p:sp>
      <p:sp>
        <p:nvSpPr>
          <p:cNvPr id="122" name="lane-2-label">
            <a:extLst xmlns:a="http://schemas.openxmlformats.org/drawingml/2006/main">
              <a:ext uri="{FF2B5EF4-FFF2-40B4-BE49-F238E27FC236}">
                <a16:creationId xmlns:a16="http://schemas.microsoft.com/office/drawing/2014/main" id="{57C86589-7620-4569-89BD-5F9AC7F2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05250"/>
            <a:ext cx="609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Simplified spec.</a:t>
            </a:r>
          </a:p>
        </p:txBody>
      </p:sp>
      <p:sp>
        <p:nvSpPr>
          <p:cNvPr id="123" name="stage-run-note">
            <a:extLst xmlns:a="http://schemas.openxmlformats.org/drawingml/2006/main">
              <a:ext uri="{FF2B5EF4-FFF2-40B4-BE49-F238E27FC236}">
                <a16:creationId xmlns:a16="http://schemas.microsoft.com/office/drawing/2014/main" id="{450C28DD-6CD0-4C98-A396-BFDA9B4F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38650"/>
            <a:ext cx="914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7827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score + hard contract</a:t>
            </a:r>
          </a:p>
        </p:txBody>
      </p:sp>
      <p:sp>
        <p:nvSpPr>
          <p:cNvPr id="124" name="stage-verify-title">
            <a:extLst xmlns:a="http://schemas.openxmlformats.org/drawingml/2006/main">
              <a:ext uri="{FF2B5EF4-FFF2-40B4-BE49-F238E27FC236}">
                <a16:creationId xmlns:a16="http://schemas.microsoft.com/office/drawing/2014/main" id="{8D63A5FC-E59E-4A41-B926-9EAA4DAC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2410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39B63"/>
                </a:solidFill>
                <a:latin typeface="Arial"/>
                <a:ea typeface="Arial"/>
                <a:cs typeface="Arial"/>
              </a:defRPr>
            </a:pPr>
            <a:r>
              <a:t>VERIFY</a:t>
            </a:r>
          </a:p>
        </p:txBody>
      </p:sp>
      <p:sp>
        <p:nvSpPr>
          <p:cNvPr id="125" name="integrity-check-bg">
            <a:extLst xmlns:a="http://schemas.openxmlformats.org/drawingml/2006/main">
              <a:ext uri="{FF2B5EF4-FFF2-40B4-BE49-F238E27FC236}">
                <a16:creationId xmlns:a16="http://schemas.microsoft.com/office/drawing/2014/main" id="{B32F77F8-28C9-42B1-A010-7EFAE2A4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00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F1"/>
          </a:solidFill>
          <a:ln xmlns:a="http://schemas.openxmlformats.org/drawingml/2006/main" w="19050">
            <a:solidFill>
              <a:srgbClr val="239B63"/>
            </a:solidFill>
            <a:prstDash val="solid"/>
          </a:ln>
        </p:spPr>
      </p:sp>
      <p:sp>
        <p:nvSpPr>
          <p:cNvPr id="126" name="integrity-check-number">
            <a:extLst xmlns:a="http://schemas.openxmlformats.org/drawingml/2006/main">
              <a:ext uri="{FF2B5EF4-FFF2-40B4-BE49-F238E27FC236}">
                <a16:creationId xmlns:a16="http://schemas.microsoft.com/office/drawing/2014/main" id="{991181F8-CE17-477C-A888-5415FD14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00350"/>
            <a:ext cx="342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39B63"/>
                </a:solidFill>
                <a:latin typeface="Arial"/>
                <a:ea typeface="Arial"/>
                <a:cs typeface="Arial"/>
              </a:defRPr>
            </a:pPr>
            <a:r>
              <a:t>OK</a:t>
            </a:r>
          </a:p>
        </p:txBody>
      </p:sp>
      <p:sp>
        <p:nvSpPr>
          <p:cNvPr id="127" name="integrity-check-label">
            <a:extLst xmlns:a="http://schemas.openxmlformats.org/drawingml/2006/main">
              <a:ext uri="{FF2B5EF4-FFF2-40B4-BE49-F238E27FC236}">
                <a16:creationId xmlns:a16="http://schemas.microsoft.com/office/drawing/2014/main" id="{98B377EC-D7CB-4C32-8F93-2072C7FF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00400"/>
            <a:ext cx="685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Integrity
complete?</a:t>
            </a:r>
          </a:p>
        </p:txBody>
      </p:sp>
      <p:sp>
        <p:nvSpPr>
          <p:cNvPr id="128" name="sla-check-bg">
            <a:extLst xmlns:a="http://schemas.openxmlformats.org/drawingml/2006/main">
              <a:ext uri="{FF2B5EF4-FFF2-40B4-BE49-F238E27FC236}">
                <a16:creationId xmlns:a16="http://schemas.microsoft.com/office/drawing/2014/main" id="{9A4924E1-42CB-4472-9DB9-EF6305B6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14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3578E5"/>
            </a:solidFill>
            <a:prstDash val="solid"/>
          </a:ln>
        </p:spPr>
      </p:sp>
      <p:sp>
        <p:nvSpPr>
          <p:cNvPr id="129" name="sla-check-number">
            <a:extLst xmlns:a="http://schemas.openxmlformats.org/drawingml/2006/main">
              <a:ext uri="{FF2B5EF4-FFF2-40B4-BE49-F238E27FC236}">
                <a16:creationId xmlns:a16="http://schemas.microsoft.com/office/drawing/2014/main" id="{16D71561-7CB2-429A-8DCA-AEDBE895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14750"/>
            <a:ext cx="342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3578E5"/>
                </a:solidFill>
                <a:latin typeface="Arial"/>
                <a:ea typeface="Arial"/>
                <a:cs typeface="Arial"/>
              </a:defRPr>
            </a:pPr>
            <a:r>
              <a:t>SLA</a:t>
            </a:r>
          </a:p>
        </p:txBody>
      </p:sp>
      <p:sp>
        <p:nvSpPr>
          <p:cNvPr id="130" name="sla-check-label">
            <a:extLst xmlns:a="http://schemas.openxmlformats.org/drawingml/2006/main">
              <a:ext uri="{FF2B5EF4-FFF2-40B4-BE49-F238E27FC236}">
                <a16:creationId xmlns:a16="http://schemas.microsoft.com/office/drawing/2014/main" id="{DD45409C-AF96-4669-8A04-40A76DC1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14800"/>
            <a:ext cx="685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Frozen SLA
met?</a:t>
            </a:r>
          </a:p>
        </p:txBody>
      </p:sp>
      <p:sp>
        <p:nvSpPr>
          <p:cNvPr id="131" name="stage-verify-note">
            <a:extLst xmlns:a="http://schemas.openxmlformats.org/drawingml/2006/main">
              <a:ext uri="{FF2B5EF4-FFF2-40B4-BE49-F238E27FC236}">
                <a16:creationId xmlns:a16="http://schemas.microsoft.com/office/drawing/2014/main" id="{3D996CCD-D472-4A7A-98C3-65A34277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14850"/>
            <a:ext cx="647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774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decide only after
integrity</a:t>
            </a:r>
          </a:p>
        </p:txBody>
      </p:sp>
      <p:sp>
        <p:nvSpPr>
          <p:cNvPr id="132" name="audit-trace-strip">
            <a:extLst xmlns:a="http://schemas.openxmlformats.org/drawingml/2006/main">
              <a:ext uri="{FF2B5EF4-FFF2-40B4-BE49-F238E27FC236}">
                <a16:creationId xmlns:a16="http://schemas.microsoft.com/office/drawing/2014/main" id="{1F27BAA0-B773-4F3C-AB29-87990F72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048250"/>
            <a:ext cx="36766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5"/>
            </a:solidFill>
            <a:prstDash val="solid"/>
          </a:ln>
        </p:spPr>
      </p:sp>
      <p:sp>
        <p:nvSpPr>
          <p:cNvPr id="133" name="audit-trace-title">
            <a:extLst xmlns:a="http://schemas.openxmlformats.org/drawingml/2006/main">
              <a:ext uri="{FF2B5EF4-FFF2-40B4-BE49-F238E27FC236}">
                <a16:creationId xmlns:a16="http://schemas.microsoft.com/office/drawing/2014/main" id="{79EE8666-ABB2-40DC-9609-517D7180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62550"/>
            <a:ext cx="495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4A87"/>
                </a:solidFill>
                <a:latin typeface="Arial"/>
                <a:ea typeface="Arial"/>
                <a:cs typeface="Arial"/>
              </a:defRPr>
            </a:pPr>
            <a:r>
              <a:t>TRACE</a:t>
            </a:r>
          </a:p>
        </p:txBody>
      </p:sp>
      <p:sp>
        <p:nvSpPr>
          <p:cNvPr id="134" name="audit-trace-fields">
            <a:extLst xmlns:a="http://schemas.openxmlformats.org/drawingml/2006/main">
              <a:ext uri="{FF2B5EF4-FFF2-40B4-BE49-F238E27FC236}">
                <a16:creationId xmlns:a16="http://schemas.microsoft.com/office/drawing/2014/main" id="{8D9FB429-DE6E-4768-9A0A-046C7ECD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62550"/>
            <a:ext cx="2876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source  |  frozen config  |  results  |  rationale</a:t>
            </a:r>
          </a:p>
        </p:txBody>
      </p:sp>
      <p:sp>
        <p:nvSpPr>
          <p:cNvPr id="135" name="decision-kicker">
            <a:extLst xmlns:a="http://schemas.openxmlformats.org/drawingml/2006/main">
              <a:ext uri="{FF2B5EF4-FFF2-40B4-BE49-F238E27FC236}">
                <a16:creationId xmlns:a16="http://schemas.microsoft.com/office/drawing/2014/main" id="{C0F6ECAC-FE6C-43EA-B6F4-B8888C02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466850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DECISION</a:t>
            </a:r>
          </a:p>
        </p:txBody>
      </p:sp>
      <p:sp>
        <p:nvSpPr>
          <p:cNvPr id="136" name="accept">
            <a:extLst xmlns:a="http://schemas.openxmlformats.org/drawingml/2006/main">
              <a:ext uri="{FF2B5EF4-FFF2-40B4-BE49-F238E27FC236}">
                <a16:creationId xmlns:a16="http://schemas.microsoft.com/office/drawing/2014/main" id="{3E0A58B2-420E-4E83-A679-3D39C792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809750"/>
            <a:ext cx="17716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239B63"/>
            </a:solidFill>
            <a:prstDash val="solid"/>
          </a:ln>
        </p:spPr>
      </p:sp>
      <p:sp>
        <p:nvSpPr>
          <p:cNvPr id="137" name="accept-rail">
            <a:extLst xmlns:a="http://schemas.openxmlformats.org/drawingml/2006/main">
              <a:ext uri="{FF2B5EF4-FFF2-40B4-BE49-F238E27FC236}">
                <a16:creationId xmlns:a16="http://schemas.microsoft.com/office/drawing/2014/main" id="{1BC755D6-E52A-417D-B38A-EACA1232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80975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9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accept-title">
            <a:extLst xmlns:a="http://schemas.openxmlformats.org/drawingml/2006/main">
              <a:ext uri="{FF2B5EF4-FFF2-40B4-BE49-F238E27FC236}">
                <a16:creationId xmlns:a16="http://schemas.microsoft.com/office/drawing/2014/main" id="{40A11A50-B47C-452A-9B92-A70A745D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66900"/>
            <a:ext cx="146685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39B63"/>
                </a:solidFill>
                <a:latin typeface="Arial"/>
                <a:ea typeface="Arial"/>
                <a:cs typeface="Arial"/>
              </a:defRPr>
            </a:pPr>
            <a:r>
              <a:t>Accept</a:t>
            </a:r>
          </a:p>
        </p:txBody>
      </p:sp>
      <p:sp>
        <p:nvSpPr>
          <p:cNvPr id="139" name="accept-note">
            <a:extLst xmlns:a="http://schemas.openxmlformats.org/drawingml/2006/main">
              <a:ext uri="{FF2B5EF4-FFF2-40B4-BE49-F238E27FC236}">
                <a16:creationId xmlns:a16="http://schemas.microsoft.com/office/drawing/2014/main" id="{A0856B77-71EF-482B-9D32-F5ED0ACD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85975"/>
            <a:ext cx="1466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valid run; criteria met</a:t>
            </a:r>
          </a:p>
        </p:txBody>
      </p:sp>
      <p:sp>
        <p:nvSpPr>
          <p:cNvPr id="140" name="reject">
            <a:extLst xmlns:a="http://schemas.openxmlformats.org/drawingml/2006/main">
              <a:ext uri="{FF2B5EF4-FFF2-40B4-BE49-F238E27FC236}">
                <a16:creationId xmlns:a16="http://schemas.microsoft.com/office/drawing/2014/main" id="{56A4A1E4-D281-480D-BB49-DABCE576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00300"/>
            <a:ext cx="17716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D85B62"/>
            </a:solidFill>
            <a:prstDash val="solid"/>
          </a:ln>
        </p:spPr>
      </p:sp>
      <p:sp>
        <p:nvSpPr>
          <p:cNvPr id="141" name="reject-rail">
            <a:extLst xmlns:a="http://schemas.openxmlformats.org/drawingml/2006/main">
              <a:ext uri="{FF2B5EF4-FFF2-40B4-BE49-F238E27FC236}">
                <a16:creationId xmlns:a16="http://schemas.microsoft.com/office/drawing/2014/main" id="{E52044D5-9CCE-4801-8502-6DB26D63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0030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reject-title">
            <a:extLst xmlns:a="http://schemas.openxmlformats.org/drawingml/2006/main">
              <a:ext uri="{FF2B5EF4-FFF2-40B4-BE49-F238E27FC236}">
                <a16:creationId xmlns:a16="http://schemas.microsoft.com/office/drawing/2014/main" id="{2E90E2C7-9EEF-4F61-AC1C-8A5BD0D4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457450"/>
            <a:ext cx="146685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85B62"/>
                </a:solidFill>
                <a:latin typeface="Arial"/>
                <a:ea typeface="Arial"/>
                <a:cs typeface="Arial"/>
              </a:defRPr>
            </a:pPr>
            <a:r>
              <a:t>Reject</a:t>
            </a:r>
          </a:p>
        </p:txBody>
      </p:sp>
      <p:sp>
        <p:nvSpPr>
          <p:cNvPr id="143" name="reject-note">
            <a:extLst xmlns:a="http://schemas.openxmlformats.org/drawingml/2006/main">
              <a:ext uri="{FF2B5EF4-FFF2-40B4-BE49-F238E27FC236}">
                <a16:creationId xmlns:a16="http://schemas.microsoft.com/office/drawing/2014/main" id="{569330F6-7A39-4940-BAE9-231291E5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76525"/>
            <a:ext cx="1466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valid run; criteria missed</a:t>
            </a:r>
          </a:p>
        </p:txBody>
      </p:sp>
      <p:sp>
        <p:nvSpPr>
          <p:cNvPr id="144" name="invalid">
            <a:extLst xmlns:a="http://schemas.openxmlformats.org/drawingml/2006/main">
              <a:ext uri="{FF2B5EF4-FFF2-40B4-BE49-F238E27FC236}">
                <a16:creationId xmlns:a16="http://schemas.microsoft.com/office/drawing/2014/main" id="{B89E0232-385A-4044-B593-F5D03E51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90850"/>
            <a:ext cx="17716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5"/>
            </a:solidFill>
            <a:prstDash val="solid"/>
          </a:ln>
        </p:spPr>
      </p:sp>
      <p:sp>
        <p:nvSpPr>
          <p:cNvPr id="145" name="invalid-rail">
            <a:extLst xmlns:a="http://schemas.openxmlformats.org/drawingml/2006/main">
              <a:ext uri="{FF2B5EF4-FFF2-40B4-BE49-F238E27FC236}">
                <a16:creationId xmlns:a16="http://schemas.microsoft.com/office/drawing/2014/main" id="{41CD3B26-F408-4D8B-9DF0-7CF5D0BB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9085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invalid-title">
            <a:extLst xmlns:a="http://schemas.openxmlformats.org/drawingml/2006/main">
              <a:ext uri="{FF2B5EF4-FFF2-40B4-BE49-F238E27FC236}">
                <a16:creationId xmlns:a16="http://schemas.microsoft.com/office/drawing/2014/main" id="{BC1DE885-98B7-42DE-ADAE-05D24C24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048000"/>
            <a:ext cx="146685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Invalid</a:t>
            </a:r>
          </a:p>
        </p:txBody>
      </p:sp>
      <p:sp>
        <p:nvSpPr>
          <p:cNvPr id="147" name="invalid-note">
            <a:extLst xmlns:a="http://schemas.openxmlformats.org/drawingml/2006/main">
              <a:ext uri="{FF2B5EF4-FFF2-40B4-BE49-F238E27FC236}">
                <a16:creationId xmlns:a16="http://schemas.microsoft.com/office/drawing/2014/main" id="{8799DD63-066C-4D8F-885B-F2D33712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267075"/>
            <a:ext cx="1466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9328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incomplete or malformed run</a:t>
            </a:r>
          </a:p>
        </p:txBody>
      </p:sp>
      <p:sp>
        <p:nvSpPr>
          <p:cNvPr id="148" name="evidence-kicker">
            <a:extLst xmlns:a="http://schemas.openxmlformats.org/drawingml/2006/main">
              <a:ext uri="{FF2B5EF4-FFF2-40B4-BE49-F238E27FC236}">
                <a16:creationId xmlns:a16="http://schemas.microsoft.com/office/drawing/2014/main" id="{B4A61377-EDD9-45B1-9FD1-35084064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171950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3578E5"/>
                </a:solidFill>
                <a:latin typeface="Arial"/>
                <a:ea typeface="Arial"/>
                <a:cs typeface="Arial"/>
              </a:defRPr>
            </a:pPr>
            <a:r>
              <a:t>EVIDENCE</a:t>
            </a:r>
          </a:p>
        </p:txBody>
      </p:sp>
      <p:sp>
        <p:nvSpPr>
          <p:cNvPr id="149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6BEFEC06-F0CB-40B4-9E0C-94C39B52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42925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Auditable record</a:t>
            </a:r>
          </a:p>
        </p:txBody>
      </p:sp>
      <p:sp>
        <p:nvSpPr>
          <p:cNvPr id="150" name="evidence-fields">
            <a:extLst xmlns:a="http://schemas.openxmlformats.org/drawingml/2006/main">
              <a:ext uri="{FF2B5EF4-FFF2-40B4-BE49-F238E27FC236}">
                <a16:creationId xmlns:a16="http://schemas.microsoft.com/office/drawing/2014/main" id="{B78650AE-2AAB-4E83-ABCF-96016865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73405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9802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source / config / results / rationale</a:t>
            </a:r>
          </a:p>
        </p:txBody>
      </p:sp>
      <p:pic>
        <p:nvPicPr>
          <p:cNvPr id="635" name="图片 3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2a92acc0c74e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7974" y="2286000"/>
            <a:ext cx="416052" cy="495300"/>
          </a:xfrm>
          <a:prstGeom xmlns:a="http://schemas.openxmlformats.org/drawingml/2006/main" prst="rect">
            <a:avLst/>
          </a:prstGeom>
        </p:spPr>
      </p:pic>
      <p:pic>
        <p:nvPicPr>
          <p:cNvPr id="636" name="图片 3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452cf550c641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83146" y="2286000"/>
            <a:ext cx="425958" cy="495300"/>
          </a:xfrm>
          <a:prstGeom xmlns:a="http://schemas.openxmlformats.org/drawingml/2006/main" prst="rect">
            <a:avLst/>
          </a:prstGeom>
        </p:spPr>
      </p:pic>
      <p:pic>
        <p:nvPicPr>
          <p:cNvPr id="637" name="图片 3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a775ab4b5a40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31399" y="4457700"/>
            <a:ext cx="720852" cy="838200"/>
          </a:xfrm>
          <a:prstGeom xmlns:a="http://schemas.openxmlformats.org/drawingml/2006/main" prst="rect">
            <a:avLst/>
          </a:prstGeom>
        </p:spPr>
      </p:pic>
      <p:sp>
        <p:nvSpPr>
          <p:cNvPr id="154" name="candidate-to-protocol-visible-head">
            <a:extLst xmlns:a="http://schemas.openxmlformats.org/drawingml/2006/main">
              <a:ext uri="{FF2B5EF4-FFF2-40B4-BE49-F238E27FC236}">
                <a16:creationId xmlns:a16="http://schemas.microsoft.com/office/drawing/2014/main" id="{01EECF77-CFD6-4789-8A44-DBCC7676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86050"/>
            <a:ext cx="952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solidFill>
              <a:srgbClr val="55BFE6"/>
            </a:solidFill>
            <a:prstDash val="solid"/>
          </a:ln>
        </p:spPr>
      </p:sp>
      <p:sp>
        <p:nvSpPr>
          <p:cNvPr id="155" name="visible-stage-arrow-map-freeze">
            <a:extLst xmlns:a="http://schemas.openxmlformats.org/drawingml/2006/main">
              <a:ext uri="{FF2B5EF4-FFF2-40B4-BE49-F238E27FC236}">
                <a16:creationId xmlns:a16="http://schemas.microsoft.com/office/drawing/2014/main" id="{DCC6A443-4143-4A3B-B7DA-2DB7658F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81350"/>
            <a:ext cx="7620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solidFill>
              <a:srgbClr val="3578E5"/>
            </a:solidFill>
            <a:prstDash val="solid"/>
          </a:ln>
        </p:spPr>
      </p:sp>
      <p:sp>
        <p:nvSpPr>
          <p:cNvPr id="156" name="visible-stage-arrow-freeze-run">
            <a:extLst xmlns:a="http://schemas.openxmlformats.org/drawingml/2006/main">
              <a:ext uri="{FF2B5EF4-FFF2-40B4-BE49-F238E27FC236}">
                <a16:creationId xmlns:a16="http://schemas.microsoft.com/office/drawing/2014/main" id="{36855582-91C8-41B6-AA43-F3A1BE14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81350"/>
            <a:ext cx="7620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74A87"/>
          </a:solidFill>
          <a:ln xmlns:a="http://schemas.openxmlformats.org/drawingml/2006/main" w="0">
            <a:solidFill>
              <a:srgbClr val="174A87"/>
            </a:solidFill>
            <a:prstDash val="solid"/>
          </a:ln>
        </p:spPr>
      </p:sp>
      <p:sp>
        <p:nvSpPr>
          <p:cNvPr id="157" name="visible-stage-arrow-run-verify">
            <a:extLst xmlns:a="http://schemas.openxmlformats.org/drawingml/2006/main">
              <a:ext uri="{FF2B5EF4-FFF2-40B4-BE49-F238E27FC236}">
                <a16:creationId xmlns:a16="http://schemas.microsoft.com/office/drawing/2014/main" id="{DDF41066-392B-4173-BDC3-D6675B97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81350"/>
            <a:ext cx="7620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solidFill>
              <a:srgbClr val="55BFE6"/>
            </a:solidFill>
            <a:prstDash val="solid"/>
          </a:ln>
        </p:spPr>
      </p:sp>
      <p:cxnSp>
        <p:nvCxnSpPr>
          <p:cNvPr id="642" name="visible-package-freeze-route"/>
          <p:cNvCxnSpPr/>
          <p:nvPr/>
        </p:nvCxnSpPr>
        <p:spPr>
          <a:xfrm xmlns:a="http://schemas.openxmlformats.org/drawingml/2006/main">
            <a:off x="5181600" y="4933950"/>
            <a:ext cx="1914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4A87"/>
            </a:solidFill>
            <a:prstDash val="dash"/>
          </a:ln>
        </p:spPr>
      </p:cxnSp>
      <p:cxnSp>
        <p:nvCxnSpPr>
          <p:cNvPr id="643" name="visible-package-freeze-rise"/>
          <p:cNvCxnSpPr/>
          <p:nvPr/>
        </p:nvCxnSpPr>
        <p:spPr>
          <a:xfrm xmlns:a="http://schemas.openxmlformats.org/drawingml/2006/main">
            <a:off x="7096125" y="4800600"/>
            <a:ext cx="95" cy="133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4A87"/>
            </a:solidFill>
            <a:prstDash val="dash"/>
          </a:ln>
        </p:spPr>
      </p:cxnSp>
      <p:sp>
        <p:nvSpPr>
          <p:cNvPr id="160" name="visible-package-freeze-head">
            <a:extLst xmlns:a="http://schemas.openxmlformats.org/drawingml/2006/main">
              <a:ext uri="{FF2B5EF4-FFF2-40B4-BE49-F238E27FC236}">
                <a16:creationId xmlns:a16="http://schemas.microsoft.com/office/drawing/2014/main" id="{C8CA785F-FEB8-4E50-B19E-3345F4B3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705350"/>
            <a:ext cx="1143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A87"/>
          </a:solidFill>
          <a:ln xmlns:a="http://schemas.openxmlformats.org/drawingml/2006/main" w="0">
            <a:solidFill>
              <a:srgbClr val="174A8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385576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86" name="upstream-protocol-divider"/>
          <p:cNvCxnSpPr/>
          <p:nvPr/>
        </p:nvCxnSpPr>
        <p:spPr>
          <a:xfrm xmlns:a="http://schemas.openxmlformats.org/drawingml/2006/main">
            <a:off x="5448300" y="1028700"/>
            <a:ext cx="95" cy="5048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EB9C5"/>
            </a:solidFill>
            <a:prstDash val="dash"/>
          </a:ln>
        </p:spPr>
      </p:cxnSp>
      <p:cxnSp>
        <p:nvCxnSpPr>
          <p:cNvPr id="487" name="protocol-output-divider"/>
          <p:cNvCxnSpPr/>
          <p:nvPr/>
        </p:nvCxnSpPr>
        <p:spPr>
          <a:xfrm xmlns:a="http://schemas.openxmlformats.org/drawingml/2006/main">
            <a:off x="9734550" y="1028700"/>
            <a:ext cx="95" cy="5048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EB9C5"/>
            </a:solidFill>
            <a:prstDash val="dash"/>
          </a:ln>
        </p:spPr>
      </p:cxnSp>
      <p:cxnSp>
        <p:nvCxnSpPr>
          <p:cNvPr id="488" name="paper-to-full-line"/>
          <p:cNvCxnSpPr/>
          <p:nvPr/>
        </p:nvCxnSpPr>
        <p:spPr>
          <a:xfrm xmlns:a="http://schemas.openxmlformats.org/drawingml/2006/main">
            <a:off x="1257300" y="2476500"/>
            <a:ext cx="2667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578E5"/>
            </a:solidFill>
            <a:prstDash val="solid"/>
          </a:ln>
        </p:spPr>
      </p:cxnSp>
      <p:sp>
        <p:nvSpPr>
          <p:cNvPr id="4" name="paper-to-full-head">
            <a:extLst xmlns:a="http://schemas.openxmlformats.org/drawingml/2006/main">
              <a:ext uri="{FF2B5EF4-FFF2-40B4-BE49-F238E27FC236}">
                <a16:creationId xmlns:a16="http://schemas.microsoft.com/office/drawing/2014/main" id="{FCDBE1B3-9F02-4ED2-AE95-F4A80661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419350"/>
            <a:ext cx="952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solidFill>
              <a:srgbClr val="3578E5"/>
            </a:solidFill>
            <a:prstDash val="solid"/>
          </a:ln>
        </p:spPr>
      </p:sp>
      <p:cxnSp>
        <p:nvCxnSpPr>
          <p:cNvPr id="490" name="full-to-reducer-line"/>
          <p:cNvCxnSpPr/>
          <p:nvPr/>
        </p:nvCxnSpPr>
        <p:spPr>
          <a:xfrm xmlns:a="http://schemas.openxmlformats.org/drawingml/2006/main">
            <a:off x="2762250" y="2476500"/>
            <a:ext cx="142875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578E5"/>
            </a:solidFill>
            <a:prstDash val="solid"/>
          </a:ln>
        </p:spPr>
      </p:cxnSp>
      <p:sp>
        <p:nvSpPr>
          <p:cNvPr id="6" name="full-to-reducer-head">
            <a:extLst xmlns:a="http://schemas.openxmlformats.org/drawingml/2006/main">
              <a:ext uri="{FF2B5EF4-FFF2-40B4-BE49-F238E27FC236}">
                <a16:creationId xmlns:a16="http://schemas.microsoft.com/office/drawing/2014/main" id="{45A4DC20-104F-4C8D-A64B-5C9DDBA4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19350"/>
            <a:ext cx="952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solidFill>
              <a:srgbClr val="3578E5"/>
            </a:solidFill>
            <a:prstDash val="solid"/>
          </a:ln>
        </p:spPr>
      </p:sp>
      <p:cxnSp>
        <p:nvCxnSpPr>
          <p:cNvPr id="492" name="reducer-to-candidate-line"/>
          <p:cNvCxnSpPr/>
          <p:nvPr/>
        </p:nvCxnSpPr>
        <p:spPr>
          <a:xfrm xmlns:a="http://schemas.openxmlformats.org/drawingml/2006/main">
            <a:off x="3810000" y="2266950"/>
            <a:ext cx="200025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BFE6"/>
            </a:solidFill>
            <a:prstDash val="solid"/>
          </a:ln>
        </p:spPr>
      </p:cxnSp>
      <p:sp>
        <p:nvSpPr>
          <p:cNvPr id="8" name="reducer-to-candidate-head">
            <a:extLst xmlns:a="http://schemas.openxmlformats.org/drawingml/2006/main">
              <a:ext uri="{FF2B5EF4-FFF2-40B4-BE49-F238E27FC236}">
                <a16:creationId xmlns:a16="http://schemas.microsoft.com/office/drawing/2014/main" id="{FA76E97E-5F93-43BE-86B1-787DC8A5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09800"/>
            <a:ext cx="952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solidFill>
              <a:srgbClr val="55BFE6"/>
            </a:solidFill>
            <a:prstDash val="solid"/>
          </a:ln>
        </p:spPr>
      </p:sp>
      <p:cxnSp>
        <p:nvCxnSpPr>
          <p:cNvPr id="494" name="candidate-to-map-line"/>
          <p:cNvCxnSpPr/>
          <p:nvPr/>
        </p:nvCxnSpPr>
        <p:spPr>
          <a:xfrm xmlns:a="http://schemas.openxmlformats.org/drawingml/2006/main">
            <a:off x="5200650" y="2952750"/>
            <a:ext cx="238125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BFE6"/>
            </a:solidFill>
            <a:prstDash val="solid"/>
          </a:ln>
        </p:spPr>
      </p:cxnSp>
      <p:sp>
        <p:nvSpPr>
          <p:cNvPr id="10" name="candidate-to-map-head">
            <a:extLst xmlns:a="http://schemas.openxmlformats.org/drawingml/2006/main">
              <a:ext uri="{FF2B5EF4-FFF2-40B4-BE49-F238E27FC236}">
                <a16:creationId xmlns:a16="http://schemas.microsoft.com/office/drawing/2014/main" id="{4DB6A1C9-4007-4B4B-BAB3-C2A5648F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95600"/>
            <a:ext cx="952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solidFill>
              <a:srgbClr val="55BFE6"/>
            </a:solidFill>
            <a:prstDash val="solid"/>
          </a:ln>
        </p:spPr>
      </p:sp>
      <p:cxnSp>
        <p:nvCxnSpPr>
          <p:cNvPr id="496" name="map-to-freeze-line"/>
          <p:cNvCxnSpPr/>
          <p:nvPr/>
        </p:nvCxnSpPr>
        <p:spPr>
          <a:xfrm xmlns:a="http://schemas.openxmlformats.org/drawingml/2006/main">
            <a:off x="6553200" y="3238500"/>
            <a:ext cx="190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578E5"/>
            </a:solidFill>
            <a:prstDash val="solid"/>
          </a:ln>
        </p:spPr>
      </p:cxnSp>
      <p:sp>
        <p:nvSpPr>
          <p:cNvPr id="12" name="map-to-freeze-head">
            <a:extLst xmlns:a="http://schemas.openxmlformats.org/drawingml/2006/main">
              <a:ext uri="{FF2B5EF4-FFF2-40B4-BE49-F238E27FC236}">
                <a16:creationId xmlns:a16="http://schemas.microsoft.com/office/drawing/2014/main" id="{19369105-5A7C-416A-9966-13F5C6B6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81350"/>
            <a:ext cx="952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solidFill>
              <a:srgbClr val="3578E5"/>
            </a:solidFill>
            <a:prstDash val="solid"/>
          </a:ln>
        </p:spPr>
      </p:sp>
      <p:cxnSp>
        <p:nvCxnSpPr>
          <p:cNvPr id="498" name="freeze-to-run-line"/>
          <p:cNvCxnSpPr/>
          <p:nvPr/>
        </p:nvCxnSpPr>
        <p:spPr>
          <a:xfrm xmlns:a="http://schemas.openxmlformats.org/drawingml/2006/main">
            <a:off x="7562850" y="3238500"/>
            <a:ext cx="190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A87"/>
            </a:solidFill>
            <a:prstDash val="solid"/>
          </a:ln>
        </p:spPr>
      </p:cxnSp>
      <p:sp>
        <p:nvSpPr>
          <p:cNvPr id="14" name="freeze-to-run-head">
            <a:extLst xmlns:a="http://schemas.openxmlformats.org/drawingml/2006/main">
              <a:ext uri="{FF2B5EF4-FFF2-40B4-BE49-F238E27FC236}">
                <a16:creationId xmlns:a16="http://schemas.microsoft.com/office/drawing/2014/main" id="{8E21818A-CF64-4833-91C0-E86856E6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81350"/>
            <a:ext cx="952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74A87"/>
          </a:solidFill>
          <a:ln xmlns:a="http://schemas.openxmlformats.org/drawingml/2006/main" w="0">
            <a:solidFill>
              <a:srgbClr val="174A87"/>
            </a:solidFill>
            <a:prstDash val="solid"/>
          </a:ln>
        </p:spPr>
      </p:sp>
      <p:cxnSp>
        <p:nvCxnSpPr>
          <p:cNvPr id="500" name="run-to-verify-line"/>
          <p:cNvCxnSpPr/>
          <p:nvPr/>
        </p:nvCxnSpPr>
        <p:spPr>
          <a:xfrm xmlns:a="http://schemas.openxmlformats.org/drawingml/2006/main">
            <a:off x="8705850" y="3238500"/>
            <a:ext cx="190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BFE6"/>
            </a:solidFill>
            <a:prstDash val="solid"/>
          </a:ln>
        </p:spPr>
      </p:cxnSp>
      <p:sp>
        <p:nvSpPr>
          <p:cNvPr id="16" name="run-to-verify-head">
            <a:extLst xmlns:a="http://schemas.openxmlformats.org/drawingml/2006/main">
              <a:ext uri="{FF2B5EF4-FFF2-40B4-BE49-F238E27FC236}">
                <a16:creationId xmlns:a16="http://schemas.microsoft.com/office/drawing/2014/main" id="{DA8B19C6-E143-4E42-A709-61F60A53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81350"/>
            <a:ext cx="952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solidFill>
              <a:srgbClr val="55BFE6"/>
            </a:solidFill>
            <a:prstDash val="solid"/>
          </a:ln>
        </p:spPr>
      </p:sp>
      <p:cxnSp>
        <p:nvCxnSpPr>
          <p:cNvPr id="502" name="verify-to-decision-a"/>
          <p:cNvCxnSpPr/>
          <p:nvPr/>
        </p:nvCxnSpPr>
        <p:spPr>
          <a:xfrm xmlns:a="http://schemas.openxmlformats.org/drawingml/2006/main">
            <a:off x="9582150" y="3143250"/>
            <a:ext cx="1905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12B"/>
            </a:solidFill>
            <a:prstDash val="solid"/>
          </a:ln>
        </p:spPr>
      </p:cxnSp>
      <p:cxnSp>
        <p:nvCxnSpPr>
          <p:cNvPr id="503" name="verify-to-decision-b"/>
          <p:cNvCxnSpPr/>
          <p:nvPr/>
        </p:nvCxnSpPr>
        <p:spPr>
          <a:xfrm xmlns:a="http://schemas.openxmlformats.org/drawingml/2006/main">
            <a:off x="9772650" y="1657350"/>
            <a:ext cx="95" cy="1485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12B"/>
            </a:solidFill>
            <a:prstDash val="solid"/>
          </a:ln>
        </p:spPr>
      </p:cxnSp>
      <p:cxnSp>
        <p:nvCxnSpPr>
          <p:cNvPr id="504" name="verify-to-decision-c-line"/>
          <p:cNvCxnSpPr/>
          <p:nvPr/>
        </p:nvCxnSpPr>
        <p:spPr>
          <a:xfrm xmlns:a="http://schemas.openxmlformats.org/drawingml/2006/main">
            <a:off x="9772650" y="1657350"/>
            <a:ext cx="28575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12B"/>
            </a:solidFill>
            <a:prstDash val="solid"/>
          </a:ln>
        </p:spPr>
      </p:cxnSp>
      <p:sp>
        <p:nvSpPr>
          <p:cNvPr id="20" name="verify-to-decision-c-head">
            <a:extLst xmlns:a="http://schemas.openxmlformats.org/drawingml/2006/main">
              <a:ext uri="{FF2B5EF4-FFF2-40B4-BE49-F238E27FC236}">
                <a16:creationId xmlns:a16="http://schemas.microsoft.com/office/drawing/2014/main" id="{6A72A759-3A0E-4C90-AA3C-08447A95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00200"/>
            <a:ext cx="952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cxnSp>
        <p:nvCxnSpPr>
          <p:cNvPr id="506" name="verify-to-evidence-a"/>
          <p:cNvCxnSpPr/>
          <p:nvPr/>
        </p:nvCxnSpPr>
        <p:spPr>
          <a:xfrm xmlns:a="http://schemas.openxmlformats.org/drawingml/2006/main">
            <a:off x="9582150" y="3981450"/>
            <a:ext cx="1143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4A87"/>
            </a:solidFill>
            <a:prstDash val="solid"/>
          </a:ln>
        </p:spPr>
      </p:cxnSp>
      <p:cxnSp>
        <p:nvCxnSpPr>
          <p:cNvPr id="507" name="verify-to-evidence-b"/>
          <p:cNvCxnSpPr/>
          <p:nvPr/>
        </p:nvCxnSpPr>
        <p:spPr>
          <a:xfrm xmlns:a="http://schemas.openxmlformats.org/drawingml/2006/main">
            <a:off x="9696450" y="3981450"/>
            <a:ext cx="95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4A87"/>
            </a:solidFill>
            <a:prstDash val="solid"/>
          </a:ln>
        </p:spPr>
      </p:cxnSp>
      <p:cxnSp>
        <p:nvCxnSpPr>
          <p:cNvPr id="508" name="verify-to-evidence-c-line"/>
          <p:cNvCxnSpPr/>
          <p:nvPr/>
        </p:nvCxnSpPr>
        <p:spPr>
          <a:xfrm xmlns:a="http://schemas.openxmlformats.org/drawingml/2006/main">
            <a:off x="9696450" y="5086350"/>
            <a:ext cx="476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4A87"/>
            </a:solidFill>
            <a:prstDash val="solid"/>
          </a:ln>
        </p:spPr>
      </p:cxnSp>
      <p:sp>
        <p:nvSpPr>
          <p:cNvPr id="24" name="verify-to-evidence-c-head">
            <a:extLst xmlns:a="http://schemas.openxmlformats.org/drawingml/2006/main">
              <a:ext uri="{FF2B5EF4-FFF2-40B4-BE49-F238E27FC236}">
                <a16:creationId xmlns:a16="http://schemas.microsoft.com/office/drawing/2014/main" id="{21DC4AAD-187E-4106-9074-E8517064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029200"/>
            <a:ext cx="952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74A87"/>
          </a:solidFill>
          <a:ln xmlns:a="http://schemas.openxmlformats.org/drawingml/2006/main" w="0">
            <a:solidFill>
              <a:srgbClr val="174A87"/>
            </a:solidFill>
            <a:prstDash val="solid"/>
          </a:ln>
        </p:spPr>
      </p:sp>
      <p:cxnSp>
        <p:nvCxnSpPr>
          <p:cNvPr id="510" name="package-to-freeze-a"/>
          <p:cNvCxnSpPr/>
          <p:nvPr/>
        </p:nvCxnSpPr>
        <p:spPr>
          <a:xfrm xmlns:a="http://schemas.openxmlformats.org/drawingml/2006/main">
            <a:off x="5181600" y="4933950"/>
            <a:ext cx="1914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4A87"/>
            </a:solidFill>
            <a:prstDash val="dash"/>
          </a:ln>
        </p:spPr>
      </p:cxnSp>
      <p:cxnSp>
        <p:nvCxnSpPr>
          <p:cNvPr id="511" name="package-to-freeze-b-line"/>
          <p:cNvCxnSpPr/>
          <p:nvPr/>
        </p:nvCxnSpPr>
        <p:spPr>
          <a:xfrm xmlns:a="http://schemas.openxmlformats.org/drawingml/2006/main">
            <a:off x="7096125" y="4800600"/>
            <a:ext cx="95" cy="133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4A87"/>
            </a:solidFill>
            <a:prstDash val="dash"/>
          </a:ln>
        </p:spPr>
      </p:cxnSp>
      <p:sp>
        <p:nvSpPr>
          <p:cNvPr id="27" name="package-to-freeze-b-head">
            <a:extLst xmlns:a="http://schemas.openxmlformats.org/drawingml/2006/main">
              <a:ext uri="{FF2B5EF4-FFF2-40B4-BE49-F238E27FC236}">
                <a16:creationId xmlns:a16="http://schemas.microsoft.com/office/drawing/2014/main" id="{A1CBABC2-8C30-4B77-BB2F-22DF628C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705350"/>
            <a:ext cx="1143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A87"/>
          </a:solidFill>
          <a:ln xmlns:a="http://schemas.openxmlformats.org/drawingml/2006/main" w="0">
            <a:solidFill>
              <a:srgbClr val="174A87"/>
            </a:solidFill>
            <a:prstDash val="solid"/>
          </a:ln>
        </p:spPr>
      </p:sp>
      <p:cxnSp>
        <p:nvCxnSpPr>
          <p:cNvPr id="513" name="upstream-rule"/>
          <p:cNvCxnSpPr/>
          <p:nvPr/>
        </p:nvCxnSpPr>
        <p:spPr>
          <a:xfrm xmlns:a="http://schemas.openxmlformats.org/drawingml/2006/main">
            <a:off x="400050" y="1200150"/>
            <a:ext cx="48196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578E5"/>
            </a:solidFill>
            <a:prstDash val="solid"/>
          </a:ln>
        </p:spPr>
      </p:cxnSp>
      <p:cxnSp>
        <p:nvCxnSpPr>
          <p:cNvPr id="514" name="protocol-rule"/>
          <p:cNvCxnSpPr/>
          <p:nvPr/>
        </p:nvCxnSpPr>
        <p:spPr>
          <a:xfrm xmlns:a="http://schemas.openxmlformats.org/drawingml/2006/main">
            <a:off x="5600700" y="1200150"/>
            <a:ext cx="39814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578E5"/>
            </a:solidFill>
            <a:prstDash val="solid"/>
          </a:ln>
        </p:spPr>
      </p:cxnSp>
      <p:cxnSp>
        <p:nvCxnSpPr>
          <p:cNvPr id="515" name="outputs-rule"/>
          <p:cNvCxnSpPr/>
          <p:nvPr/>
        </p:nvCxnSpPr>
        <p:spPr>
          <a:xfrm xmlns:a="http://schemas.openxmlformats.org/drawingml/2006/main">
            <a:off x="9848850" y="1200150"/>
            <a:ext cx="18859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12B"/>
            </a:solidFill>
            <a:prstDash val="solid"/>
          </a:ln>
        </p:spPr>
      </p:cxnSp>
      <p:sp>
        <p:nvSpPr>
          <p:cNvPr id="33" name="upstream-zone-title">
            <a:extLst xmlns:a="http://schemas.openxmlformats.org/drawingml/2006/main">
              <a:ext uri="{FF2B5EF4-FFF2-40B4-BE49-F238E27FC236}">
                <a16:creationId xmlns:a16="http://schemas.microsoft.com/office/drawing/2014/main" id="{756F420E-B1F9-479F-B0BC-B1852789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4819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578E5"/>
                </a:solidFill>
                <a:latin typeface="Arial"/>
                <a:ea typeface="Arial"/>
                <a:cs typeface="Arial"/>
              </a:defRPr>
            </a:pPr>
            <a:r>
              <a:t>UPSTREAM PREPARATION</a:t>
            </a:r>
          </a:p>
        </p:txBody>
      </p:sp>
      <p:sp>
        <p:nvSpPr>
          <p:cNvPr id="34" name="protocol-zone-title">
            <a:extLst xmlns:a="http://schemas.openxmlformats.org/drawingml/2006/main">
              <a:ext uri="{FF2B5EF4-FFF2-40B4-BE49-F238E27FC236}">
                <a16:creationId xmlns:a16="http://schemas.microsoft.com/office/drawing/2014/main" id="{B1DBB926-2471-432B-9018-462C4748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914400"/>
            <a:ext cx="3981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578E5"/>
                </a:solidFill>
                <a:latin typeface="Arial"/>
                <a:ea typeface="Arial"/>
                <a:cs typeface="Arial"/>
              </a:defRPr>
            </a:pPr>
            <a:r>
              <a:t>SKILLAUDIT PROTOCOL</a:t>
            </a:r>
          </a:p>
        </p:txBody>
      </p:sp>
      <p:sp>
        <p:nvSpPr>
          <p:cNvPr id="35" name="outputs-zone-title">
            <a:extLst xmlns:a="http://schemas.openxmlformats.org/drawingml/2006/main">
              <a:ext uri="{FF2B5EF4-FFF2-40B4-BE49-F238E27FC236}">
                <a16:creationId xmlns:a16="http://schemas.microsoft.com/office/drawing/2014/main" id="{25C8A8D4-3C2C-4549-AFB6-D6937B75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14400"/>
            <a:ext cx="1885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OUTPUTS</a:t>
            </a:r>
          </a:p>
        </p:txBody>
      </p:sp>
      <p:sp>
        <p:nvSpPr>
          <p:cNvPr id="36" name="source-kicker">
            <a:extLst xmlns:a="http://schemas.openxmlformats.org/drawingml/2006/main">
              <a:ext uri="{FF2B5EF4-FFF2-40B4-BE49-F238E27FC236}">
                <a16:creationId xmlns:a16="http://schemas.microsoft.com/office/drawing/2014/main" id="{E25D7668-F666-4D8E-AD5E-FEA97235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85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3578E5"/>
                </a:solidFill>
                <a:latin typeface="Arial"/>
                <a:ea typeface="Arial"/>
                <a:cs typeface="Arial"/>
              </a:defRPr>
            </a:pPr>
            <a:r>
              <a:t>SOURCE</a:t>
            </a:r>
          </a:p>
        </p:txBody>
      </p:sp>
      <p:sp>
        <p:nvSpPr>
          <p:cNvPr id="37" name="paper-shadow">
            <a:extLst xmlns:a="http://schemas.openxmlformats.org/drawingml/2006/main">
              <a:ext uri="{FF2B5EF4-FFF2-40B4-BE49-F238E27FC236}">
                <a16:creationId xmlns:a16="http://schemas.microsoft.com/office/drawing/2014/main" id="{63B96FBE-2570-4256-81FC-FA61D901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028825"/>
            <a:ext cx="685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5"/>
            </a:solidFill>
            <a:prstDash val="solid"/>
          </a:ln>
        </p:spPr>
      </p:sp>
      <p:sp>
        <p:nvSpPr>
          <p:cNvPr id="38" name="paper-page">
            <a:extLst xmlns:a="http://schemas.openxmlformats.org/drawingml/2006/main">
              <a:ext uri="{FF2B5EF4-FFF2-40B4-BE49-F238E27FC236}">
                <a16:creationId xmlns:a16="http://schemas.microsoft.com/office/drawing/2014/main" id="{C4CC86A8-A0FB-4CC8-AB46-07ED0088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0"/>
            <a:ext cx="685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12B"/>
            </a:solidFill>
            <a:prstDash val="solid"/>
          </a:ln>
        </p:spPr>
      </p:sp>
      <p:sp>
        <p:nvSpPr>
          <p:cNvPr id="39" name="paper-bar-0">
            <a:extLst xmlns:a="http://schemas.openxmlformats.org/drawingml/2006/main">
              <a:ext uri="{FF2B5EF4-FFF2-40B4-BE49-F238E27FC236}">
                <a16:creationId xmlns:a16="http://schemas.microsoft.com/office/drawing/2014/main" id="{C1F5EC90-7A04-47C8-8359-EABC4F74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286000"/>
            <a:ext cx="45262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aper-bar-1">
            <a:extLst xmlns:a="http://schemas.openxmlformats.org/drawingml/2006/main">
              <a:ext uri="{FF2B5EF4-FFF2-40B4-BE49-F238E27FC236}">
                <a16:creationId xmlns:a16="http://schemas.microsoft.com/office/drawing/2014/main" id="{B33F6CF8-2AC8-4FCF-91EA-80A97DA4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428875"/>
            <a:ext cx="45262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aper-bar-2">
            <a:extLst xmlns:a="http://schemas.openxmlformats.org/drawingml/2006/main">
              <a:ext uri="{FF2B5EF4-FFF2-40B4-BE49-F238E27FC236}">
                <a16:creationId xmlns:a16="http://schemas.microsoft.com/office/drawing/2014/main" id="{004307AF-EEDB-4CF8-B3F8-B6B3CCE3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571750"/>
            <a:ext cx="45262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per-bar-3">
            <a:extLst xmlns:a="http://schemas.openxmlformats.org/drawingml/2006/main">
              <a:ext uri="{FF2B5EF4-FFF2-40B4-BE49-F238E27FC236}">
                <a16:creationId xmlns:a16="http://schemas.microsoft.com/office/drawing/2014/main" id="{4609CAE2-03DB-49AA-BD74-6C312369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714625"/>
            <a:ext cx="31546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per-label">
            <a:extLst xmlns:a="http://schemas.openxmlformats.org/drawingml/2006/main">
              <a:ext uri="{FF2B5EF4-FFF2-40B4-BE49-F238E27FC236}">
                <a16:creationId xmlns:a16="http://schemas.microsoft.com/office/drawing/2014/main" id="{A098768C-5AE7-4133-B917-5E5FA7D5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048000"/>
            <a:ext cx="95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Paper  P</a:t>
            </a:r>
          </a:p>
        </p:txBody>
      </p:sp>
      <p:sp>
        <p:nvSpPr>
          <p:cNvPr id="44" name="paper-note">
            <a:extLst xmlns:a="http://schemas.openxmlformats.org/drawingml/2006/main">
              <a:ext uri="{FF2B5EF4-FFF2-40B4-BE49-F238E27FC236}">
                <a16:creationId xmlns:a16="http://schemas.microsoft.com/office/drawing/2014/main" id="{77121B5C-8EC6-4755-8194-ECA72DC6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333750"/>
            <a:ext cx="990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946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method description</a:t>
            </a:r>
          </a:p>
        </p:txBody>
      </p:sp>
      <p:sp>
        <p:nvSpPr>
          <p:cNvPr id="45" name="full-kicker">
            <a:extLst xmlns:a="http://schemas.openxmlformats.org/drawingml/2006/main">
              <a:ext uri="{FF2B5EF4-FFF2-40B4-BE49-F238E27FC236}">
                <a16:creationId xmlns:a16="http://schemas.microsoft.com/office/drawing/2014/main" id="{A6AB490F-D0C2-4ECF-A70F-FC6586BE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466850"/>
            <a:ext cx="120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3578E5"/>
                </a:solidFill>
                <a:latin typeface="Arial"/>
                <a:ea typeface="Arial"/>
                <a:cs typeface="Arial"/>
              </a:defRPr>
            </a:pPr>
            <a:r>
              <a:t>FULL</a:t>
            </a:r>
          </a:p>
        </p:txBody>
      </p:sp>
      <p:sp>
        <p:nvSpPr>
          <p:cNvPr id="46" name="full-shadow">
            <a:extLst xmlns:a="http://schemas.openxmlformats.org/drawingml/2006/main">
              <a:ext uri="{FF2B5EF4-FFF2-40B4-BE49-F238E27FC236}">
                <a16:creationId xmlns:a16="http://schemas.microsoft.com/office/drawing/2014/main" id="{1402D276-0504-4F6C-BBB9-AC5F78FB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85925"/>
            <a:ext cx="800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5"/>
            </a:solidFill>
            <a:prstDash val="solid"/>
          </a:ln>
        </p:spPr>
      </p:sp>
      <p:sp>
        <p:nvSpPr>
          <p:cNvPr id="47" name="full-page">
            <a:extLst xmlns:a="http://schemas.openxmlformats.org/drawingml/2006/main">
              <a:ext uri="{FF2B5EF4-FFF2-40B4-BE49-F238E27FC236}">
                <a16:creationId xmlns:a16="http://schemas.microsoft.com/office/drawing/2014/main" id="{0F06D16E-0220-4868-ADB6-E9A0410B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752600"/>
            <a:ext cx="800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3578E5"/>
            </a:solidFill>
            <a:prstDash val="solid"/>
          </a:ln>
        </p:spPr>
      </p:sp>
      <p:sp>
        <p:nvSpPr>
          <p:cNvPr id="48" name="full-bar-0">
            <a:extLst xmlns:a="http://schemas.openxmlformats.org/drawingml/2006/main">
              <a:ext uri="{FF2B5EF4-FFF2-40B4-BE49-F238E27FC236}">
                <a16:creationId xmlns:a16="http://schemas.microsoft.com/office/drawing/2014/main" id="{14A1872B-2348-46B3-8E29-A4F10E94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943100"/>
            <a:ext cx="52806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full-bar-1">
            <a:extLst xmlns:a="http://schemas.openxmlformats.org/drawingml/2006/main">
              <a:ext uri="{FF2B5EF4-FFF2-40B4-BE49-F238E27FC236}">
                <a16:creationId xmlns:a16="http://schemas.microsoft.com/office/drawing/2014/main" id="{44B1071F-1D83-475E-8A10-8730B65C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85975"/>
            <a:ext cx="52806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full-bar-2">
            <a:extLst xmlns:a="http://schemas.openxmlformats.org/drawingml/2006/main">
              <a:ext uri="{FF2B5EF4-FFF2-40B4-BE49-F238E27FC236}">
                <a16:creationId xmlns:a16="http://schemas.microsoft.com/office/drawing/2014/main" id="{01E838BB-502E-4FB2-9FB3-998DC347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28850"/>
            <a:ext cx="52806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ull-bar-3">
            <a:extLst xmlns:a="http://schemas.openxmlformats.org/drawingml/2006/main">
              <a:ext uri="{FF2B5EF4-FFF2-40B4-BE49-F238E27FC236}">
                <a16:creationId xmlns:a16="http://schemas.microsoft.com/office/drawing/2014/main" id="{56043C61-962E-4689-ACD5-3FD83EF8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71725"/>
            <a:ext cx="52806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full-bar-4">
            <a:extLst xmlns:a="http://schemas.openxmlformats.org/drawingml/2006/main">
              <a:ext uri="{FF2B5EF4-FFF2-40B4-BE49-F238E27FC236}">
                <a16:creationId xmlns:a16="http://schemas.microsoft.com/office/drawing/2014/main" id="{FBECD1A6-23ED-4F31-BD0F-EAA4BEAF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514600"/>
            <a:ext cx="36804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full-label">
            <a:extLst xmlns:a="http://schemas.openxmlformats.org/drawingml/2006/main">
              <a:ext uri="{FF2B5EF4-FFF2-40B4-BE49-F238E27FC236}">
                <a16:creationId xmlns:a16="http://schemas.microsoft.com/office/drawing/2014/main" id="{E7E5B879-C652-4832-8E42-410A785E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43200"/>
            <a:ext cx="1390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F = R(A)</a:t>
            </a:r>
          </a:p>
        </p:txBody>
      </p:sp>
      <p:sp>
        <p:nvSpPr>
          <p:cNvPr id="56" name="full-atoms-a">
            <a:extLst xmlns:a="http://schemas.openxmlformats.org/drawingml/2006/main">
              <a:ext uri="{FF2B5EF4-FFF2-40B4-BE49-F238E27FC236}">
                <a16:creationId xmlns:a16="http://schemas.microsoft.com/office/drawing/2014/main" id="{A0B435C9-459B-43B1-BB91-6AFB1A59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505" y="1485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full-atoms-b">
            <a:extLst xmlns:a="http://schemas.openxmlformats.org/drawingml/2006/main">
              <a:ext uri="{FF2B5EF4-FFF2-40B4-BE49-F238E27FC236}">
                <a16:creationId xmlns:a16="http://schemas.microsoft.com/office/drawing/2014/main" id="{BCD08951-1C0F-44EE-8D6F-94C56FCD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105" y="1809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full-atoms-c">
            <a:extLst xmlns:a="http://schemas.openxmlformats.org/drawingml/2006/main">
              <a:ext uri="{FF2B5EF4-FFF2-40B4-BE49-F238E27FC236}">
                <a16:creationId xmlns:a16="http://schemas.microsoft.com/office/drawing/2014/main" id="{9FF6439A-C472-428B-BF05-F34248DD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585" y="1981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full-atoms-label">
            <a:extLst xmlns:a="http://schemas.openxmlformats.org/drawingml/2006/main">
              <a:ext uri="{FF2B5EF4-FFF2-40B4-BE49-F238E27FC236}">
                <a16:creationId xmlns:a16="http://schemas.microsoft.com/office/drawing/2014/main" id="{5FAD5D82-12FC-48D3-A69C-7A192A35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560" y="2790825"/>
            <a:ext cx="10255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A,  G=(A,E)</a:t>
            </a:r>
          </a:p>
        </p:txBody>
      </p:sp>
      <p:sp>
        <p:nvSpPr>
          <p:cNvPr id="62" name="reducer">
            <a:extLst xmlns:a="http://schemas.openxmlformats.org/drawingml/2006/main">
              <a:ext uri="{FF2B5EF4-FFF2-40B4-BE49-F238E27FC236}">
                <a16:creationId xmlns:a16="http://schemas.microsoft.com/office/drawing/2014/main" id="{A2C58821-51B5-4388-B5DE-C22632CB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52625"/>
            <a:ext cx="819150" cy="195262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AEB9C5"/>
            </a:solidFill>
            <a:prstDash val="solid"/>
          </a:ln>
        </p:spPr>
      </p:sp>
      <p:sp>
        <p:nvSpPr>
          <p:cNvPr id="63" name="reducer-core">
            <a:extLst xmlns:a="http://schemas.openxmlformats.org/drawingml/2006/main">
              <a:ext uri="{FF2B5EF4-FFF2-40B4-BE49-F238E27FC236}">
                <a16:creationId xmlns:a16="http://schemas.microsoft.com/office/drawing/2014/main" id="{2875BDC2-909B-4CEE-BC3B-4E75D3BA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14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12B"/>
            </a:solidFill>
            <a:prstDash val="solid"/>
          </a:ln>
        </p:spPr>
      </p:sp>
      <p:sp>
        <p:nvSpPr>
          <p:cNvPr id="64" name="reducer-minus">
            <a:extLst xmlns:a="http://schemas.openxmlformats.org/drawingml/2006/main">
              <a:ext uri="{FF2B5EF4-FFF2-40B4-BE49-F238E27FC236}">
                <a16:creationId xmlns:a16="http://schemas.microsoft.com/office/drawing/2014/main" id="{7BD6503A-AC88-417B-A872-CBA5F322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859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R</a:t>
            </a:r>
          </a:p>
        </p:txBody>
      </p:sp>
      <p:sp>
        <p:nvSpPr>
          <p:cNvPr id="65" name="reducer-label">
            <a:extLst xmlns:a="http://schemas.openxmlformats.org/drawingml/2006/main">
              <a:ext uri="{FF2B5EF4-FFF2-40B4-BE49-F238E27FC236}">
                <a16:creationId xmlns:a16="http://schemas.microsoft.com/office/drawing/2014/main" id="{05248F89-4377-44CC-BC2E-7F975FE3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571750"/>
            <a:ext cx="685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Renderer</a:t>
            </a:r>
          </a:p>
        </p:txBody>
      </p:sp>
      <p:sp>
        <p:nvSpPr>
          <p:cNvPr id="66" name="reducer-note">
            <a:extLst xmlns:a="http://schemas.openxmlformats.org/drawingml/2006/main">
              <a:ext uri="{FF2B5EF4-FFF2-40B4-BE49-F238E27FC236}">
                <a16:creationId xmlns:a16="http://schemas.microsoft.com/office/drawing/2014/main" id="{8F18A98E-2603-4F01-9CBD-1E912AD3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457575"/>
            <a:ext cx="685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same fixed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renderer</a:t>
            </a:r>
          </a:p>
        </p:txBody>
      </p:sp>
      <p:sp>
        <p:nvSpPr>
          <p:cNvPr id="67" name="candidate-kicker">
            <a:extLst xmlns:a="http://schemas.openxmlformats.org/drawingml/2006/main">
              <a:ext uri="{FF2B5EF4-FFF2-40B4-BE49-F238E27FC236}">
                <a16:creationId xmlns:a16="http://schemas.microsoft.com/office/drawing/2014/main" id="{8137D3CC-7F7A-4FE6-A30E-5071C143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90850"/>
            <a:ext cx="1200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5BFE6"/>
                </a:solidFill>
                <a:latin typeface="Arial"/>
                <a:ea typeface="Arial"/>
                <a:cs typeface="Arial"/>
              </a:defRPr>
            </a:pPr>
            <a:r>
              <a:t>SIMPLIFIED</a:t>
            </a:r>
          </a:p>
        </p:txBody>
      </p:sp>
      <p:sp>
        <p:nvSpPr>
          <p:cNvPr id="68" name="candidate-shadow">
            <a:extLst xmlns:a="http://schemas.openxmlformats.org/drawingml/2006/main">
              <a:ext uri="{FF2B5EF4-FFF2-40B4-BE49-F238E27FC236}">
                <a16:creationId xmlns:a16="http://schemas.microsoft.com/office/drawing/2014/main" id="{047326A7-A6AF-4C01-B4D5-FEBDA7C6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095625"/>
            <a:ext cx="800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5"/>
            </a:solidFill>
            <a:prstDash val="solid"/>
          </a:ln>
        </p:spPr>
      </p:sp>
      <p:sp>
        <p:nvSpPr>
          <p:cNvPr id="69" name="candidate-page">
            <a:extLst xmlns:a="http://schemas.openxmlformats.org/drawingml/2006/main">
              <a:ext uri="{FF2B5EF4-FFF2-40B4-BE49-F238E27FC236}">
                <a16:creationId xmlns:a16="http://schemas.microsoft.com/office/drawing/2014/main" id="{7CE03937-76E7-4CEE-A371-37D4B339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62300"/>
            <a:ext cx="800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8FD"/>
          </a:solidFill>
          <a:ln xmlns:a="http://schemas.openxmlformats.org/drawingml/2006/main" w="19050">
            <a:solidFill>
              <a:srgbClr val="55BFE6"/>
            </a:solidFill>
            <a:prstDash val="solid"/>
          </a:ln>
        </p:spPr>
      </p:sp>
      <p:sp>
        <p:nvSpPr>
          <p:cNvPr id="70" name="candidate-bar-0">
            <a:extLst xmlns:a="http://schemas.openxmlformats.org/drawingml/2006/main">
              <a:ext uri="{FF2B5EF4-FFF2-40B4-BE49-F238E27FC236}">
                <a16:creationId xmlns:a16="http://schemas.microsoft.com/office/drawing/2014/main" id="{8DF8A982-A3C4-46C5-BAE7-91D1E023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52800"/>
            <a:ext cx="52806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candidate-bar-1">
            <a:extLst xmlns:a="http://schemas.openxmlformats.org/drawingml/2006/main">
              <a:ext uri="{FF2B5EF4-FFF2-40B4-BE49-F238E27FC236}">
                <a16:creationId xmlns:a16="http://schemas.microsoft.com/office/drawing/2014/main" id="{B50E37EE-7899-4EB0-87B3-E002F697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495675"/>
            <a:ext cx="52806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candidate-bar-2">
            <a:extLst xmlns:a="http://schemas.openxmlformats.org/drawingml/2006/main">
              <a:ext uri="{FF2B5EF4-FFF2-40B4-BE49-F238E27FC236}">
                <a16:creationId xmlns:a16="http://schemas.microsoft.com/office/drawing/2014/main" id="{54F5B944-FA05-4160-97A8-EDD55390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638550"/>
            <a:ext cx="36804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candidate-label">
            <a:extLst xmlns:a="http://schemas.openxmlformats.org/drawingml/2006/main">
              <a:ext uri="{FF2B5EF4-FFF2-40B4-BE49-F238E27FC236}">
                <a16:creationId xmlns:a16="http://schemas.microsoft.com/office/drawing/2014/main" id="{FA8D8015-EC66-4558-BEDC-89642ED1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229100"/>
            <a:ext cx="1390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S = R(A_S)</a:t>
            </a:r>
          </a:p>
        </p:txBody>
      </p:sp>
      <p:cxnSp>
        <p:nvCxnSpPr>
          <p:cNvPr id="553" name="candidate-atoms-edge-a"/>
          <p:cNvCxnSpPr/>
          <p:nvPr/>
        </p:nvCxnSpPr>
        <p:spPr>
          <a:xfrm xmlns:a="http://schemas.openxmlformats.org/drawingml/2006/main">
            <a:off x="1809750" y="3619500"/>
            <a:ext cx="1333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B9C5"/>
            </a:solidFill>
            <a:prstDash val="solid"/>
          </a:ln>
        </p:spPr>
      </p:cxnSp>
      <p:cxnSp>
        <p:nvCxnSpPr>
          <p:cNvPr id="554" name="candidate-atoms-edge-b"/>
          <p:cNvCxnSpPr/>
          <p:nvPr/>
        </p:nvCxnSpPr>
        <p:spPr>
          <a:xfrm xmlns:a="http://schemas.openxmlformats.org/drawingml/2006/main">
            <a:off x="2133600" y="3619500"/>
            <a:ext cx="4381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B9C5"/>
            </a:solidFill>
            <a:prstDash val="solid"/>
          </a:ln>
        </p:spPr>
      </p:cxnSp>
      <p:sp>
        <p:nvSpPr>
          <p:cNvPr id="76" name="candidate-atoms-a">
            <a:extLst xmlns:a="http://schemas.openxmlformats.org/drawingml/2006/main">
              <a:ext uri="{FF2B5EF4-FFF2-40B4-BE49-F238E27FC236}">
                <a16:creationId xmlns:a16="http://schemas.microsoft.com/office/drawing/2014/main" id="{43AB67CC-57D4-488D-9ABC-8DA8098A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24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candidate-atoms-b">
            <a:extLst xmlns:a="http://schemas.openxmlformats.org/drawingml/2006/main">
              <a:ext uri="{FF2B5EF4-FFF2-40B4-BE49-F238E27FC236}">
                <a16:creationId xmlns:a16="http://schemas.microsoft.com/office/drawing/2014/main" id="{4A7D5744-5C7A-4EA1-9EB5-B408DFD5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24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5B62"/>
            </a:solidFill>
            <a:prstDash val="solid"/>
          </a:ln>
        </p:spPr>
      </p:sp>
      <p:sp>
        <p:nvSpPr>
          <p:cNvPr id="78" name="candidate-atoms-b-label">
            <a:extLst xmlns:a="http://schemas.openxmlformats.org/drawingml/2006/main">
              <a:ext uri="{FF2B5EF4-FFF2-40B4-BE49-F238E27FC236}">
                <a16:creationId xmlns:a16="http://schemas.microsoft.com/office/drawing/2014/main" id="{6BE33A29-9A50-4B50-9627-25FBB6FF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24250"/>
            <a:ext cx="19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D85B62"/>
                </a:solidFill>
                <a:latin typeface="Arial"/>
                <a:ea typeface="Arial"/>
                <a:cs typeface="Arial"/>
              </a:defRPr>
            </a:pPr>
            <a:r>
              <a:t>x</a:t>
            </a:r>
          </a:p>
        </p:txBody>
      </p:sp>
      <p:sp>
        <p:nvSpPr>
          <p:cNvPr id="79" name="candidate-atoms-ellipsis">
            <a:extLst xmlns:a="http://schemas.openxmlformats.org/drawingml/2006/main">
              <a:ext uri="{FF2B5EF4-FFF2-40B4-BE49-F238E27FC236}">
                <a16:creationId xmlns:a16="http://schemas.microsoft.com/office/drawing/2014/main" id="{8D645A74-D2B5-4D6C-93E0-AE60AD69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505200"/>
            <a:ext cx="209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...</a:t>
            </a:r>
          </a:p>
        </p:txBody>
      </p:sp>
      <p:sp>
        <p:nvSpPr>
          <p:cNvPr id="80" name="candidate-atoms-c">
            <a:extLst xmlns:a="http://schemas.openxmlformats.org/drawingml/2006/main">
              <a:ext uri="{FF2B5EF4-FFF2-40B4-BE49-F238E27FC236}">
                <a16:creationId xmlns:a16="http://schemas.microsoft.com/office/drawing/2014/main" id="{E26B232E-280E-4334-B768-AD5DF9CE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24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candidate-note">
            <a:extLst xmlns:a="http://schemas.openxmlformats.org/drawingml/2006/main">
              <a:ext uri="{FF2B5EF4-FFF2-40B4-BE49-F238E27FC236}">
                <a16:creationId xmlns:a16="http://schemas.microsoft.com/office/drawing/2014/main" id="{9FA231C7-3208-4680-9C6F-C70DF370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790950"/>
            <a:ext cx="16668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A_S ⊊ A,  G_S=G[A_S]</a:t>
            </a:r>
          </a:p>
        </p:txBody>
      </p:sp>
      <p:sp>
        <p:nvSpPr>
          <p:cNvPr id="83" name="evaluation-package">
            <a:extLst xmlns:a="http://schemas.openxmlformats.org/drawingml/2006/main">
              <a:ext uri="{FF2B5EF4-FFF2-40B4-BE49-F238E27FC236}">
                <a16:creationId xmlns:a16="http://schemas.microsoft.com/office/drawing/2014/main" id="{1B714F24-D302-4C30-AB40-11E292BE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4781550" cy="99060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84" name="evaluation-tab">
            <a:extLst xmlns:a="http://schemas.openxmlformats.org/drawingml/2006/main">
              <a:ext uri="{FF2B5EF4-FFF2-40B4-BE49-F238E27FC236}">
                <a16:creationId xmlns:a16="http://schemas.microsoft.com/office/drawing/2014/main" id="{EE5F07EB-A26F-4F9C-9456-B498AA6D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0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evaluation-title">
            <a:extLst xmlns:a="http://schemas.openxmlformats.org/drawingml/2006/main">
              <a:ext uri="{FF2B5EF4-FFF2-40B4-BE49-F238E27FC236}">
                <a16:creationId xmlns:a16="http://schemas.microsoft.com/office/drawing/2014/main" id="{92F7CCC9-3FDD-482B-B1F5-CC27B36E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1981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9237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EVALUATION CONFIGURATION</a:t>
            </a:r>
          </a:p>
        </p:txBody>
      </p:sp>
      <p:sp>
        <p:nvSpPr>
          <p:cNvPr id="86" name="evaluation-fields">
            <a:extLst xmlns:a="http://schemas.openxmlformats.org/drawingml/2006/main">
              <a:ext uri="{FF2B5EF4-FFF2-40B4-BE49-F238E27FC236}">
                <a16:creationId xmlns:a16="http://schemas.microsoft.com/office/drawing/2014/main" id="{4082E849-6CF8-4827-886B-4CA36635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72025"/>
            <a:ext cx="2571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t, W, M, T, U, Q, σ, τ, γ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frozen with P, A, G, F, S to form Ω</a:t>
            </a:r>
          </a:p>
        </p:txBody>
      </p:sp>
      <p:sp>
        <p:nvSpPr>
          <p:cNvPr id="87" name="protocol-shell">
            <a:extLst xmlns:a="http://schemas.openxmlformats.org/drawingml/2006/main">
              <a:ext uri="{FF2B5EF4-FFF2-40B4-BE49-F238E27FC236}">
                <a16:creationId xmlns:a16="http://schemas.microsoft.com/office/drawing/2014/main" id="{DC05B4DD-77AB-4A59-8025-AD963AD0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390650"/>
            <a:ext cx="4171950" cy="445770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19050">
            <a:solidFill>
              <a:srgbClr val="3578E5"/>
            </a:solidFill>
            <a:prstDash val="solid"/>
          </a:ln>
        </p:spPr>
      </p:sp>
      <p:sp>
        <p:nvSpPr>
          <p:cNvPr id="88" name="protocol-boundary-label">
            <a:extLst xmlns:a="http://schemas.openxmlformats.org/drawingml/2006/main">
              <a:ext uri="{FF2B5EF4-FFF2-40B4-BE49-F238E27FC236}">
                <a16:creationId xmlns:a16="http://schemas.microsoft.com/office/drawing/2014/main" id="{E55ACED5-AC38-4A9C-9237-1ED3405A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504950"/>
            <a:ext cx="3829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4A87"/>
                </a:solidFill>
                <a:latin typeface="Arial"/>
                <a:ea typeface="Arial"/>
                <a:cs typeface="Arial"/>
              </a:defRPr>
            </a:pPr>
            <a:r>
              <a:t>prespecified, frozen evaluation boundary  Ω</a:t>
            </a:r>
          </a:p>
        </p:txBody>
      </p:sp>
      <p:sp>
        <p:nvSpPr>
          <p:cNvPr id="89" name="stage-map">
            <a:extLst xmlns:a="http://schemas.openxmlformats.org/drawingml/2006/main">
              <a:ext uri="{FF2B5EF4-FFF2-40B4-BE49-F238E27FC236}">
                <a16:creationId xmlns:a16="http://schemas.microsoft.com/office/drawing/2014/main" id="{A93BFADF-4104-4CA4-BBB2-50CFE684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43100"/>
            <a:ext cx="914400" cy="2857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578E5"/>
            </a:solidFill>
            <a:prstDash val="solid"/>
          </a:ln>
        </p:spPr>
      </p:sp>
      <p:sp>
        <p:nvSpPr>
          <p:cNvPr id="90" name="stage-freeze">
            <a:extLst xmlns:a="http://schemas.openxmlformats.org/drawingml/2006/main">
              <a:ext uri="{FF2B5EF4-FFF2-40B4-BE49-F238E27FC236}">
                <a16:creationId xmlns:a16="http://schemas.microsoft.com/office/drawing/2014/main" id="{7040E9F0-96F4-4387-958A-4AD93092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43100"/>
            <a:ext cx="933450" cy="28575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4A87"/>
            </a:solidFill>
            <a:prstDash val="solid"/>
          </a:ln>
        </p:spPr>
      </p:sp>
      <p:sp>
        <p:nvSpPr>
          <p:cNvPr id="91" name="stage-run">
            <a:extLst xmlns:a="http://schemas.openxmlformats.org/drawingml/2006/main">
              <a:ext uri="{FF2B5EF4-FFF2-40B4-BE49-F238E27FC236}">
                <a16:creationId xmlns:a16="http://schemas.microsoft.com/office/drawing/2014/main" id="{BA1DF8A4-8A00-47E3-971F-23AECE4C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43100"/>
            <a:ext cx="1066800" cy="2857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5BFE6"/>
            </a:solidFill>
            <a:prstDash val="solid"/>
          </a:ln>
        </p:spPr>
      </p:sp>
      <p:sp>
        <p:nvSpPr>
          <p:cNvPr id="92" name="stage-verify">
            <a:extLst xmlns:a="http://schemas.openxmlformats.org/drawingml/2006/main">
              <a:ext uri="{FF2B5EF4-FFF2-40B4-BE49-F238E27FC236}">
                <a16:creationId xmlns:a16="http://schemas.microsoft.com/office/drawing/2014/main" id="{60619BD3-20DD-473A-802A-0D55BD05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43100"/>
            <a:ext cx="800100" cy="28575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9B63"/>
            </a:solidFill>
            <a:prstDash val="solid"/>
          </a:ln>
        </p:spPr>
      </p:sp>
      <p:sp>
        <p:nvSpPr>
          <p:cNvPr id="93" name="stage-1-index">
            <a:extLst xmlns:a="http://schemas.openxmlformats.org/drawingml/2006/main">
              <a:ext uri="{FF2B5EF4-FFF2-40B4-BE49-F238E27FC236}">
                <a16:creationId xmlns:a16="http://schemas.microsoft.com/office/drawing/2014/main" id="{4E990C8F-2F08-4C4C-B822-34EAEA88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193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stage-1-index-text">
            <a:extLst xmlns:a="http://schemas.openxmlformats.org/drawingml/2006/main">
              <a:ext uri="{FF2B5EF4-FFF2-40B4-BE49-F238E27FC236}">
                <a16:creationId xmlns:a16="http://schemas.microsoft.com/office/drawing/2014/main" id="{26FEBB32-5295-4A56-A5EC-9F9CA282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19300"/>
            <a:ext cx="20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95" name="stage-2-index">
            <a:extLst xmlns:a="http://schemas.openxmlformats.org/drawingml/2006/main">
              <a:ext uri="{FF2B5EF4-FFF2-40B4-BE49-F238E27FC236}">
                <a16:creationId xmlns:a16="http://schemas.microsoft.com/office/drawing/2014/main" id="{08BA3537-2E62-43E6-AC1F-3FC46BDF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193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A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stage-2-index-text">
            <a:extLst xmlns:a="http://schemas.openxmlformats.org/drawingml/2006/main">
              <a:ext uri="{FF2B5EF4-FFF2-40B4-BE49-F238E27FC236}">
                <a16:creationId xmlns:a16="http://schemas.microsoft.com/office/drawing/2014/main" id="{AEBFBFD5-B854-41EE-BE49-172C6A4A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19300"/>
            <a:ext cx="20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97" name="stage-3-index">
            <a:extLst xmlns:a="http://schemas.openxmlformats.org/drawingml/2006/main">
              <a:ext uri="{FF2B5EF4-FFF2-40B4-BE49-F238E27FC236}">
                <a16:creationId xmlns:a16="http://schemas.microsoft.com/office/drawing/2014/main" id="{7AA4D60B-C4BA-4426-A24C-EE13C22C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193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stage-3-index-text">
            <a:extLst xmlns:a="http://schemas.openxmlformats.org/drawingml/2006/main">
              <a:ext uri="{FF2B5EF4-FFF2-40B4-BE49-F238E27FC236}">
                <a16:creationId xmlns:a16="http://schemas.microsoft.com/office/drawing/2014/main" id="{6D7BE610-3EA5-40A8-A7DE-5E69E1FD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19300"/>
            <a:ext cx="20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99" name="stage-4-index">
            <a:extLst xmlns:a="http://schemas.openxmlformats.org/drawingml/2006/main">
              <a:ext uri="{FF2B5EF4-FFF2-40B4-BE49-F238E27FC236}">
                <a16:creationId xmlns:a16="http://schemas.microsoft.com/office/drawing/2014/main" id="{4201B390-D9DC-4CBD-B946-B500DF79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193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9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stage-4-index-text">
            <a:extLst xmlns:a="http://schemas.openxmlformats.org/drawingml/2006/main">
              <a:ext uri="{FF2B5EF4-FFF2-40B4-BE49-F238E27FC236}">
                <a16:creationId xmlns:a16="http://schemas.microsoft.com/office/drawing/2014/main" id="{752A1147-1576-4A76-A1D7-942848BE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19300"/>
            <a:ext cx="20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101" name="stage-map-title">
            <a:extLst xmlns:a="http://schemas.openxmlformats.org/drawingml/2006/main">
              <a:ext uri="{FF2B5EF4-FFF2-40B4-BE49-F238E27FC236}">
                <a16:creationId xmlns:a16="http://schemas.microsoft.com/office/drawing/2014/main" id="{04C9785D-0EC4-481A-BB2F-E7AB648C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57500"/>
            <a:ext cx="76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578E5"/>
                </a:solidFill>
                <a:latin typeface="Arial"/>
                <a:ea typeface="Arial"/>
                <a:cs typeface="Arial"/>
              </a:defRPr>
            </a:pPr>
            <a:r>
              <a:t>MAP</a:t>
            </a:r>
          </a:p>
        </p:txBody>
      </p:sp>
      <p:sp>
        <p:nvSpPr>
          <p:cNvPr id="102" name="stage-map-detail">
            <a:extLst xmlns:a="http://schemas.openxmlformats.org/drawingml/2006/main">
              <a:ext uri="{FF2B5EF4-FFF2-40B4-BE49-F238E27FC236}">
                <a16:creationId xmlns:a16="http://schemas.microsoft.com/office/drawing/2014/main" id="{DFC3789A-9440-4B37-BF41-45E48397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24200"/>
            <a:ext cx="762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P + source spans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A, G=(A,E)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A_S closure</a:t>
            </a:r>
          </a:p>
        </p:txBody>
      </p:sp>
      <p:sp>
        <p:nvSpPr>
          <p:cNvPr id="103" name="closure-check">
            <a:extLst xmlns:a="http://schemas.openxmlformats.org/drawingml/2006/main">
              <a:ext uri="{FF2B5EF4-FFF2-40B4-BE49-F238E27FC236}">
                <a16:creationId xmlns:a16="http://schemas.microsoft.com/office/drawing/2014/main" id="{2EA3608B-9A83-455F-AF88-EAA57AB2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00500"/>
            <a:ext cx="762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3578E5"/>
            </a:solidFill>
            <a:prstDash val="solid"/>
          </a:ln>
        </p:spPr>
      </p:sp>
      <p:sp>
        <p:nvSpPr>
          <p:cNvPr id="104" name="closure-check-title">
            <a:extLst xmlns:a="http://schemas.openxmlformats.org/drawingml/2006/main">
              <a:ext uri="{FF2B5EF4-FFF2-40B4-BE49-F238E27FC236}">
                <a16:creationId xmlns:a16="http://schemas.microsoft.com/office/drawing/2014/main" id="{96C84E26-8D96-47AB-BB56-1305D886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057650"/>
            <a:ext cx="647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4A87"/>
                </a:solidFill>
                <a:latin typeface="Arial"/>
                <a:ea typeface="Arial"/>
                <a:cs typeface="Arial"/>
              </a:defRPr>
            </a:pPr>
            <a:r>
              <a:t>CHECK</a:t>
            </a:r>
          </a:p>
        </p:txBody>
      </p:sp>
      <p:sp>
        <p:nvSpPr>
          <p:cNvPr id="105" name="closure-check-note">
            <a:extLst xmlns:a="http://schemas.openxmlformats.org/drawingml/2006/main">
              <a:ext uri="{FF2B5EF4-FFF2-40B4-BE49-F238E27FC236}">
                <a16:creationId xmlns:a16="http://schemas.microsoft.com/office/drawing/2014/main" id="{BFEA7361-3E87-4597-AABB-1D580D12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248150"/>
            <a:ext cx="647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7738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74A87"/>
                </a:solidFill>
                <a:latin typeface="Arial"/>
                <a:ea typeface="Arial"/>
                <a:cs typeface="Arial"/>
              </a:defRPr>
            </a:pPr>
            <a:r>
              <a:t>source +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174A87"/>
                </a:solidFill>
                <a:latin typeface="Arial"/>
                <a:ea typeface="Arial"/>
                <a:cs typeface="Arial"/>
              </a:defRPr>
            </a:pPr>
            <a:r>
              <a:t>closure</a:t>
            </a:r>
          </a:p>
        </p:txBody>
      </p:sp>
      <p:sp>
        <p:nvSpPr>
          <p:cNvPr id="106" name="stage-freeze-title">
            <a:extLst xmlns:a="http://schemas.openxmlformats.org/drawingml/2006/main">
              <a:ext uri="{FF2B5EF4-FFF2-40B4-BE49-F238E27FC236}">
                <a16:creationId xmlns:a16="http://schemas.microsoft.com/office/drawing/2014/main" id="{C6D0E21F-1231-4570-BF12-B51042AD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781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4A87"/>
                </a:solidFill>
                <a:latin typeface="Arial"/>
                <a:ea typeface="Arial"/>
                <a:cs typeface="Arial"/>
              </a:defRPr>
            </a:pPr>
            <a:r>
              <a:t>FREEZE</a:t>
            </a:r>
          </a:p>
        </p:txBody>
      </p:sp>
      <p:sp>
        <p:nvSpPr>
          <p:cNvPr id="107" name="stage-freeze-detail">
            <a:extLst xmlns:a="http://schemas.openxmlformats.org/drawingml/2006/main">
              <a:ext uri="{FF2B5EF4-FFF2-40B4-BE49-F238E27FC236}">
                <a16:creationId xmlns:a16="http://schemas.microsoft.com/office/drawing/2014/main" id="{6080ACF9-6563-4165-9655-105B865D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24200"/>
            <a:ext cx="7810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P,A,G,F,S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Task + tests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Model/tools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Rules</a:t>
            </a:r>
          </a:p>
        </p:txBody>
      </p:sp>
      <p:sp>
        <p:nvSpPr>
          <p:cNvPr id="108" name="stage-freeze-note">
            <a:extLst xmlns:a="http://schemas.openxmlformats.org/drawingml/2006/main">
              <a:ext uri="{FF2B5EF4-FFF2-40B4-BE49-F238E27FC236}">
                <a16:creationId xmlns:a16="http://schemas.microsoft.com/office/drawing/2014/main" id="{3DB0C872-7DB1-4720-B0D5-F9E07443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704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416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4A87"/>
                </a:solidFill>
                <a:latin typeface="Arial"/>
                <a:ea typeface="Arial"/>
                <a:cs typeface="Arial"/>
              </a:defRPr>
            </a:pPr>
            <a:r>
              <a:t>Ω fixed before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4A87"/>
                </a:solidFill>
                <a:latin typeface="Arial"/>
                <a:ea typeface="Arial"/>
                <a:cs typeface="Arial"/>
              </a:defRPr>
            </a:pPr>
            <a:r>
              <a:t>testing</a:t>
            </a:r>
          </a:p>
        </p:txBody>
      </p:sp>
      <p:sp>
        <p:nvSpPr>
          <p:cNvPr id="109" name="stage-run-title">
            <a:extLst xmlns:a="http://schemas.openxmlformats.org/drawingml/2006/main">
              <a:ext uri="{FF2B5EF4-FFF2-40B4-BE49-F238E27FC236}">
                <a16:creationId xmlns:a16="http://schemas.microsoft.com/office/drawing/2014/main" id="{7486B931-8818-4923-A99E-A7B788E8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24100"/>
            <a:ext cx="914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5BFE6"/>
                </a:solidFill>
                <a:latin typeface="Arial"/>
                <a:ea typeface="Arial"/>
                <a:cs typeface="Arial"/>
              </a:defRPr>
            </a:pPr>
            <a:r>
              <a:t>RUN</a:t>
            </a:r>
          </a:p>
        </p:txBody>
      </p:sp>
      <p:sp>
        <p:nvSpPr>
          <p:cNvPr id="110" name="stage-run-subtitle">
            <a:extLst xmlns:a="http://schemas.openxmlformats.org/drawingml/2006/main">
              <a:ext uri="{FF2B5EF4-FFF2-40B4-BE49-F238E27FC236}">
                <a16:creationId xmlns:a16="http://schemas.microsoft.com/office/drawing/2014/main" id="{8FCFCF09-B565-476A-BAE0-990602A9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52700"/>
            <a:ext cx="91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9744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same task; independent runs</a:t>
            </a:r>
          </a:p>
        </p:txBody>
      </p:sp>
      <p:sp>
        <p:nvSpPr>
          <p:cNvPr id="111" name="lane-0">
            <a:extLst xmlns:a="http://schemas.openxmlformats.org/drawingml/2006/main">
              <a:ext uri="{FF2B5EF4-FFF2-40B4-BE49-F238E27FC236}">
                <a16:creationId xmlns:a16="http://schemas.microsoft.com/office/drawing/2014/main" id="{71A58423-13EF-4A75-A02E-9669A726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14650"/>
            <a:ext cx="952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5"/>
            </a:solidFill>
            <a:prstDash val="solid"/>
          </a:ln>
        </p:spPr>
      </p:sp>
      <p:sp>
        <p:nvSpPr>
          <p:cNvPr id="112" name="lane-0-code-bg">
            <a:extLst xmlns:a="http://schemas.openxmlformats.org/drawingml/2006/main">
              <a:ext uri="{FF2B5EF4-FFF2-40B4-BE49-F238E27FC236}">
                <a16:creationId xmlns:a16="http://schemas.microsoft.com/office/drawing/2014/main" id="{703B4FCB-761D-4D1B-9951-7332ED3A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003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5"/>
            </a:solidFill>
            <a:prstDash val="solid"/>
          </a:ln>
        </p:spPr>
      </p:sp>
      <p:sp>
        <p:nvSpPr>
          <p:cNvPr id="113" name="lane-0-code">
            <a:extLst xmlns:a="http://schemas.openxmlformats.org/drawingml/2006/main">
              <a:ext uri="{FF2B5EF4-FFF2-40B4-BE49-F238E27FC236}">
                <a16:creationId xmlns:a16="http://schemas.microsoft.com/office/drawing/2014/main" id="{0CAB9B04-99D0-40AF-9B35-7ECF7401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00375"/>
            <a:ext cx="20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AEB9C5"/>
                </a:solidFill>
                <a:latin typeface="Arial"/>
                <a:ea typeface="Arial"/>
                <a:cs typeface="Arial"/>
              </a:defRPr>
            </a:pPr>
            <a:r>
              <a:t>B</a:t>
            </a:r>
          </a:p>
        </p:txBody>
      </p:sp>
      <p:sp>
        <p:nvSpPr>
          <p:cNvPr id="114" name="lane-0-label">
            <a:extLst xmlns:a="http://schemas.openxmlformats.org/drawingml/2006/main">
              <a:ext uri="{FF2B5EF4-FFF2-40B4-BE49-F238E27FC236}">
                <a16:creationId xmlns:a16="http://schemas.microsoft.com/office/drawing/2014/main" id="{EEF42E18-1606-4388-9515-203DDC2E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52750"/>
            <a:ext cx="609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No spec.</a:t>
            </a:r>
          </a:p>
        </p:txBody>
      </p:sp>
      <p:sp>
        <p:nvSpPr>
          <p:cNvPr id="115" name="lane-1">
            <a:extLst xmlns:a="http://schemas.openxmlformats.org/drawingml/2006/main">
              <a:ext uri="{FF2B5EF4-FFF2-40B4-BE49-F238E27FC236}">
                <a16:creationId xmlns:a16="http://schemas.microsoft.com/office/drawing/2014/main" id="{67FF91B1-072E-4B70-BC3E-F60A818A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90900"/>
            <a:ext cx="952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3578E5"/>
            </a:solidFill>
            <a:prstDash val="solid"/>
          </a:ln>
        </p:spPr>
      </p:sp>
      <p:sp>
        <p:nvSpPr>
          <p:cNvPr id="116" name="lane-1-code-bg">
            <a:extLst xmlns:a="http://schemas.openxmlformats.org/drawingml/2006/main">
              <a:ext uri="{FF2B5EF4-FFF2-40B4-BE49-F238E27FC236}">
                <a16:creationId xmlns:a16="http://schemas.microsoft.com/office/drawing/2014/main" id="{851F6B90-FC74-45B2-BF24-E853B2B7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76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578E5"/>
            </a:solidFill>
            <a:prstDash val="solid"/>
          </a:ln>
        </p:spPr>
      </p:sp>
      <p:sp>
        <p:nvSpPr>
          <p:cNvPr id="117" name="lane-1-code">
            <a:extLst xmlns:a="http://schemas.openxmlformats.org/drawingml/2006/main">
              <a:ext uri="{FF2B5EF4-FFF2-40B4-BE49-F238E27FC236}">
                <a16:creationId xmlns:a16="http://schemas.microsoft.com/office/drawing/2014/main" id="{73D07378-6DC5-40E1-8DAB-9C9020B4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76625"/>
            <a:ext cx="20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578E5"/>
                </a:solidFill>
                <a:latin typeface="Arial"/>
                <a:ea typeface="Arial"/>
                <a:cs typeface="Arial"/>
              </a:defRPr>
            </a:pPr>
            <a:r>
              <a:t>F</a:t>
            </a:r>
          </a:p>
        </p:txBody>
      </p:sp>
      <p:sp>
        <p:nvSpPr>
          <p:cNvPr id="118" name="lane-1-label">
            <a:extLst xmlns:a="http://schemas.openxmlformats.org/drawingml/2006/main">
              <a:ext uri="{FF2B5EF4-FFF2-40B4-BE49-F238E27FC236}">
                <a16:creationId xmlns:a16="http://schemas.microsoft.com/office/drawing/2014/main" id="{DC134873-D231-41DD-9AF1-CE892A2F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609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Full spec.</a:t>
            </a:r>
          </a:p>
        </p:txBody>
      </p:sp>
      <p:sp>
        <p:nvSpPr>
          <p:cNvPr id="119" name="lane-2">
            <a:extLst xmlns:a="http://schemas.openxmlformats.org/drawingml/2006/main">
              <a:ext uri="{FF2B5EF4-FFF2-40B4-BE49-F238E27FC236}">
                <a16:creationId xmlns:a16="http://schemas.microsoft.com/office/drawing/2014/main" id="{B1F681CA-0673-4921-A677-B6DE80BB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67150"/>
            <a:ext cx="952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9F8FD"/>
          </a:solidFill>
          <a:ln xmlns:a="http://schemas.openxmlformats.org/drawingml/2006/main" w="9525">
            <a:solidFill>
              <a:srgbClr val="55BFE6"/>
            </a:solidFill>
            <a:prstDash val="solid"/>
          </a:ln>
        </p:spPr>
      </p:sp>
      <p:sp>
        <p:nvSpPr>
          <p:cNvPr id="120" name="lane-2-code-bg">
            <a:extLst xmlns:a="http://schemas.openxmlformats.org/drawingml/2006/main">
              <a:ext uri="{FF2B5EF4-FFF2-40B4-BE49-F238E27FC236}">
                <a16:creationId xmlns:a16="http://schemas.microsoft.com/office/drawing/2014/main" id="{71D4D55D-5D2E-4CE9-9B2E-0D30F691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52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5BFE6"/>
            </a:solidFill>
            <a:prstDash val="solid"/>
          </a:ln>
        </p:spPr>
      </p:sp>
      <p:sp>
        <p:nvSpPr>
          <p:cNvPr id="121" name="lane-2-code">
            <a:extLst xmlns:a="http://schemas.openxmlformats.org/drawingml/2006/main">
              <a:ext uri="{FF2B5EF4-FFF2-40B4-BE49-F238E27FC236}">
                <a16:creationId xmlns:a16="http://schemas.microsoft.com/office/drawing/2014/main" id="{3B44D93A-099C-42B2-8F97-D78546FC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52875"/>
            <a:ext cx="20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55BFE6"/>
                </a:solidFill>
                <a:latin typeface="Arial"/>
                <a:ea typeface="Arial"/>
                <a:cs typeface="Arial"/>
              </a:defRPr>
            </a:pPr>
            <a:r>
              <a:t>S</a:t>
            </a:r>
          </a:p>
        </p:txBody>
      </p:sp>
      <p:sp>
        <p:nvSpPr>
          <p:cNvPr id="122" name="lane-2-label">
            <a:extLst xmlns:a="http://schemas.openxmlformats.org/drawingml/2006/main">
              <a:ext uri="{FF2B5EF4-FFF2-40B4-BE49-F238E27FC236}">
                <a16:creationId xmlns:a16="http://schemas.microsoft.com/office/drawing/2014/main" id="{B2084706-6A13-4BB1-BF44-470B57EA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05250"/>
            <a:ext cx="609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Simplified spec.</a:t>
            </a:r>
          </a:p>
        </p:txBody>
      </p:sp>
      <p:sp>
        <p:nvSpPr>
          <p:cNvPr id="123" name="stage-run-note">
            <a:extLst xmlns:a="http://schemas.openxmlformats.org/drawingml/2006/main">
              <a:ext uri="{FF2B5EF4-FFF2-40B4-BE49-F238E27FC236}">
                <a16:creationId xmlns:a16="http://schemas.microsoft.com/office/drawing/2014/main" id="{F1A8BE2F-258A-46A7-920E-4C268ED7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38650"/>
            <a:ext cx="914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6827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score + hard contract</a:t>
            </a:r>
          </a:p>
        </p:txBody>
      </p:sp>
      <p:sp>
        <p:nvSpPr>
          <p:cNvPr id="124" name="stage-verify-title">
            <a:extLst xmlns:a="http://schemas.openxmlformats.org/drawingml/2006/main">
              <a:ext uri="{FF2B5EF4-FFF2-40B4-BE49-F238E27FC236}">
                <a16:creationId xmlns:a16="http://schemas.microsoft.com/office/drawing/2014/main" id="{C36C5288-DFC5-436F-81C5-0036D2A0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2410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39B63"/>
                </a:solidFill>
                <a:latin typeface="Arial"/>
                <a:ea typeface="Arial"/>
                <a:cs typeface="Arial"/>
              </a:defRPr>
            </a:pPr>
            <a:r>
              <a:t>VERIFY</a:t>
            </a:r>
          </a:p>
        </p:txBody>
      </p:sp>
      <p:sp>
        <p:nvSpPr>
          <p:cNvPr id="125" name="integrity-check-bg">
            <a:extLst xmlns:a="http://schemas.openxmlformats.org/drawingml/2006/main">
              <a:ext uri="{FF2B5EF4-FFF2-40B4-BE49-F238E27FC236}">
                <a16:creationId xmlns:a16="http://schemas.microsoft.com/office/drawing/2014/main" id="{8499E0F3-8F3A-411C-9311-898F21B5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00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F1"/>
          </a:solidFill>
          <a:ln xmlns:a="http://schemas.openxmlformats.org/drawingml/2006/main" w="19050">
            <a:solidFill>
              <a:srgbClr val="239B63"/>
            </a:solidFill>
            <a:prstDash val="solid"/>
          </a:ln>
        </p:spPr>
      </p:sp>
      <p:sp>
        <p:nvSpPr>
          <p:cNvPr id="126" name="integrity-check-number">
            <a:extLst xmlns:a="http://schemas.openxmlformats.org/drawingml/2006/main">
              <a:ext uri="{FF2B5EF4-FFF2-40B4-BE49-F238E27FC236}">
                <a16:creationId xmlns:a16="http://schemas.microsoft.com/office/drawing/2014/main" id="{8CE64D8E-6CD0-48EB-939A-A43DAD86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00350"/>
            <a:ext cx="342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39B63"/>
                </a:solidFill>
                <a:latin typeface="Arial"/>
                <a:ea typeface="Arial"/>
                <a:cs typeface="Arial"/>
              </a:defRPr>
            </a:pPr>
            <a:r>
              <a:t>OK</a:t>
            </a:r>
          </a:p>
        </p:txBody>
      </p:sp>
      <p:sp>
        <p:nvSpPr>
          <p:cNvPr id="127" name="integrity-check-label">
            <a:extLst xmlns:a="http://schemas.openxmlformats.org/drawingml/2006/main">
              <a:ext uri="{FF2B5EF4-FFF2-40B4-BE49-F238E27FC236}">
                <a16:creationId xmlns:a16="http://schemas.microsoft.com/office/drawing/2014/main" id="{DEF34742-F446-49DC-A7AE-A92E9586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00400"/>
            <a:ext cx="685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Integrity
complete?</a:t>
            </a:r>
          </a:p>
        </p:txBody>
      </p:sp>
      <p:sp>
        <p:nvSpPr>
          <p:cNvPr id="128" name="sla-check-bg">
            <a:extLst xmlns:a="http://schemas.openxmlformats.org/drawingml/2006/main">
              <a:ext uri="{FF2B5EF4-FFF2-40B4-BE49-F238E27FC236}">
                <a16:creationId xmlns:a16="http://schemas.microsoft.com/office/drawing/2014/main" id="{23475869-5790-4F69-9A6C-8825F926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14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3578E5"/>
            </a:solidFill>
            <a:prstDash val="solid"/>
          </a:ln>
        </p:spPr>
      </p:sp>
      <p:sp>
        <p:nvSpPr>
          <p:cNvPr id="129" name="sla-check-number">
            <a:extLst xmlns:a="http://schemas.openxmlformats.org/drawingml/2006/main">
              <a:ext uri="{FF2B5EF4-FFF2-40B4-BE49-F238E27FC236}">
                <a16:creationId xmlns:a16="http://schemas.microsoft.com/office/drawing/2014/main" id="{2723B851-4CF9-403F-BD6C-42403B55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14750"/>
            <a:ext cx="342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3578E5"/>
                </a:solidFill>
                <a:latin typeface="Arial"/>
                <a:ea typeface="Arial"/>
                <a:cs typeface="Arial"/>
              </a:defRPr>
            </a:pPr>
            <a:r>
              <a:t>SLA</a:t>
            </a:r>
          </a:p>
        </p:txBody>
      </p:sp>
      <p:sp>
        <p:nvSpPr>
          <p:cNvPr id="130" name="sla-check-label">
            <a:extLst xmlns:a="http://schemas.openxmlformats.org/drawingml/2006/main">
              <a:ext uri="{FF2B5EF4-FFF2-40B4-BE49-F238E27FC236}">
                <a16:creationId xmlns:a16="http://schemas.microsoft.com/office/drawing/2014/main" id="{ADE37021-4FF4-45D5-9B8B-5F66676F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14800"/>
            <a:ext cx="685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Frozen SLA
met?</a:t>
            </a:r>
          </a:p>
        </p:txBody>
      </p:sp>
      <p:sp>
        <p:nvSpPr>
          <p:cNvPr id="131" name="stage-verify-note">
            <a:extLst xmlns:a="http://schemas.openxmlformats.org/drawingml/2006/main">
              <a:ext uri="{FF2B5EF4-FFF2-40B4-BE49-F238E27FC236}">
                <a16:creationId xmlns:a16="http://schemas.microsoft.com/office/drawing/2014/main" id="{8D5792E2-E7EB-4400-844B-05E2ED56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14850"/>
            <a:ext cx="647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674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decide only after
integrity</a:t>
            </a:r>
          </a:p>
        </p:txBody>
      </p:sp>
      <p:sp>
        <p:nvSpPr>
          <p:cNvPr id="132" name="audit-trace-strip">
            <a:extLst xmlns:a="http://schemas.openxmlformats.org/drawingml/2006/main">
              <a:ext uri="{FF2B5EF4-FFF2-40B4-BE49-F238E27FC236}">
                <a16:creationId xmlns:a16="http://schemas.microsoft.com/office/drawing/2014/main" id="{811D67E8-C554-4FAB-9785-2A691027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048250"/>
            <a:ext cx="36766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5"/>
            </a:solidFill>
            <a:prstDash val="solid"/>
          </a:ln>
        </p:spPr>
      </p:sp>
      <p:sp>
        <p:nvSpPr>
          <p:cNvPr id="133" name="audit-trace-title">
            <a:extLst xmlns:a="http://schemas.openxmlformats.org/drawingml/2006/main">
              <a:ext uri="{FF2B5EF4-FFF2-40B4-BE49-F238E27FC236}">
                <a16:creationId xmlns:a16="http://schemas.microsoft.com/office/drawing/2014/main" id="{48D9FD62-38AE-471F-85FA-2610E00B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62550"/>
            <a:ext cx="495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4A87"/>
                </a:solidFill>
                <a:latin typeface="Arial"/>
                <a:ea typeface="Arial"/>
                <a:cs typeface="Arial"/>
              </a:defRPr>
            </a:pPr>
            <a:r>
              <a:t>TRACE</a:t>
            </a:r>
          </a:p>
        </p:txBody>
      </p:sp>
      <p:sp>
        <p:nvSpPr>
          <p:cNvPr id="134" name="audit-trace-fields">
            <a:extLst xmlns:a="http://schemas.openxmlformats.org/drawingml/2006/main">
              <a:ext uri="{FF2B5EF4-FFF2-40B4-BE49-F238E27FC236}">
                <a16:creationId xmlns:a16="http://schemas.microsoft.com/office/drawing/2014/main" id="{752B276C-6A93-4408-8653-05E86BA3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62550"/>
            <a:ext cx="2876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source  |  frozen config  |  results  |  rationale</a:t>
            </a:r>
          </a:p>
        </p:txBody>
      </p:sp>
      <p:sp>
        <p:nvSpPr>
          <p:cNvPr id="135" name="decision-kicker">
            <a:extLst xmlns:a="http://schemas.openxmlformats.org/drawingml/2006/main">
              <a:ext uri="{FF2B5EF4-FFF2-40B4-BE49-F238E27FC236}">
                <a16:creationId xmlns:a16="http://schemas.microsoft.com/office/drawing/2014/main" id="{862725C0-5968-400D-9414-0A3B3124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466850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DECISION</a:t>
            </a:r>
          </a:p>
        </p:txBody>
      </p:sp>
      <p:sp>
        <p:nvSpPr>
          <p:cNvPr id="136" name="accept">
            <a:extLst xmlns:a="http://schemas.openxmlformats.org/drawingml/2006/main">
              <a:ext uri="{FF2B5EF4-FFF2-40B4-BE49-F238E27FC236}">
                <a16:creationId xmlns:a16="http://schemas.microsoft.com/office/drawing/2014/main" id="{4261530C-28E1-4EEC-A86F-4C192EDA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809750"/>
            <a:ext cx="17716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239B63"/>
            </a:solidFill>
            <a:prstDash val="solid"/>
          </a:ln>
        </p:spPr>
      </p:sp>
      <p:sp>
        <p:nvSpPr>
          <p:cNvPr id="137" name="accept-rail">
            <a:extLst xmlns:a="http://schemas.openxmlformats.org/drawingml/2006/main">
              <a:ext uri="{FF2B5EF4-FFF2-40B4-BE49-F238E27FC236}">
                <a16:creationId xmlns:a16="http://schemas.microsoft.com/office/drawing/2014/main" id="{D03C6D4E-6BE3-4097-8930-DBCE2CA1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80975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9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accept-title">
            <a:extLst xmlns:a="http://schemas.openxmlformats.org/drawingml/2006/main">
              <a:ext uri="{FF2B5EF4-FFF2-40B4-BE49-F238E27FC236}">
                <a16:creationId xmlns:a16="http://schemas.microsoft.com/office/drawing/2014/main" id="{8D2CD6E8-9DAE-4533-B9DE-5879C519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66900"/>
            <a:ext cx="146685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39B63"/>
                </a:solidFill>
                <a:latin typeface="Arial"/>
                <a:ea typeface="Arial"/>
                <a:cs typeface="Arial"/>
              </a:defRPr>
            </a:pPr>
            <a:r>
              <a:t>Accept</a:t>
            </a:r>
          </a:p>
        </p:txBody>
      </p:sp>
      <p:sp>
        <p:nvSpPr>
          <p:cNvPr id="139" name="accept-note">
            <a:extLst xmlns:a="http://schemas.openxmlformats.org/drawingml/2006/main">
              <a:ext uri="{FF2B5EF4-FFF2-40B4-BE49-F238E27FC236}">
                <a16:creationId xmlns:a16="http://schemas.microsoft.com/office/drawing/2014/main" id="{93706556-4FDE-46EC-8B73-EEF32B33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85975"/>
            <a:ext cx="1466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valid run; criteria met</a:t>
            </a:r>
          </a:p>
        </p:txBody>
      </p:sp>
      <p:sp>
        <p:nvSpPr>
          <p:cNvPr id="140" name="reject">
            <a:extLst xmlns:a="http://schemas.openxmlformats.org/drawingml/2006/main">
              <a:ext uri="{FF2B5EF4-FFF2-40B4-BE49-F238E27FC236}">
                <a16:creationId xmlns:a16="http://schemas.microsoft.com/office/drawing/2014/main" id="{F2BC71A1-98CF-4A0A-BDA8-E312167D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00300"/>
            <a:ext cx="17716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D85B62"/>
            </a:solidFill>
            <a:prstDash val="solid"/>
          </a:ln>
        </p:spPr>
      </p:sp>
      <p:sp>
        <p:nvSpPr>
          <p:cNvPr id="141" name="reject-rail">
            <a:extLst xmlns:a="http://schemas.openxmlformats.org/drawingml/2006/main">
              <a:ext uri="{FF2B5EF4-FFF2-40B4-BE49-F238E27FC236}">
                <a16:creationId xmlns:a16="http://schemas.microsoft.com/office/drawing/2014/main" id="{AEFEA6BA-138C-4E0B-8637-DAF35AB4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0030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reject-title">
            <a:extLst xmlns:a="http://schemas.openxmlformats.org/drawingml/2006/main">
              <a:ext uri="{FF2B5EF4-FFF2-40B4-BE49-F238E27FC236}">
                <a16:creationId xmlns:a16="http://schemas.microsoft.com/office/drawing/2014/main" id="{E80B4077-9E29-47E8-9DC0-0DB0FF9F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457450"/>
            <a:ext cx="146685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85B62"/>
                </a:solidFill>
                <a:latin typeface="Arial"/>
                <a:ea typeface="Arial"/>
                <a:cs typeface="Arial"/>
              </a:defRPr>
            </a:pPr>
            <a:r>
              <a:t>Reject</a:t>
            </a:r>
          </a:p>
        </p:txBody>
      </p:sp>
      <p:sp>
        <p:nvSpPr>
          <p:cNvPr id="143" name="reject-note">
            <a:extLst xmlns:a="http://schemas.openxmlformats.org/drawingml/2006/main">
              <a:ext uri="{FF2B5EF4-FFF2-40B4-BE49-F238E27FC236}">
                <a16:creationId xmlns:a16="http://schemas.microsoft.com/office/drawing/2014/main" id="{CC58878C-BEB6-4C58-AD4F-B5A3BC1C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76525"/>
            <a:ext cx="1466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valid run; criteria missed</a:t>
            </a:r>
          </a:p>
        </p:txBody>
      </p:sp>
      <p:sp>
        <p:nvSpPr>
          <p:cNvPr id="144" name="invalid">
            <a:extLst xmlns:a="http://schemas.openxmlformats.org/drawingml/2006/main">
              <a:ext uri="{FF2B5EF4-FFF2-40B4-BE49-F238E27FC236}">
                <a16:creationId xmlns:a16="http://schemas.microsoft.com/office/drawing/2014/main" id="{3769C143-9E9B-4441-A78B-7FEF82EA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90850"/>
            <a:ext cx="17716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5"/>
            </a:solidFill>
            <a:prstDash val="solid"/>
          </a:ln>
        </p:spPr>
      </p:sp>
      <p:sp>
        <p:nvSpPr>
          <p:cNvPr id="145" name="invalid-rail">
            <a:extLst xmlns:a="http://schemas.openxmlformats.org/drawingml/2006/main">
              <a:ext uri="{FF2B5EF4-FFF2-40B4-BE49-F238E27FC236}">
                <a16:creationId xmlns:a16="http://schemas.microsoft.com/office/drawing/2014/main" id="{C009F755-5F02-4B35-B9F9-3F5415D8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9085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invalid-title">
            <a:extLst xmlns:a="http://schemas.openxmlformats.org/drawingml/2006/main">
              <a:ext uri="{FF2B5EF4-FFF2-40B4-BE49-F238E27FC236}">
                <a16:creationId xmlns:a16="http://schemas.microsoft.com/office/drawing/2014/main" id="{A6E1886B-8620-4AA8-B3A8-0E9F7E67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048000"/>
            <a:ext cx="146685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Invalid</a:t>
            </a:r>
          </a:p>
        </p:txBody>
      </p:sp>
      <p:sp>
        <p:nvSpPr>
          <p:cNvPr id="147" name="invalid-note">
            <a:extLst xmlns:a="http://schemas.openxmlformats.org/drawingml/2006/main">
              <a:ext uri="{FF2B5EF4-FFF2-40B4-BE49-F238E27FC236}">
                <a16:creationId xmlns:a16="http://schemas.microsoft.com/office/drawing/2014/main" id="{64A24D5E-BC33-41F2-AB6D-D9630C21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267075"/>
            <a:ext cx="1466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9328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incomplete or malformed run</a:t>
            </a:r>
          </a:p>
        </p:txBody>
      </p:sp>
      <p:sp>
        <p:nvSpPr>
          <p:cNvPr id="148" name="evidence-kicker">
            <a:extLst xmlns:a="http://schemas.openxmlformats.org/drawingml/2006/main">
              <a:ext uri="{FF2B5EF4-FFF2-40B4-BE49-F238E27FC236}">
                <a16:creationId xmlns:a16="http://schemas.microsoft.com/office/drawing/2014/main" id="{6F871021-17FE-4B94-AB49-EFFFA259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171950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3578E5"/>
                </a:solidFill>
                <a:latin typeface="Arial"/>
                <a:ea typeface="Arial"/>
                <a:cs typeface="Arial"/>
              </a:defRPr>
            </a:pPr>
            <a:r>
              <a:t>EVIDENCE</a:t>
            </a:r>
          </a:p>
        </p:txBody>
      </p:sp>
      <p:sp>
        <p:nvSpPr>
          <p:cNvPr id="149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DC992036-ACA6-4D41-BD36-6AD5F705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42925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Auditable record</a:t>
            </a:r>
          </a:p>
        </p:txBody>
      </p:sp>
      <p:sp>
        <p:nvSpPr>
          <p:cNvPr id="150" name="evidence-fields">
            <a:extLst xmlns:a="http://schemas.openxmlformats.org/drawingml/2006/main">
              <a:ext uri="{FF2B5EF4-FFF2-40B4-BE49-F238E27FC236}">
                <a16:creationId xmlns:a16="http://schemas.microsoft.com/office/drawing/2014/main" id="{F5F88C66-E595-4714-8D67-AE09FFCF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73405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802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source / config / results / rationale</a:t>
            </a:r>
          </a:p>
        </p:txBody>
      </p:sp>
      <p:pic>
        <p:nvPicPr>
          <p:cNvPr id="629" name="图片 3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a3fb59565043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7974" y="2286000"/>
            <a:ext cx="416052" cy="495300"/>
          </a:xfrm>
          <a:prstGeom xmlns:a="http://schemas.openxmlformats.org/drawingml/2006/main" prst="rect">
            <a:avLst/>
          </a:prstGeom>
        </p:spPr>
      </p:pic>
      <p:pic>
        <p:nvPicPr>
          <p:cNvPr id="630" name="图片 3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a70ce16cff42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83146" y="2286000"/>
            <a:ext cx="425958" cy="495300"/>
          </a:xfrm>
          <a:prstGeom xmlns:a="http://schemas.openxmlformats.org/drawingml/2006/main" prst="rect">
            <a:avLst/>
          </a:prstGeom>
        </p:spPr>
      </p:pic>
      <p:pic>
        <p:nvPicPr>
          <p:cNvPr id="631" name="图片 3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9843d61c94e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31399" y="4457700"/>
            <a:ext cx="720852" cy="838200"/>
          </a:xfrm>
          <a:prstGeom xmlns:a="http://schemas.openxmlformats.org/drawingml/2006/main" prst="rect">
            <a:avLst/>
          </a:prstGeom>
        </p:spPr>
      </p:pic>
      <p:sp>
        <p:nvSpPr>
          <p:cNvPr id="154" name="candidate-to-protocol-visible-head">
            <a:extLst xmlns:a="http://schemas.openxmlformats.org/drawingml/2006/main">
              <a:ext uri="{FF2B5EF4-FFF2-40B4-BE49-F238E27FC236}">
                <a16:creationId xmlns:a16="http://schemas.microsoft.com/office/drawing/2014/main" id="{FF1AB76B-37FD-4409-B8E5-503A64F6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95600"/>
            <a:ext cx="952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solidFill>
              <a:srgbClr val="55BFE6"/>
            </a:solidFill>
            <a:prstDash val="solid"/>
          </a:ln>
        </p:spPr>
      </p:sp>
      <p:sp>
        <p:nvSpPr>
          <p:cNvPr id="155" name="visible-stage-arrow-map-freeze">
            <a:extLst xmlns:a="http://schemas.openxmlformats.org/drawingml/2006/main">
              <a:ext uri="{FF2B5EF4-FFF2-40B4-BE49-F238E27FC236}">
                <a16:creationId xmlns:a16="http://schemas.microsoft.com/office/drawing/2014/main" id="{651C6AFD-6695-4258-944B-5CEDBE40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81350"/>
            <a:ext cx="7620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solidFill>
              <a:srgbClr val="3578E5"/>
            </a:solidFill>
            <a:prstDash val="solid"/>
          </a:ln>
        </p:spPr>
      </p:sp>
      <p:sp>
        <p:nvSpPr>
          <p:cNvPr id="156" name="visible-stage-arrow-freeze-run">
            <a:extLst xmlns:a="http://schemas.openxmlformats.org/drawingml/2006/main">
              <a:ext uri="{FF2B5EF4-FFF2-40B4-BE49-F238E27FC236}">
                <a16:creationId xmlns:a16="http://schemas.microsoft.com/office/drawing/2014/main" id="{B0658829-6B47-4667-BCAB-214268A9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81350"/>
            <a:ext cx="7620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74A87"/>
          </a:solidFill>
          <a:ln xmlns:a="http://schemas.openxmlformats.org/drawingml/2006/main" w="0">
            <a:solidFill>
              <a:srgbClr val="174A87"/>
            </a:solidFill>
            <a:prstDash val="solid"/>
          </a:ln>
        </p:spPr>
      </p:sp>
      <p:sp>
        <p:nvSpPr>
          <p:cNvPr id="157" name="visible-stage-arrow-run-verify">
            <a:extLst xmlns:a="http://schemas.openxmlformats.org/drawingml/2006/main">
              <a:ext uri="{FF2B5EF4-FFF2-40B4-BE49-F238E27FC236}">
                <a16:creationId xmlns:a16="http://schemas.microsoft.com/office/drawing/2014/main" id="{8F8B55DE-EE4E-4BFA-B830-55A7A09F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81350"/>
            <a:ext cx="7620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solidFill>
              <a:srgbClr val="55BFE6"/>
            </a:solidFill>
            <a:prstDash val="solid"/>
          </a:ln>
        </p:spPr>
      </p:sp>
      <p:cxnSp>
        <p:nvCxnSpPr>
          <p:cNvPr id="636" name="visible-package-freeze-route"/>
          <p:cNvCxnSpPr/>
          <p:nvPr/>
        </p:nvCxnSpPr>
        <p:spPr>
          <a:xfrm xmlns:a="http://schemas.openxmlformats.org/drawingml/2006/main">
            <a:off x="5181600" y="4933950"/>
            <a:ext cx="1914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4A87"/>
            </a:solidFill>
            <a:prstDash val="dash"/>
          </a:ln>
        </p:spPr>
      </p:cxnSp>
      <p:cxnSp>
        <p:nvCxnSpPr>
          <p:cNvPr id="637" name="visible-package-freeze-rise"/>
          <p:cNvCxnSpPr/>
          <p:nvPr/>
        </p:nvCxnSpPr>
        <p:spPr>
          <a:xfrm xmlns:a="http://schemas.openxmlformats.org/drawingml/2006/main">
            <a:off x="7096125" y="4800600"/>
            <a:ext cx="95" cy="133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4A87"/>
            </a:solidFill>
            <a:prstDash val="dash"/>
          </a:ln>
        </p:spPr>
      </p:cxnSp>
      <p:sp>
        <p:nvSpPr>
          <p:cNvPr id="160" name="visible-package-freeze-head">
            <a:extLst xmlns:a="http://schemas.openxmlformats.org/drawingml/2006/main">
              <a:ext uri="{FF2B5EF4-FFF2-40B4-BE49-F238E27FC236}">
                <a16:creationId xmlns:a16="http://schemas.microsoft.com/office/drawing/2014/main" id="{78D9C3AE-6B9F-4B5F-831B-0F1DDC76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705350"/>
            <a:ext cx="1143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A87"/>
          </a:solidFill>
          <a:ln xmlns:a="http://schemas.openxmlformats.org/drawingml/2006/main" w="0">
            <a:solidFill>
              <a:srgbClr val="174A87"/>
            </a:solidFill>
            <a:prstDash val="solid"/>
          </a:ln>
        </p:spPr>
      </p:sp>
      <p:sp>
        <p:nvSpPr>
          <p:cNvPr id="323" name="external-simplifier-branch">
            <a:extLst xmlns:a="http://schemas.openxmlformats.org/drawingml/2006/main">
              <a:ext uri="{FF2B5EF4-FFF2-40B4-BE49-F238E27FC236}">
                <a16:creationId xmlns:a16="http://schemas.microsoft.com/office/drawing/2014/main" id="{F17750B2-61E6-4FD3-9066-6317C38A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781300"/>
            <a:ext cx="95250" cy="647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BBED8"/>
          </a:solidFill>
          <a:ln xmlns:a="http://schemas.openxmlformats.org/drawingml/2006/main" w="0">
            <a:solidFill>
              <a:srgbClr val="4BBED8"/>
            </a:solidFill>
            <a:prstDash val="solid"/>
          </a:ln>
        </p:spPr>
      </p:sp>
      <p:sp>
        <p:nvSpPr>
          <p:cNvPr id="324" name="candidate-to-renderer">
            <a:extLst xmlns:a="http://schemas.openxmlformats.org/drawingml/2006/main">
              <a:ext uri="{FF2B5EF4-FFF2-40B4-BE49-F238E27FC236}">
                <a16:creationId xmlns:a16="http://schemas.microsoft.com/office/drawing/2014/main" id="{144D5046-EBBF-423B-B379-243167BA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71875"/>
            <a:ext cx="2286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BBED8"/>
          </a:solidFill>
          <a:ln xmlns:a="http://schemas.openxmlformats.org/drawingml/2006/main" w="0">
            <a:solidFill>
              <a:srgbClr val="4BBED8"/>
            </a:solidFill>
            <a:prstDash val="solid"/>
          </a:ln>
        </p:spPr>
      </p:sp>
      <p:sp>
        <p:nvSpPr>
          <p:cNvPr id="325" name="renderer-to-simplified">
            <a:extLst xmlns:a="http://schemas.openxmlformats.org/drawingml/2006/main">
              <a:ext uri="{FF2B5EF4-FFF2-40B4-BE49-F238E27FC236}">
                <a16:creationId xmlns:a16="http://schemas.microsoft.com/office/drawing/2014/main" id="{41AD2CB6-62D2-4879-A046-7263ABF9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71875"/>
            <a:ext cx="3048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BBED8"/>
          </a:solidFill>
          <a:ln xmlns:a="http://schemas.openxmlformats.org/drawingml/2006/main" w="0">
            <a:solidFill>
              <a:srgbClr val="4BBED8"/>
            </a:solidFill>
            <a:prstDash val="solid"/>
          </a:ln>
        </p:spPr>
      </p:sp>
      <p:cxnSp>
        <p:nvCxnSpPr>
          <p:cNvPr id="642" name="直接箭头连接符 1"/>
          <p:cNvCxnSpPr>
            <a:stCxn xmlns:a="http://schemas.openxmlformats.org/drawingml/2006/main" id="56" idx="3"/>
            <a:endCxn xmlns:a="http://schemas.openxmlformats.org/drawingml/2006/main" id="57" idx="7"/>
          </p:cNvCxnSpPr>
          <p:nvPr/>
        </p:nvCxnSpPr>
        <p:spPr>
          <a:xfrm xmlns:a="http://schemas.openxmlformats.org/drawingml/2006/main" flipH="1">
            <a:off x="1891665" y="1648460"/>
            <a:ext cx="271780" cy="18923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rgbClr val="3578E5"/>
            </a:solidFill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43" name="直接箭头连接符 2"/>
          <p:cNvCxnSpPr>
            <a:stCxn xmlns:a="http://schemas.openxmlformats.org/drawingml/2006/main" id="56" idx="4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2230755" y="1676400"/>
            <a:ext cx="259080" cy="30480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rgbClr val="3578E5"/>
            </a:solidFill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91538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dag-components-title">
            <a:extLst xmlns:a="http://schemas.openxmlformats.org/drawingml/2006/main">
              <a:ext uri="{FF2B5EF4-FFF2-40B4-BE49-F238E27FC236}">
                <a16:creationId xmlns:a16="http://schemas.microsoft.com/office/drawing/2014/main" id="{0B929896-C517-466F-9490-DFB35BDD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EDITABLE DAG COMPONENTS</a:t>
            </a:r>
          </a:p>
        </p:txBody>
      </p:sp>
      <p:sp>
        <p:nvSpPr>
          <p:cNvPr id="2" name="dag-components-subtitle">
            <a:extLst xmlns:a="http://schemas.openxmlformats.org/drawingml/2006/main">
              <a:ext uri="{FF2B5EF4-FFF2-40B4-BE49-F238E27FC236}">
                <a16:creationId xmlns:a16="http://schemas.microsoft.com/office/drawing/2014/main" id="{9061CCB0-1A32-4135-9927-A650E1AA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387"/>
                </a:solidFill>
              </a:defRPr>
            </a:pPr>
            <a:r>
              <a:rPr sz="900" b="0">
                <a:solidFill>
                  <a:srgbClr val="657387"/>
                </a:solidFill>
              </a:rPr>
              <a:t>Native PowerPoint shapes  |  copy, recolor, reconnect</a:t>
            </a:r>
          </a:p>
        </p:txBody>
      </p:sp>
      <p:sp>
        <p:nvSpPr>
          <p:cNvPr id="3" name="dag-components-title-rule">
            <a:extLst xmlns:a="http://schemas.openxmlformats.org/drawingml/2006/main">
              <a:ext uri="{FF2B5EF4-FFF2-40B4-BE49-F238E27FC236}">
                <a16:creationId xmlns:a16="http://schemas.microsoft.com/office/drawing/2014/main" id="{5D6AB190-17B8-43CC-A594-565B9043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xample-dag-panel">
            <a:extLst xmlns:a="http://schemas.openxmlformats.org/drawingml/2006/main">
              <a:ext uri="{FF2B5EF4-FFF2-40B4-BE49-F238E27FC236}">
                <a16:creationId xmlns:a16="http://schemas.microsoft.com/office/drawing/2014/main" id="{2A496C17-6B14-49CE-B856-5D778AC9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6667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example-dag-label">
            <a:extLst xmlns:a="http://schemas.openxmlformats.org/drawingml/2006/main">
              <a:ext uri="{FF2B5EF4-FFF2-40B4-BE49-F238E27FC236}">
                <a16:creationId xmlns:a16="http://schemas.microsoft.com/office/drawing/2014/main" id="{B60D075A-69AF-413E-8019-841088A5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4E8B"/>
                </a:solidFill>
              </a:defRPr>
            </a:pPr>
            <a:r>
              <a:rPr sz="900" b="1">
                <a:solidFill>
                  <a:srgbClr val="164E8B"/>
                </a:solidFill>
              </a:rPr>
              <a:t>EXAMPLE DAG</a:t>
            </a:r>
          </a:p>
        </p:txBody>
      </p:sp>
      <p:sp>
        <p:nvSpPr>
          <p:cNvPr id="6" name="example-grid-v-1">
            <a:extLst xmlns:a="http://schemas.openxmlformats.org/drawingml/2006/main">
              <a:ext uri="{FF2B5EF4-FFF2-40B4-BE49-F238E27FC236}">
                <a16:creationId xmlns:a16="http://schemas.microsoft.com/office/drawing/2014/main" id="{D27FDEF6-8E1E-486C-B89F-B18A2E16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550" y="1847850"/>
            <a:ext cx="952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xample-grid-v-2">
            <a:extLst xmlns:a="http://schemas.openxmlformats.org/drawingml/2006/main">
              <a:ext uri="{FF2B5EF4-FFF2-40B4-BE49-F238E27FC236}">
                <a16:creationId xmlns:a16="http://schemas.microsoft.com/office/drawing/2014/main" id="{547FF0A3-78BF-4882-A9C1-9F900320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847850"/>
            <a:ext cx="952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xample-grid-v-3">
            <a:extLst xmlns:a="http://schemas.openxmlformats.org/drawingml/2006/main">
              <a:ext uri="{FF2B5EF4-FFF2-40B4-BE49-F238E27FC236}">
                <a16:creationId xmlns:a16="http://schemas.microsoft.com/office/drawing/2014/main" id="{629471F3-E80A-4868-BB81-9610E195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847850"/>
            <a:ext cx="952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xample-grid-v-4">
            <a:extLst xmlns:a="http://schemas.openxmlformats.org/drawingml/2006/main">
              <a:ext uri="{FF2B5EF4-FFF2-40B4-BE49-F238E27FC236}">
                <a16:creationId xmlns:a16="http://schemas.microsoft.com/office/drawing/2014/main" id="{31D2CD82-4CCF-4DC5-BA75-0D6DC45A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700" y="1847850"/>
            <a:ext cx="952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xample-grid-v-5">
            <a:extLst xmlns:a="http://schemas.openxmlformats.org/drawingml/2006/main">
              <a:ext uri="{FF2B5EF4-FFF2-40B4-BE49-F238E27FC236}">
                <a16:creationId xmlns:a16="http://schemas.microsoft.com/office/drawing/2014/main" id="{66E67E59-B990-45E0-ACD1-9A148247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750" y="1847850"/>
            <a:ext cx="952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xample-grid-v-6">
            <a:extLst xmlns:a="http://schemas.openxmlformats.org/drawingml/2006/main">
              <a:ext uri="{FF2B5EF4-FFF2-40B4-BE49-F238E27FC236}">
                <a16:creationId xmlns:a16="http://schemas.microsoft.com/office/drawing/2014/main" id="{0ED61F11-470B-485A-A8E6-CCFD4736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47850"/>
            <a:ext cx="952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xample-grid-v-7">
            <a:extLst xmlns:a="http://schemas.openxmlformats.org/drawingml/2006/main">
              <a:ext uri="{FF2B5EF4-FFF2-40B4-BE49-F238E27FC236}">
                <a16:creationId xmlns:a16="http://schemas.microsoft.com/office/drawing/2014/main" id="{D2D766BE-91ED-4760-A8A8-18317156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0850" y="1847850"/>
            <a:ext cx="952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xample-grid-v-8">
            <a:extLst xmlns:a="http://schemas.openxmlformats.org/drawingml/2006/main">
              <a:ext uri="{FF2B5EF4-FFF2-40B4-BE49-F238E27FC236}">
                <a16:creationId xmlns:a16="http://schemas.microsoft.com/office/drawing/2014/main" id="{F9B55047-E869-4070-BEF4-AECCF15F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900" y="1847850"/>
            <a:ext cx="952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example-grid-v-9">
            <a:extLst xmlns:a="http://schemas.openxmlformats.org/drawingml/2006/main">
              <a:ext uri="{FF2B5EF4-FFF2-40B4-BE49-F238E27FC236}">
                <a16:creationId xmlns:a16="http://schemas.microsoft.com/office/drawing/2014/main" id="{122BC146-2B02-4A31-BB34-07EC054B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47850"/>
            <a:ext cx="952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xample-grid-v-10">
            <a:extLst xmlns:a="http://schemas.openxmlformats.org/drawingml/2006/main">
              <a:ext uri="{FF2B5EF4-FFF2-40B4-BE49-F238E27FC236}">
                <a16:creationId xmlns:a16="http://schemas.microsoft.com/office/drawing/2014/main" id="{EDD3314B-6EEA-46E4-9106-42AA2147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0" y="1847850"/>
            <a:ext cx="952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example-grid-v-11">
            <a:extLst xmlns:a="http://schemas.openxmlformats.org/drawingml/2006/main">
              <a:ext uri="{FF2B5EF4-FFF2-40B4-BE49-F238E27FC236}">
                <a16:creationId xmlns:a16="http://schemas.microsoft.com/office/drawing/2014/main" id="{42D1FC3C-51F0-4287-B969-5B2645B6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050" y="1847850"/>
            <a:ext cx="952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xample-grid-h-1">
            <a:extLst xmlns:a="http://schemas.openxmlformats.org/drawingml/2006/main">
              <a:ext uri="{FF2B5EF4-FFF2-40B4-BE49-F238E27FC236}">
                <a16:creationId xmlns:a16="http://schemas.microsoft.com/office/drawing/2014/main" id="{A76F69AC-9F1F-4D65-A1BD-A3FE48D4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2190"/>
            <a:ext cx="632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example-grid-h-2">
            <a:extLst xmlns:a="http://schemas.openxmlformats.org/drawingml/2006/main">
              <a:ext uri="{FF2B5EF4-FFF2-40B4-BE49-F238E27FC236}">
                <a16:creationId xmlns:a16="http://schemas.microsoft.com/office/drawing/2014/main" id="{51BCA560-6F38-4451-9AF5-04CEE853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6530"/>
            <a:ext cx="632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example-grid-h-3">
            <a:extLst xmlns:a="http://schemas.openxmlformats.org/drawingml/2006/main">
              <a:ext uri="{FF2B5EF4-FFF2-40B4-BE49-F238E27FC236}">
                <a16:creationId xmlns:a16="http://schemas.microsoft.com/office/drawing/2014/main" id="{71C4E221-19AE-4CB3-B1E8-FE550D1C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50870"/>
            <a:ext cx="632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xample-grid-h-4">
            <a:extLst xmlns:a="http://schemas.openxmlformats.org/drawingml/2006/main">
              <a:ext uri="{FF2B5EF4-FFF2-40B4-BE49-F238E27FC236}">
                <a16:creationId xmlns:a16="http://schemas.microsoft.com/office/drawing/2014/main" id="{CB4976F6-CF16-461F-A8A4-B067396C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85210"/>
            <a:ext cx="632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example-node-a1">
            <a:extLst xmlns:a="http://schemas.openxmlformats.org/drawingml/2006/main">
              <a:ext uri="{FF2B5EF4-FFF2-40B4-BE49-F238E27FC236}">
                <a16:creationId xmlns:a16="http://schemas.microsoft.com/office/drawing/2014/main" id="{1DCA407C-8B4C-4CEE-9B9A-51908154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09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DC"/>
          </a:solidFill>
          <a:ln xmlns:a="http://schemas.openxmlformats.org/drawingml/2006/main" w="14288">
            <a:solidFill>
              <a:srgbClr val="3478D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" name="example-node-a2">
            <a:extLst xmlns:a="http://schemas.openxmlformats.org/drawingml/2006/main">
              <a:ext uri="{FF2B5EF4-FFF2-40B4-BE49-F238E27FC236}">
                <a16:creationId xmlns:a16="http://schemas.microsoft.com/office/drawing/2014/main" id="{D46A9D94-6035-4506-9D1B-AA476E54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190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DC"/>
          </a:solidFill>
          <a:ln xmlns:a="http://schemas.openxmlformats.org/drawingml/2006/main" w="14288">
            <a:solidFill>
              <a:srgbClr val="3478D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example-node-a3">
            <a:extLst xmlns:a="http://schemas.openxmlformats.org/drawingml/2006/main">
              <a:ext uri="{FF2B5EF4-FFF2-40B4-BE49-F238E27FC236}">
                <a16:creationId xmlns:a16="http://schemas.microsoft.com/office/drawing/2014/main" id="{2FA6B70D-70CE-446E-BC37-76A12BA2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333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DC"/>
          </a:solidFill>
          <a:ln xmlns:a="http://schemas.openxmlformats.org/drawingml/2006/main" w="14288">
            <a:solidFill>
              <a:srgbClr val="3478D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example-node-a4">
            <a:extLst xmlns:a="http://schemas.openxmlformats.org/drawingml/2006/main">
              <a:ext uri="{FF2B5EF4-FFF2-40B4-BE49-F238E27FC236}">
                <a16:creationId xmlns:a16="http://schemas.microsoft.com/office/drawing/2014/main" id="{E7D7507D-3A33-4593-ADB5-295F7702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00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DC"/>
          </a:solidFill>
          <a:ln xmlns:a="http://schemas.openxmlformats.org/drawingml/2006/main" w="14288">
            <a:solidFill>
              <a:srgbClr val="3478D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example-node-a5">
            <a:extLst xmlns:a="http://schemas.openxmlformats.org/drawingml/2006/main">
              <a:ext uri="{FF2B5EF4-FFF2-40B4-BE49-F238E27FC236}">
                <a16:creationId xmlns:a16="http://schemas.microsoft.com/office/drawing/2014/main" id="{1A8A4D2B-02FA-405F-8CB4-70D8A90C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57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DC"/>
          </a:solidFill>
          <a:ln xmlns:a="http://schemas.openxmlformats.org/drawingml/2006/main" w="14288">
            <a:solidFill>
              <a:srgbClr val="3478D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example-node-a6">
            <a:extLst xmlns:a="http://schemas.openxmlformats.org/drawingml/2006/main">
              <a:ext uri="{FF2B5EF4-FFF2-40B4-BE49-F238E27FC236}">
                <a16:creationId xmlns:a16="http://schemas.microsoft.com/office/drawing/2014/main" id="{2C095B5E-3EB5-4BE4-9AB1-2A2BE0F9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19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DC"/>
          </a:solidFill>
          <a:ln xmlns:a="http://schemas.openxmlformats.org/drawingml/2006/main" w="14288">
            <a:solidFill>
              <a:srgbClr val="3478D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7" name="example-node-a7">
            <a:extLst xmlns:a="http://schemas.openxmlformats.org/drawingml/2006/main">
              <a:ext uri="{FF2B5EF4-FFF2-40B4-BE49-F238E27FC236}">
                <a16:creationId xmlns:a16="http://schemas.microsoft.com/office/drawing/2014/main" id="{5B1FDD85-E190-413A-A934-F046CE99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381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DC"/>
          </a:solidFill>
          <a:ln xmlns:a="http://schemas.openxmlformats.org/drawingml/2006/main" w="14288">
            <a:solidFill>
              <a:srgbClr val="3478D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8" name="example-node-a8">
            <a:extLst xmlns:a="http://schemas.openxmlformats.org/drawingml/2006/main">
              <a:ext uri="{FF2B5EF4-FFF2-40B4-BE49-F238E27FC236}">
                <a16:creationId xmlns:a16="http://schemas.microsoft.com/office/drawing/2014/main" id="{066FE45C-6ABE-40EA-A20D-DE55924B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333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DC"/>
          </a:solidFill>
          <a:ln xmlns:a="http://schemas.openxmlformats.org/drawingml/2006/main" w="14288">
            <a:solidFill>
              <a:srgbClr val="3478D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9" name="example-node-a9">
            <a:extLst xmlns:a="http://schemas.openxmlformats.org/drawingml/2006/main">
              <a:ext uri="{FF2B5EF4-FFF2-40B4-BE49-F238E27FC236}">
                <a16:creationId xmlns:a16="http://schemas.microsoft.com/office/drawing/2014/main" id="{B71614D2-22E8-47A3-9A6F-367DF3BC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57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DC"/>
          </a:solidFill>
          <a:ln xmlns:a="http://schemas.openxmlformats.org/drawingml/2006/main" w="14288">
            <a:solidFill>
              <a:srgbClr val="3478D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9</a:t>
            </a:r>
          </a:p>
        </p:txBody>
      </p:sp>
      <p:cxnSp>
        <p:nvCxnSpPr>
          <p:cNvPr id="136" name=""/>
          <p:cNvCxnSpPr>
            <a:stCxn xmlns:a="http://schemas.openxmlformats.org/drawingml/2006/main" id="21" idx="7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V="1">
            <a:off x="1148778" y="2434653"/>
            <a:ext cx="940944" cy="417069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164E8B"/>
            </a:solidFill>
            <a:prstDash val="solid"/>
            <a:round/>
            <a:tailEnd type="triangle" w="sm" len="sm"/>
          </a:ln>
        </p:spPr>
      </p:cxnSp>
      <p:cxnSp>
        <p:nvCxnSpPr>
          <p:cNvPr id="137" name=""/>
          <p:cNvCxnSpPr>
            <a:stCxn xmlns:a="http://schemas.openxmlformats.org/drawingml/2006/main" id="21" idx="5"/>
            <a:endCxn xmlns:a="http://schemas.openxmlformats.org/drawingml/2006/main" id="23" idx="2"/>
          </p:cNvCxnSpPr>
          <p:nvPr/>
        </p:nvCxnSpPr>
        <p:spPr>
          <a:xfrm xmlns:a="http://schemas.openxmlformats.org/drawingml/2006/main">
            <a:off x="1148778" y="3053778"/>
            <a:ext cx="899097" cy="422847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164E8B"/>
            </a:solidFill>
            <a:prstDash val="solid"/>
            <a:round/>
            <a:tailEnd type="triangle" w="sm" len="sm"/>
          </a:ln>
        </p:spPr>
      </p:cxnSp>
      <p:cxnSp>
        <p:nvCxnSpPr>
          <p:cNvPr id="138" name=""/>
          <p:cNvCxnSpPr>
            <a:stCxn xmlns:a="http://schemas.openxmlformats.org/drawingml/2006/main" id="22" idx="6"/>
            <a:endCxn xmlns:a="http://schemas.openxmlformats.org/drawingml/2006/main" id="24" idx="2"/>
          </p:cNvCxnSpPr>
          <p:nvPr/>
        </p:nvCxnSpPr>
        <p:spPr>
          <a:xfrm xmlns:a="http://schemas.openxmlformats.org/drawingml/2006/main" flipV="1">
            <a:off x="2333625" y="2143125"/>
            <a:ext cx="114300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164E8B"/>
            </a:solidFill>
            <a:prstDash val="solid"/>
            <a:round/>
            <a:tailEnd type="triangle" w="sm" len="sm"/>
          </a:ln>
        </p:spPr>
      </p:cxnSp>
      <p:cxnSp>
        <p:nvCxnSpPr>
          <p:cNvPr id="139" name=""/>
          <p:cNvCxnSpPr>
            <a:stCxn xmlns:a="http://schemas.openxmlformats.org/drawingml/2006/main" id="22" idx="5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2291778" y="2434653"/>
            <a:ext cx="1226694" cy="464694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164E8B"/>
            </a:solidFill>
            <a:prstDash val="solid"/>
            <a:round/>
            <a:tailEnd type="triangle" w="sm" len="sm"/>
          </a:ln>
        </p:spPr>
      </p:cxnSp>
      <p:cxnSp>
        <p:nvCxnSpPr>
          <p:cNvPr id="140" name=""/>
          <p:cNvCxnSpPr>
            <a:stCxn xmlns:a="http://schemas.openxmlformats.org/drawingml/2006/main" id="23" idx="6"/>
            <a:endCxn xmlns:a="http://schemas.openxmlformats.org/drawingml/2006/main" id="25" idx="2"/>
          </p:cNvCxnSpPr>
          <p:nvPr/>
        </p:nvCxnSpPr>
        <p:spPr>
          <a:xfrm xmlns:a="http://schemas.openxmlformats.org/drawingml/2006/main" flipV="1">
            <a:off x="2333625" y="3000375"/>
            <a:ext cx="114300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164E8B"/>
            </a:solidFill>
            <a:prstDash val="solid"/>
            <a:round/>
            <a:tailEnd type="triangle" w="sm" len="sm"/>
          </a:ln>
        </p:spPr>
      </p:cxnSp>
      <p:cxnSp>
        <p:nvCxnSpPr>
          <p:cNvPr id="141" name=""/>
          <p:cNvCxnSpPr>
            <a:stCxn xmlns:a="http://schemas.openxmlformats.org/drawingml/2006/main" id="23" idx="6"/>
            <a:endCxn xmlns:a="http://schemas.openxmlformats.org/drawingml/2006/main" id="26" idx="2"/>
          </p:cNvCxnSpPr>
          <p:nvPr/>
        </p:nvCxnSpPr>
        <p:spPr>
          <a:xfrm xmlns:a="http://schemas.openxmlformats.org/drawingml/2006/main">
            <a:off x="2333625" y="3476625"/>
            <a:ext cx="114300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164E8B"/>
            </a:solidFill>
            <a:prstDash val="solid"/>
            <a:round/>
            <a:tailEnd type="triangle" w="sm" len="sm"/>
          </a:ln>
        </p:spPr>
      </p:cxnSp>
      <p:cxnSp>
        <p:nvCxnSpPr>
          <p:cNvPr id="142" name=""/>
          <p:cNvCxnSpPr>
            <a:stCxn xmlns:a="http://schemas.openxmlformats.org/drawingml/2006/main" id="24" idx="6"/>
            <a:endCxn xmlns:a="http://schemas.openxmlformats.org/drawingml/2006/main" id="27" idx="2"/>
          </p:cNvCxnSpPr>
          <p:nvPr/>
        </p:nvCxnSpPr>
        <p:spPr>
          <a:xfrm xmlns:a="http://schemas.openxmlformats.org/drawingml/2006/main">
            <a:off x="3762375" y="2143125"/>
            <a:ext cx="123825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164E8B"/>
            </a:solidFill>
            <a:prstDash val="solid"/>
            <a:round/>
            <a:tailEnd type="triangle" w="sm" len="sm"/>
          </a:ln>
        </p:spPr>
      </p:cxnSp>
      <p:cxnSp>
        <p:nvCxnSpPr>
          <p:cNvPr id="143" name=""/>
          <p:cNvCxnSpPr>
            <a:stCxn xmlns:a="http://schemas.openxmlformats.org/drawingml/2006/main" id="25" idx="6"/>
            <a:endCxn xmlns:a="http://schemas.openxmlformats.org/drawingml/2006/main" id="27" idx="2"/>
          </p:cNvCxnSpPr>
          <p:nvPr/>
        </p:nvCxnSpPr>
        <p:spPr>
          <a:xfrm xmlns:a="http://schemas.openxmlformats.org/drawingml/2006/main" flipV="1">
            <a:off x="3762375" y="2524125"/>
            <a:ext cx="123825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164E8B"/>
            </a:solidFill>
            <a:prstDash val="solid"/>
            <a:round/>
            <a:tailEnd type="triangle" w="sm" len="sm"/>
          </a:ln>
        </p:spPr>
      </p:cxnSp>
      <p:cxnSp>
        <p:nvCxnSpPr>
          <p:cNvPr id="144" name=""/>
          <p:cNvCxnSpPr>
            <a:stCxn xmlns:a="http://schemas.openxmlformats.org/drawingml/2006/main" id="25" idx="6"/>
            <a:endCxn xmlns:a="http://schemas.openxmlformats.org/drawingml/2006/main" id="28" idx="2"/>
          </p:cNvCxnSpPr>
          <p:nvPr/>
        </p:nvCxnSpPr>
        <p:spPr>
          <a:xfrm xmlns:a="http://schemas.openxmlformats.org/drawingml/2006/main">
            <a:off x="3762375" y="3000375"/>
            <a:ext cx="123825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164E8B"/>
            </a:solidFill>
            <a:prstDash val="solid"/>
            <a:round/>
            <a:tailEnd type="triangle" w="sm" len="sm"/>
          </a:ln>
        </p:spPr>
      </p:cxnSp>
      <p:cxnSp>
        <p:nvCxnSpPr>
          <p:cNvPr id="145" name=""/>
          <p:cNvCxnSpPr>
            <a:stCxn xmlns:a="http://schemas.openxmlformats.org/drawingml/2006/main" id="26" idx="6"/>
            <a:endCxn xmlns:a="http://schemas.openxmlformats.org/drawingml/2006/main" id="28" idx="2"/>
          </p:cNvCxnSpPr>
          <p:nvPr/>
        </p:nvCxnSpPr>
        <p:spPr>
          <a:xfrm xmlns:a="http://schemas.openxmlformats.org/drawingml/2006/main" flipV="1">
            <a:off x="3762375" y="3476625"/>
            <a:ext cx="123825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164E8B"/>
            </a:solidFill>
            <a:prstDash val="solid"/>
            <a:round/>
            <a:tailEnd type="triangle" w="sm" len="sm"/>
          </a:ln>
        </p:spPr>
      </p:cxnSp>
      <p:cxnSp>
        <p:nvCxnSpPr>
          <p:cNvPr id="146" name=""/>
          <p:cNvCxnSpPr>
            <a:stCxn xmlns:a="http://schemas.openxmlformats.org/drawingml/2006/main" id="27" idx="6"/>
            <a:endCxn xmlns:a="http://schemas.openxmlformats.org/drawingml/2006/main" id="29" idx="2"/>
          </p:cNvCxnSpPr>
          <p:nvPr/>
        </p:nvCxnSpPr>
        <p:spPr>
          <a:xfrm xmlns:a="http://schemas.openxmlformats.org/drawingml/2006/main">
            <a:off x="5286375" y="2524125"/>
            <a:ext cx="104775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164E8B"/>
            </a:solidFill>
            <a:prstDash val="solid"/>
            <a:round/>
            <a:tailEnd type="triangle" w="sm" len="sm"/>
          </a:ln>
        </p:spPr>
      </p:cxnSp>
      <p:cxnSp>
        <p:nvCxnSpPr>
          <p:cNvPr id="147" name=""/>
          <p:cNvCxnSpPr>
            <a:stCxn xmlns:a="http://schemas.openxmlformats.org/drawingml/2006/main" id="28" idx="6"/>
            <a:endCxn xmlns:a="http://schemas.openxmlformats.org/drawingml/2006/main" id="29" idx="2"/>
          </p:cNvCxnSpPr>
          <p:nvPr/>
        </p:nvCxnSpPr>
        <p:spPr>
          <a:xfrm xmlns:a="http://schemas.openxmlformats.org/drawingml/2006/main" flipV="1">
            <a:off x="5286375" y="3000375"/>
            <a:ext cx="104775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164E8B"/>
            </a:solidFill>
            <a:prstDash val="solid"/>
            <a:round/>
            <a:tailEnd type="triangle" w="sm" len="sm"/>
          </a:ln>
        </p:spPr>
      </p:cxnSp>
      <p:sp>
        <p:nvSpPr>
          <p:cNvPr id="42" name="styles-panel">
            <a:extLst xmlns:a="http://schemas.openxmlformats.org/drawingml/2006/main">
              <a:ext uri="{FF2B5EF4-FFF2-40B4-BE49-F238E27FC236}">
                <a16:creationId xmlns:a16="http://schemas.microsoft.com/office/drawing/2014/main" id="{FFA40048-F8E5-4CA3-AD63-195DC57D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381125"/>
            <a:ext cx="45339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styles-panel-title">
            <a:extLst xmlns:a="http://schemas.openxmlformats.org/drawingml/2006/main">
              <a:ext uri="{FF2B5EF4-FFF2-40B4-BE49-F238E27FC236}">
                <a16:creationId xmlns:a16="http://schemas.microsoft.com/office/drawing/2014/main" id="{946BF6A2-F0EC-40D7-A7ED-C995840E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04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4E8B"/>
                </a:solidFill>
              </a:defRPr>
            </a:pPr>
            <a:r>
              <a:rPr sz="900" b="1">
                <a:solidFill>
                  <a:srgbClr val="164E8B"/>
                </a:solidFill>
              </a:rPr>
              <a:t>NODE &amp; EDGE STYLES</a:t>
            </a:r>
          </a:p>
        </p:txBody>
      </p:sp>
      <p:sp>
        <p:nvSpPr>
          <p:cNvPr id="44" name="nodes-label">
            <a:extLst xmlns:a="http://schemas.openxmlformats.org/drawingml/2006/main">
              <a:ext uri="{FF2B5EF4-FFF2-40B4-BE49-F238E27FC236}">
                <a16:creationId xmlns:a16="http://schemas.microsoft.com/office/drawing/2014/main" id="{4D278271-C706-487F-86B6-D17AC653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97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387"/>
                </a:solidFill>
              </a:defRPr>
            </a:pPr>
            <a:r>
              <a:rPr sz="750" b="1">
                <a:solidFill>
                  <a:srgbClr val="657387"/>
                </a:solidFill>
              </a:rPr>
              <a:t>NODES</a:t>
            </a:r>
          </a:p>
        </p:txBody>
      </p:sp>
      <p:sp>
        <p:nvSpPr>
          <p:cNvPr id="45" name="edges-label">
            <a:extLst xmlns:a="http://schemas.openxmlformats.org/drawingml/2006/main">
              <a:ext uri="{FF2B5EF4-FFF2-40B4-BE49-F238E27FC236}">
                <a16:creationId xmlns:a16="http://schemas.microsoft.com/office/drawing/2014/main" id="{C5099614-F259-4027-84FD-DA9B7C58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765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387"/>
                </a:solidFill>
              </a:defRPr>
            </a:pPr>
            <a:r>
              <a:rPr sz="750" b="1">
                <a:solidFill>
                  <a:srgbClr val="657387"/>
                </a:solidFill>
              </a:rPr>
              <a:t>EDGES</a:t>
            </a:r>
          </a:p>
        </p:txBody>
      </p:sp>
      <p:sp>
        <p:nvSpPr>
          <p:cNvPr id="46" name="style-node-atom">
            <a:extLst xmlns:a="http://schemas.openxmlformats.org/drawingml/2006/main">
              <a:ext uri="{FF2B5EF4-FFF2-40B4-BE49-F238E27FC236}">
                <a16:creationId xmlns:a16="http://schemas.microsoft.com/office/drawing/2014/main" id="{3CFAD693-0C6A-476C-BCD4-EACA53AE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859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DC"/>
          </a:solidFill>
          <a:ln xmlns:a="http://schemas.openxmlformats.org/drawingml/2006/main" w="14288">
            <a:solidFill>
              <a:srgbClr val="3478D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47" name="style-node-label-atom">
            <a:extLst xmlns:a="http://schemas.openxmlformats.org/drawingml/2006/main">
              <a:ext uri="{FF2B5EF4-FFF2-40B4-BE49-F238E27FC236}">
                <a16:creationId xmlns:a16="http://schemas.microsoft.com/office/drawing/2014/main" id="{C277590F-0374-43A1-8E83-38F1C1F0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574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57387"/>
                </a:solidFill>
              </a:defRPr>
            </a:pPr>
            <a:r>
              <a:rPr sz="675" b="1">
                <a:solidFill>
                  <a:srgbClr val="657387"/>
                </a:solidFill>
              </a:rPr>
              <a:t>ATOM</a:t>
            </a:r>
          </a:p>
        </p:txBody>
      </p:sp>
      <p:sp>
        <p:nvSpPr>
          <p:cNvPr id="48" name="style-node-retained">
            <a:extLst xmlns:a="http://schemas.openxmlformats.org/drawingml/2006/main">
              <a:ext uri="{FF2B5EF4-FFF2-40B4-BE49-F238E27FC236}">
                <a16:creationId xmlns:a16="http://schemas.microsoft.com/office/drawing/2014/main" id="{F48DF318-B8EC-4515-BC56-A7D17464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859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BBD6"/>
          </a:solidFill>
          <a:ln xmlns:a="http://schemas.openxmlformats.org/drawingml/2006/main" w="14288">
            <a:solidFill>
              <a:srgbClr val="49BBD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49" name="style-node-label-retained">
            <a:extLst xmlns:a="http://schemas.openxmlformats.org/drawingml/2006/main">
              <a:ext uri="{FF2B5EF4-FFF2-40B4-BE49-F238E27FC236}">
                <a16:creationId xmlns:a16="http://schemas.microsoft.com/office/drawing/2014/main" id="{8A8B58C8-D8DE-422C-ADCB-87EBA83F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574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57387"/>
                </a:solidFill>
              </a:defRPr>
            </a:pPr>
            <a:r>
              <a:rPr sz="675" b="1">
                <a:solidFill>
                  <a:srgbClr val="657387"/>
                </a:solidFill>
              </a:rPr>
              <a:t>RETAINED</a:t>
            </a:r>
          </a:p>
        </p:txBody>
      </p:sp>
      <p:sp>
        <p:nvSpPr>
          <p:cNvPr id="50" name="style-node-boundary">
            <a:extLst xmlns:a="http://schemas.openxmlformats.org/drawingml/2006/main">
              <a:ext uri="{FF2B5EF4-FFF2-40B4-BE49-F238E27FC236}">
                <a16:creationId xmlns:a16="http://schemas.microsoft.com/office/drawing/2014/main" id="{D555D483-A53B-460C-A3AB-3476C3D3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0859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478D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4E8B"/>
                </a:solidFill>
              </a:defRPr>
            </a:pPr>
            <a:r>
              <a:rPr sz="750" b="1">
                <a:solidFill>
                  <a:srgbClr val="164E8B"/>
                </a:solidFill>
              </a:rPr>
              <a:t>A</a:t>
            </a:r>
          </a:p>
        </p:txBody>
      </p:sp>
      <p:sp>
        <p:nvSpPr>
          <p:cNvPr id="51" name="style-node-label-boundary">
            <a:extLst xmlns:a="http://schemas.openxmlformats.org/drawingml/2006/main">
              <a:ext uri="{FF2B5EF4-FFF2-40B4-BE49-F238E27FC236}">
                <a16:creationId xmlns:a16="http://schemas.microsoft.com/office/drawing/2014/main" id="{E2B1809C-B144-44AA-81BD-1F85B31B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574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57387"/>
                </a:solidFill>
              </a:defRPr>
            </a:pPr>
            <a:r>
              <a:rPr sz="675" b="1">
                <a:solidFill>
                  <a:srgbClr val="657387"/>
                </a:solidFill>
              </a:rPr>
              <a:t>BOUNDARY</a:t>
            </a:r>
          </a:p>
        </p:txBody>
      </p:sp>
      <p:sp>
        <p:nvSpPr>
          <p:cNvPr id="52" name="style-node-removed">
            <a:extLst xmlns:a="http://schemas.openxmlformats.org/drawingml/2006/main">
              <a:ext uri="{FF2B5EF4-FFF2-40B4-BE49-F238E27FC236}">
                <a16:creationId xmlns:a16="http://schemas.microsoft.com/office/drawing/2014/main" id="{19F2261D-3DE4-40B1-9730-0C20A04E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0859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14288">
            <a:solidFill>
              <a:srgbClr val="AAB6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E0575B"/>
                </a:solidFill>
              </a:defRPr>
            </a:pPr>
            <a:r>
              <a:rPr sz="750" b="1">
                <a:solidFill>
                  <a:srgbClr val="E0575B"/>
                </a:solidFill>
              </a:rPr>
              <a:t>x</a:t>
            </a:r>
          </a:p>
        </p:txBody>
      </p:sp>
      <p:sp>
        <p:nvSpPr>
          <p:cNvPr id="53" name="style-node-label-removed">
            <a:extLst xmlns:a="http://schemas.openxmlformats.org/drawingml/2006/main">
              <a:ext uri="{FF2B5EF4-FFF2-40B4-BE49-F238E27FC236}">
                <a16:creationId xmlns:a16="http://schemas.microsoft.com/office/drawing/2014/main" id="{D256E82C-E838-4567-B342-1DBF8FD7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4574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57387"/>
                </a:solidFill>
              </a:defRPr>
            </a:pPr>
            <a:r>
              <a:rPr sz="675" b="1">
                <a:solidFill>
                  <a:srgbClr val="657387"/>
                </a:solidFill>
              </a:rPr>
              <a:t>REMOVED</a:t>
            </a:r>
          </a:p>
        </p:txBody>
      </p:sp>
      <p:sp>
        <p:nvSpPr>
          <p:cNvPr id="54" name="style-edge-DIRECTED-source">
            <a:extLst xmlns:a="http://schemas.openxmlformats.org/drawingml/2006/main">
              <a:ext uri="{FF2B5EF4-FFF2-40B4-BE49-F238E27FC236}">
                <a16:creationId xmlns:a16="http://schemas.microsoft.com/office/drawing/2014/main" id="{0DCADCC8-F811-40C3-BA3C-0ECAAE63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295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4E8B"/>
            </a:solidFill>
            <a:prstDash val="solid"/>
          </a:ln>
        </p:spPr>
      </p:sp>
      <p:sp>
        <p:nvSpPr>
          <p:cNvPr id="55" name="style-edge-DIRECTED-target">
            <a:extLst xmlns:a="http://schemas.openxmlformats.org/drawingml/2006/main">
              <a:ext uri="{FF2B5EF4-FFF2-40B4-BE49-F238E27FC236}">
                <a16:creationId xmlns:a16="http://schemas.microsoft.com/office/drawing/2014/main" id="{9F9F1820-33B9-4DB4-8EC9-1C216569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95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E8B"/>
          </a:solidFill>
          <a:ln xmlns:a="http://schemas.openxmlformats.org/drawingml/2006/main" w="14288">
            <a:solidFill>
              <a:srgbClr val="164E8B"/>
            </a:solidFill>
            <a:prstDash val="solid"/>
          </a:ln>
        </p:spPr>
      </p:sp>
      <p:cxnSp>
        <p:nvCxnSpPr>
          <p:cNvPr id="162" name=""/>
          <p:cNvCxnSpPr>
            <a:stCxn xmlns:a="http://schemas.openxmlformats.org/drawingml/2006/main" id="54" idx="6"/>
            <a:endCxn xmlns:a="http://schemas.openxmlformats.org/drawingml/2006/main" id="55" idx="2"/>
          </p:cNvCxnSpPr>
          <p:nvPr/>
        </p:nvCxnSpPr>
        <p:spPr>
          <a:xfrm xmlns:a="http://schemas.openxmlformats.org/drawingml/2006/main">
            <a:off x="7705725" y="3381375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164E8B"/>
            </a:solidFill>
            <a:prstDash val="solid"/>
            <a:round/>
            <a:tailEnd type="triangle" w="sm" len="sm"/>
          </a:ln>
        </p:spPr>
      </p:cxnSp>
      <p:sp>
        <p:nvSpPr>
          <p:cNvPr id="57" name="style-edge-label-directed">
            <a:extLst xmlns:a="http://schemas.openxmlformats.org/drawingml/2006/main">
              <a:ext uri="{FF2B5EF4-FFF2-40B4-BE49-F238E27FC236}">
                <a16:creationId xmlns:a16="http://schemas.microsoft.com/office/drawing/2014/main" id="{CCC8104A-13D8-484C-99A0-96217F9C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19500"/>
            <a:ext cx="1038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57387"/>
                </a:solidFill>
              </a:defRPr>
            </a:pPr>
            <a:r>
              <a:rPr sz="675" b="1">
                <a:solidFill>
                  <a:srgbClr val="657387"/>
                </a:solidFill>
              </a:rPr>
              <a:t>DIRECTED</a:t>
            </a:r>
          </a:p>
        </p:txBody>
      </p:sp>
      <p:sp>
        <p:nvSpPr>
          <p:cNvPr id="58" name="style-edge-DEPENDENCY-source">
            <a:extLst xmlns:a="http://schemas.openxmlformats.org/drawingml/2006/main">
              <a:ext uri="{FF2B5EF4-FFF2-40B4-BE49-F238E27FC236}">
                <a16:creationId xmlns:a16="http://schemas.microsoft.com/office/drawing/2014/main" id="{5D70999C-5E0E-4628-9D5A-94A4D9ED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95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57387"/>
            </a:solidFill>
            <a:prstDash val="solid"/>
          </a:ln>
        </p:spPr>
      </p:sp>
      <p:sp>
        <p:nvSpPr>
          <p:cNvPr id="59" name="style-edge-DEPENDENCY-target">
            <a:extLst xmlns:a="http://schemas.openxmlformats.org/drawingml/2006/main">
              <a:ext uri="{FF2B5EF4-FFF2-40B4-BE49-F238E27FC236}">
                <a16:creationId xmlns:a16="http://schemas.microsoft.com/office/drawing/2014/main" id="{006EFF2F-95D9-4C19-9874-02F02F6C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295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387"/>
          </a:solidFill>
          <a:ln xmlns:a="http://schemas.openxmlformats.org/drawingml/2006/main" w="14288">
            <a:solidFill>
              <a:srgbClr val="657387"/>
            </a:solidFill>
            <a:prstDash val="solid"/>
          </a:ln>
        </p:spPr>
      </p:sp>
      <p:cxnSp>
        <p:nvCxnSpPr>
          <p:cNvPr id="166" name=""/>
          <p:cNvCxnSpPr>
            <a:stCxn xmlns:a="http://schemas.openxmlformats.org/drawingml/2006/main" id="58" idx="6"/>
            <a:endCxn xmlns:a="http://schemas.openxmlformats.org/drawingml/2006/main" id="59" idx="2"/>
          </p:cNvCxnSpPr>
          <p:nvPr/>
        </p:nvCxnSpPr>
        <p:spPr>
          <a:xfrm xmlns:a="http://schemas.openxmlformats.org/drawingml/2006/main">
            <a:off x="9182100" y="3381375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657387"/>
            </a:solidFill>
            <a:prstDash val="dash"/>
            <a:round/>
            <a:tailEnd type="triangle" w="sm" len="sm"/>
          </a:ln>
        </p:spPr>
      </p:cxnSp>
      <p:sp>
        <p:nvSpPr>
          <p:cNvPr id="61" name="style-edge-label-dependency">
            <a:extLst xmlns:a="http://schemas.openxmlformats.org/drawingml/2006/main">
              <a:ext uri="{FF2B5EF4-FFF2-40B4-BE49-F238E27FC236}">
                <a16:creationId xmlns:a16="http://schemas.microsoft.com/office/drawing/2014/main" id="{B982832F-E94D-4AE4-AC3D-4A772546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619500"/>
            <a:ext cx="1038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57387"/>
                </a:solidFill>
              </a:defRPr>
            </a:pPr>
            <a:r>
              <a:rPr sz="675" b="1">
                <a:solidFill>
                  <a:srgbClr val="657387"/>
                </a:solidFill>
              </a:rPr>
              <a:t>DEPENDENCY</a:t>
            </a:r>
          </a:p>
        </p:txBody>
      </p:sp>
      <p:sp>
        <p:nvSpPr>
          <p:cNvPr id="62" name="style-edge-HIGHLIGHT-source">
            <a:extLst xmlns:a="http://schemas.openxmlformats.org/drawingml/2006/main">
              <a:ext uri="{FF2B5EF4-FFF2-40B4-BE49-F238E27FC236}">
                <a16:creationId xmlns:a16="http://schemas.microsoft.com/office/drawing/2014/main" id="{116A3000-07C3-4808-89E0-26C6A87D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3295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9BBD6"/>
            </a:solidFill>
            <a:prstDash val="solid"/>
          </a:ln>
        </p:spPr>
      </p:sp>
      <p:sp>
        <p:nvSpPr>
          <p:cNvPr id="63" name="style-edge-HIGHLIGHT-target">
            <a:extLst xmlns:a="http://schemas.openxmlformats.org/drawingml/2006/main">
              <a:ext uri="{FF2B5EF4-FFF2-40B4-BE49-F238E27FC236}">
                <a16:creationId xmlns:a16="http://schemas.microsoft.com/office/drawing/2014/main" id="{A7EFD35F-7373-40D3-9AAA-305A39E2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295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BBD6"/>
          </a:solidFill>
          <a:ln xmlns:a="http://schemas.openxmlformats.org/drawingml/2006/main" w="14288">
            <a:solidFill>
              <a:srgbClr val="49BBD6"/>
            </a:solidFill>
            <a:prstDash val="solid"/>
          </a:ln>
        </p:spPr>
      </p:sp>
      <p:cxnSp>
        <p:nvCxnSpPr>
          <p:cNvPr id="170" name=""/>
          <p:cNvCxnSpPr>
            <a:stCxn xmlns:a="http://schemas.openxmlformats.org/drawingml/2006/main" id="62" idx="6"/>
            <a:endCxn xmlns:a="http://schemas.openxmlformats.org/drawingml/2006/main" id="63" idx="2"/>
          </p:cNvCxnSpPr>
          <p:nvPr/>
        </p:nvCxnSpPr>
        <p:spPr>
          <a:xfrm xmlns:a="http://schemas.openxmlformats.org/drawingml/2006/main">
            <a:off x="10658475" y="3381375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49BBD6"/>
            </a:solidFill>
            <a:prstDash val="solid"/>
            <a:round/>
            <a:tailEnd type="triangle" w="sm" len="sm"/>
          </a:ln>
        </p:spPr>
      </p:cxnSp>
      <p:sp>
        <p:nvSpPr>
          <p:cNvPr id="65" name="style-edge-label-highlight">
            <a:extLst xmlns:a="http://schemas.openxmlformats.org/drawingml/2006/main">
              <a:ext uri="{FF2B5EF4-FFF2-40B4-BE49-F238E27FC236}">
                <a16:creationId xmlns:a16="http://schemas.microsoft.com/office/drawing/2014/main" id="{675A1547-F159-4326-A0DD-3E8FCAAA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619500"/>
            <a:ext cx="1038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57387"/>
                </a:solidFill>
              </a:defRPr>
            </a:pPr>
            <a:r>
              <a:rPr sz="675" b="1">
                <a:solidFill>
                  <a:srgbClr val="657387"/>
                </a:solidFill>
              </a:rPr>
              <a:t>HIGHLIGHT</a:t>
            </a:r>
          </a:p>
        </p:txBody>
      </p:sp>
      <p:sp>
        <p:nvSpPr>
          <p:cNvPr id="66" name="patterns-panel">
            <a:extLst xmlns:a="http://schemas.openxmlformats.org/drawingml/2006/main">
              <a:ext uri="{FF2B5EF4-FFF2-40B4-BE49-F238E27FC236}">
                <a16:creationId xmlns:a16="http://schemas.microsoft.com/office/drawing/2014/main" id="{38B10F8C-19BC-4888-8009-7AB2EB50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1139190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7" name="patterns-title">
            <a:extLst xmlns:a="http://schemas.openxmlformats.org/drawingml/2006/main">
              <a:ext uri="{FF2B5EF4-FFF2-40B4-BE49-F238E27FC236}">
                <a16:creationId xmlns:a16="http://schemas.microsoft.com/office/drawing/2014/main" id="{7C884252-F995-454C-A8EC-B65E89B9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4E8B"/>
                </a:solidFill>
              </a:defRPr>
            </a:pPr>
            <a:r>
              <a:rPr sz="900" b="1">
                <a:solidFill>
                  <a:srgbClr val="164E8B"/>
                </a:solidFill>
              </a:rPr>
              <a:t>COPY-READY PATTERNS</a:t>
            </a:r>
          </a:p>
        </p:txBody>
      </p:sp>
      <p:sp>
        <p:nvSpPr>
          <p:cNvPr id="68" name="patterns-divider-330">
            <a:extLst xmlns:a="http://schemas.openxmlformats.org/drawingml/2006/main">
              <a:ext uri="{FF2B5EF4-FFF2-40B4-BE49-F238E27FC236}">
                <a16:creationId xmlns:a16="http://schemas.microsoft.com/office/drawing/2014/main" id="{7C268F0B-6711-4C62-B3A1-C955D22D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76800"/>
            <a:ext cx="95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atterns-divider-620">
            <a:extLst xmlns:a="http://schemas.openxmlformats.org/drawingml/2006/main">
              <a:ext uri="{FF2B5EF4-FFF2-40B4-BE49-F238E27FC236}">
                <a16:creationId xmlns:a16="http://schemas.microsoft.com/office/drawing/2014/main" id="{E3F7D59E-E2CC-4A71-9F9F-D489733A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76800"/>
            <a:ext cx="95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atterns-divider-910">
            <a:extLst xmlns:a="http://schemas.openxmlformats.org/drawingml/2006/main">
              <a:ext uri="{FF2B5EF4-FFF2-40B4-BE49-F238E27FC236}">
                <a16:creationId xmlns:a16="http://schemas.microsoft.com/office/drawing/2014/main" id="{D46D9E61-14BA-4D39-880A-A8C2AA0C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76800"/>
            <a:ext cx="95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attern-label-chain">
            <a:extLst xmlns:a="http://schemas.openxmlformats.org/drawingml/2006/main">
              <a:ext uri="{FF2B5EF4-FFF2-40B4-BE49-F238E27FC236}">
                <a16:creationId xmlns:a16="http://schemas.microsoft.com/office/drawing/2014/main" id="{848B981E-F4CB-4569-A60A-CAFC18E1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958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387"/>
                </a:solidFill>
              </a:defRPr>
            </a:pPr>
            <a:r>
              <a:rPr sz="750" b="1">
                <a:solidFill>
                  <a:srgbClr val="657387"/>
                </a:solidFill>
              </a:rPr>
              <a:t>CHAIN</a:t>
            </a:r>
          </a:p>
        </p:txBody>
      </p:sp>
      <p:sp>
        <p:nvSpPr>
          <p:cNvPr id="72" name="pattern-label-branch">
            <a:extLst xmlns:a="http://schemas.openxmlformats.org/drawingml/2006/main">
              <a:ext uri="{FF2B5EF4-FFF2-40B4-BE49-F238E27FC236}">
                <a16:creationId xmlns:a16="http://schemas.microsoft.com/office/drawing/2014/main" id="{B7D791E4-E261-4DAD-BB82-1D7A1759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958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387"/>
                </a:solidFill>
              </a:defRPr>
            </a:pPr>
            <a:r>
              <a:rPr sz="750" b="1">
                <a:solidFill>
                  <a:srgbClr val="657387"/>
                </a:solidFill>
              </a:rPr>
              <a:t>BRANCH</a:t>
            </a:r>
          </a:p>
        </p:txBody>
      </p:sp>
      <p:sp>
        <p:nvSpPr>
          <p:cNvPr id="73" name="pattern-label-merge">
            <a:extLst xmlns:a="http://schemas.openxmlformats.org/drawingml/2006/main">
              <a:ext uri="{FF2B5EF4-FFF2-40B4-BE49-F238E27FC236}">
                <a16:creationId xmlns:a16="http://schemas.microsoft.com/office/drawing/2014/main" id="{EE992633-9AA6-4E63-BA8F-D91F46E1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958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387"/>
                </a:solidFill>
              </a:defRPr>
            </a:pPr>
            <a:r>
              <a:rPr sz="750" b="1">
                <a:solidFill>
                  <a:srgbClr val="657387"/>
                </a:solidFill>
              </a:rPr>
              <a:t>MERGE</a:t>
            </a:r>
          </a:p>
        </p:txBody>
      </p:sp>
      <p:sp>
        <p:nvSpPr>
          <p:cNvPr id="74" name="pattern-label-closure">
            <a:extLst xmlns:a="http://schemas.openxmlformats.org/drawingml/2006/main">
              <a:ext uri="{FF2B5EF4-FFF2-40B4-BE49-F238E27FC236}">
                <a16:creationId xmlns:a16="http://schemas.microsoft.com/office/drawing/2014/main" id="{028550B6-0FC5-41D7-AFDA-831770C0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958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387"/>
                </a:solidFill>
              </a:defRPr>
            </a:pPr>
            <a:r>
              <a:rPr sz="750" b="1">
                <a:solidFill>
                  <a:srgbClr val="657387"/>
                </a:solidFill>
              </a:rPr>
              <a:t>CLOSURE</a:t>
            </a:r>
          </a:p>
        </p:txBody>
      </p:sp>
      <p:sp>
        <p:nvSpPr>
          <p:cNvPr id="75" name="pattern-chain-1">
            <a:extLst xmlns:a="http://schemas.openxmlformats.org/drawingml/2006/main">
              <a:ext uri="{FF2B5EF4-FFF2-40B4-BE49-F238E27FC236}">
                <a16:creationId xmlns:a16="http://schemas.microsoft.com/office/drawing/2014/main" id="{65186775-2F37-495A-87D8-B584B259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67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DC"/>
          </a:solidFill>
          <a:ln xmlns:a="http://schemas.openxmlformats.org/drawingml/2006/main" w="14288">
            <a:solidFill>
              <a:srgbClr val="3478DC"/>
            </a:solidFill>
            <a:prstDash val="solid"/>
          </a:ln>
        </p:spPr>
      </p:sp>
      <p:sp>
        <p:nvSpPr>
          <p:cNvPr id="76" name="pattern-chain-2">
            <a:extLst xmlns:a="http://schemas.openxmlformats.org/drawingml/2006/main">
              <a:ext uri="{FF2B5EF4-FFF2-40B4-BE49-F238E27FC236}">
                <a16:creationId xmlns:a16="http://schemas.microsoft.com/office/drawing/2014/main" id="{4B7CAB75-1F97-42CB-A59D-A6B061E3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467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DC"/>
          </a:solidFill>
          <a:ln xmlns:a="http://schemas.openxmlformats.org/drawingml/2006/main" w="14288">
            <a:solidFill>
              <a:srgbClr val="3478DC"/>
            </a:solidFill>
            <a:prstDash val="solid"/>
          </a:ln>
        </p:spPr>
      </p:sp>
      <p:sp>
        <p:nvSpPr>
          <p:cNvPr id="77" name="pattern-chain-3">
            <a:extLst xmlns:a="http://schemas.openxmlformats.org/drawingml/2006/main">
              <a:ext uri="{FF2B5EF4-FFF2-40B4-BE49-F238E27FC236}">
                <a16:creationId xmlns:a16="http://schemas.microsoft.com/office/drawing/2014/main" id="{EABB2EFF-29D3-4CA4-AAB1-B7439729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467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DC"/>
          </a:solidFill>
          <a:ln xmlns:a="http://schemas.openxmlformats.org/drawingml/2006/main" w="14288">
            <a:solidFill>
              <a:srgbClr val="3478DC"/>
            </a:solidFill>
            <a:prstDash val="solid"/>
          </a:ln>
        </p:spPr>
      </p:sp>
      <p:sp>
        <p:nvSpPr>
          <p:cNvPr id="78" name="pattern-chain-4">
            <a:extLst xmlns:a="http://schemas.openxmlformats.org/drawingml/2006/main">
              <a:ext uri="{FF2B5EF4-FFF2-40B4-BE49-F238E27FC236}">
                <a16:creationId xmlns:a16="http://schemas.microsoft.com/office/drawing/2014/main" id="{326C21F9-803F-4936-A88E-13899B87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5467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DC"/>
          </a:solidFill>
          <a:ln xmlns:a="http://schemas.openxmlformats.org/drawingml/2006/main" w="14288">
            <a:solidFill>
              <a:srgbClr val="3478DC"/>
            </a:solidFill>
            <a:prstDash val="solid"/>
          </a:ln>
        </p:spPr>
      </p:sp>
      <p:cxnSp>
        <p:nvCxnSpPr>
          <p:cNvPr id="185" name=""/>
          <p:cNvCxnSpPr>
            <a:stCxn xmlns:a="http://schemas.openxmlformats.org/drawingml/2006/main" id="75" idx="6"/>
            <a:endCxn xmlns:a="http://schemas.openxmlformats.org/drawingml/2006/main" id="76" idx="2"/>
          </p:cNvCxnSpPr>
          <p:nvPr/>
        </p:nvCxnSpPr>
        <p:spPr>
          <a:xfrm xmlns:a="http://schemas.openxmlformats.org/drawingml/2006/main">
            <a:off x="1009650" y="55721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164E8B"/>
            </a:solidFill>
            <a:prstDash val="solid"/>
            <a:round/>
            <a:tailEnd type="triangle" w="sm" len="sm"/>
          </a:ln>
        </p:spPr>
      </p:cxnSp>
      <p:cxnSp>
        <p:nvCxnSpPr>
          <p:cNvPr id="186" name=""/>
          <p:cNvCxnSpPr>
            <a:stCxn xmlns:a="http://schemas.openxmlformats.org/drawingml/2006/main" id="76" idx="6"/>
            <a:endCxn xmlns:a="http://schemas.openxmlformats.org/drawingml/2006/main" id="77" idx="2"/>
          </p:cNvCxnSpPr>
          <p:nvPr/>
        </p:nvCxnSpPr>
        <p:spPr>
          <a:xfrm xmlns:a="http://schemas.openxmlformats.org/drawingml/2006/main">
            <a:off x="1628775" y="55721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164E8B"/>
            </a:solidFill>
            <a:prstDash val="solid"/>
            <a:round/>
            <a:tailEnd type="triangle" w="sm" len="sm"/>
          </a:ln>
        </p:spPr>
      </p:cxnSp>
      <p:cxnSp>
        <p:nvCxnSpPr>
          <p:cNvPr id="187" name=""/>
          <p:cNvCxnSpPr>
            <a:stCxn xmlns:a="http://schemas.openxmlformats.org/drawingml/2006/main" id="77" idx="6"/>
            <a:endCxn xmlns:a="http://schemas.openxmlformats.org/drawingml/2006/main" id="78" idx="2"/>
          </p:cNvCxnSpPr>
          <p:nvPr/>
        </p:nvCxnSpPr>
        <p:spPr>
          <a:xfrm xmlns:a="http://schemas.openxmlformats.org/drawingml/2006/main">
            <a:off x="2247900" y="55721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164E8B"/>
            </a:solidFill>
            <a:prstDash val="solid"/>
            <a:round/>
            <a:tailEnd type="triangle" w="sm" len="sm"/>
          </a:ln>
        </p:spPr>
      </p:cxnSp>
      <p:sp>
        <p:nvSpPr>
          <p:cNvPr id="82" name="pattern-branch-root">
            <a:extLst xmlns:a="http://schemas.openxmlformats.org/drawingml/2006/main">
              <a:ext uri="{FF2B5EF4-FFF2-40B4-BE49-F238E27FC236}">
                <a16:creationId xmlns:a16="http://schemas.microsoft.com/office/drawing/2014/main" id="{A3747539-4C65-4252-9280-A5A0B333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467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DC"/>
          </a:solidFill>
          <a:ln xmlns:a="http://schemas.openxmlformats.org/drawingml/2006/main" w="14288">
            <a:solidFill>
              <a:srgbClr val="3478DC"/>
            </a:solidFill>
            <a:prstDash val="solid"/>
          </a:ln>
        </p:spPr>
      </p:sp>
      <p:sp>
        <p:nvSpPr>
          <p:cNvPr id="83" name="pattern-branch-upper">
            <a:extLst xmlns:a="http://schemas.openxmlformats.org/drawingml/2006/main">
              <a:ext uri="{FF2B5EF4-FFF2-40B4-BE49-F238E27FC236}">
                <a16:creationId xmlns:a16="http://schemas.microsoft.com/office/drawing/2014/main" id="{EDB063A0-EDC6-4676-9C07-3A84B341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133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DC"/>
          </a:solidFill>
          <a:ln xmlns:a="http://schemas.openxmlformats.org/drawingml/2006/main" w="14288">
            <a:solidFill>
              <a:srgbClr val="3478DC"/>
            </a:solidFill>
            <a:prstDash val="solid"/>
          </a:ln>
        </p:spPr>
      </p:sp>
      <p:sp>
        <p:nvSpPr>
          <p:cNvPr id="84" name="pattern-branch-lower">
            <a:extLst xmlns:a="http://schemas.openxmlformats.org/drawingml/2006/main">
              <a:ext uri="{FF2B5EF4-FFF2-40B4-BE49-F238E27FC236}">
                <a16:creationId xmlns:a16="http://schemas.microsoft.com/office/drawing/2014/main" id="{085E71CF-8632-44D7-9244-7633AF46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800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DC"/>
          </a:solidFill>
          <a:ln xmlns:a="http://schemas.openxmlformats.org/drawingml/2006/main" w="14288">
            <a:solidFill>
              <a:srgbClr val="3478DC"/>
            </a:solidFill>
            <a:prstDash val="solid"/>
          </a:ln>
        </p:spPr>
      </p:sp>
      <p:sp>
        <p:nvSpPr>
          <p:cNvPr id="85" name="pattern-branch-leaf">
            <a:extLst xmlns:a="http://schemas.openxmlformats.org/drawingml/2006/main">
              <a:ext uri="{FF2B5EF4-FFF2-40B4-BE49-F238E27FC236}">
                <a16:creationId xmlns:a16="http://schemas.microsoft.com/office/drawing/2014/main" id="{E32B2FA8-145B-456E-B401-49ABA2FB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467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DC"/>
          </a:solidFill>
          <a:ln xmlns:a="http://schemas.openxmlformats.org/drawingml/2006/main" w="14288">
            <a:solidFill>
              <a:srgbClr val="3478DC"/>
            </a:solidFill>
            <a:prstDash val="solid"/>
          </a:ln>
        </p:spPr>
      </p:sp>
      <p:cxnSp>
        <p:nvCxnSpPr>
          <p:cNvPr id="192" name=""/>
          <p:cNvCxnSpPr>
            <a:stCxn xmlns:a="http://schemas.openxmlformats.org/drawingml/2006/main" id="82" idx="6"/>
            <a:endCxn xmlns:a="http://schemas.openxmlformats.org/drawingml/2006/main" id="83" idx="3"/>
          </p:cNvCxnSpPr>
          <p:nvPr/>
        </p:nvCxnSpPr>
        <p:spPr>
          <a:xfrm xmlns:a="http://schemas.openxmlformats.org/drawingml/2006/main" flipV="1">
            <a:off x="3724275" y="5312837"/>
            <a:ext cx="678388" cy="259288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164E8B"/>
            </a:solidFill>
            <a:prstDash val="solid"/>
            <a:round/>
            <a:tailEnd type="triangle" w="sm" len="sm"/>
          </a:ln>
        </p:spPr>
      </p:cxnSp>
      <p:cxnSp>
        <p:nvCxnSpPr>
          <p:cNvPr id="193" name=""/>
          <p:cNvCxnSpPr>
            <a:stCxn xmlns:a="http://schemas.openxmlformats.org/drawingml/2006/main" id="82" idx="5"/>
            <a:endCxn xmlns:a="http://schemas.openxmlformats.org/drawingml/2006/main" id="84" idx="2"/>
          </p:cNvCxnSpPr>
          <p:nvPr/>
        </p:nvCxnSpPr>
        <p:spPr>
          <a:xfrm xmlns:a="http://schemas.openxmlformats.org/drawingml/2006/main">
            <a:off x="3693587" y="5646212"/>
            <a:ext cx="678388" cy="259288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164E8B"/>
            </a:solidFill>
            <a:prstDash val="solid"/>
            <a:round/>
            <a:tailEnd type="triangle" w="sm" len="sm"/>
          </a:ln>
        </p:spPr>
      </p:cxnSp>
      <p:cxnSp>
        <p:nvCxnSpPr>
          <p:cNvPr id="194" name=""/>
          <p:cNvCxnSpPr>
            <a:stCxn xmlns:a="http://schemas.openxmlformats.org/drawingml/2006/main" id="83" idx="5"/>
            <a:endCxn xmlns:a="http://schemas.openxmlformats.org/drawingml/2006/main" id="85" idx="2"/>
          </p:cNvCxnSpPr>
          <p:nvPr/>
        </p:nvCxnSpPr>
        <p:spPr>
          <a:xfrm xmlns:a="http://schemas.openxmlformats.org/drawingml/2006/main">
            <a:off x="4550837" y="5312837"/>
            <a:ext cx="630763" cy="259288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164E8B"/>
            </a:solidFill>
            <a:prstDash val="solid"/>
            <a:round/>
            <a:tailEnd type="triangle" w="sm" len="sm"/>
          </a:ln>
        </p:spPr>
      </p:cxnSp>
      <p:cxnSp>
        <p:nvCxnSpPr>
          <p:cNvPr id="195" name=""/>
          <p:cNvCxnSpPr>
            <a:stCxn xmlns:a="http://schemas.openxmlformats.org/drawingml/2006/main" id="84" idx="7"/>
            <a:endCxn xmlns:a="http://schemas.openxmlformats.org/drawingml/2006/main" id="85" idx="2"/>
          </p:cNvCxnSpPr>
          <p:nvPr/>
        </p:nvCxnSpPr>
        <p:spPr>
          <a:xfrm xmlns:a="http://schemas.openxmlformats.org/drawingml/2006/main" flipV="1">
            <a:off x="4550837" y="5572125"/>
            <a:ext cx="630763" cy="259288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164E8B"/>
            </a:solidFill>
            <a:prstDash val="solid"/>
            <a:round/>
            <a:tailEnd type="triangle" w="sm" len="sm"/>
          </a:ln>
        </p:spPr>
      </p:cxnSp>
      <p:sp>
        <p:nvSpPr>
          <p:cNvPr id="90" name="pattern-merge-upper">
            <a:extLst xmlns:a="http://schemas.openxmlformats.org/drawingml/2006/main">
              <a:ext uri="{FF2B5EF4-FFF2-40B4-BE49-F238E27FC236}">
                <a16:creationId xmlns:a16="http://schemas.microsoft.com/office/drawing/2014/main" id="{438DD42A-28B6-49D8-964C-53D2377C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33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DC"/>
          </a:solidFill>
          <a:ln xmlns:a="http://schemas.openxmlformats.org/drawingml/2006/main" w="14288">
            <a:solidFill>
              <a:srgbClr val="3478DC"/>
            </a:solidFill>
            <a:prstDash val="solid"/>
          </a:ln>
        </p:spPr>
      </p:sp>
      <p:sp>
        <p:nvSpPr>
          <p:cNvPr id="91" name="pattern-merge-lower">
            <a:extLst xmlns:a="http://schemas.openxmlformats.org/drawingml/2006/main">
              <a:ext uri="{FF2B5EF4-FFF2-40B4-BE49-F238E27FC236}">
                <a16:creationId xmlns:a16="http://schemas.microsoft.com/office/drawing/2014/main" id="{33D49B43-34AC-46F4-B4DB-68F1802E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800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DC"/>
          </a:solidFill>
          <a:ln xmlns:a="http://schemas.openxmlformats.org/drawingml/2006/main" w="14288">
            <a:solidFill>
              <a:srgbClr val="3478DC"/>
            </a:solidFill>
            <a:prstDash val="solid"/>
          </a:ln>
        </p:spPr>
      </p:sp>
      <p:sp>
        <p:nvSpPr>
          <p:cNvPr id="92" name="pattern-merge-center">
            <a:extLst xmlns:a="http://schemas.openxmlformats.org/drawingml/2006/main">
              <a:ext uri="{FF2B5EF4-FFF2-40B4-BE49-F238E27FC236}">
                <a16:creationId xmlns:a16="http://schemas.microsoft.com/office/drawing/2014/main" id="{D28E890C-AAAB-4069-A343-168D376A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467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DC"/>
          </a:solidFill>
          <a:ln xmlns:a="http://schemas.openxmlformats.org/drawingml/2006/main" w="14288">
            <a:solidFill>
              <a:srgbClr val="3478DC"/>
            </a:solidFill>
            <a:prstDash val="solid"/>
          </a:ln>
        </p:spPr>
      </p:sp>
      <p:sp>
        <p:nvSpPr>
          <p:cNvPr id="93" name="pattern-merge-leaf">
            <a:extLst xmlns:a="http://schemas.openxmlformats.org/drawingml/2006/main">
              <a:ext uri="{FF2B5EF4-FFF2-40B4-BE49-F238E27FC236}">
                <a16:creationId xmlns:a16="http://schemas.microsoft.com/office/drawing/2014/main" id="{CC4A20ED-68DB-42D9-918F-5AE9F340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467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DC"/>
          </a:solidFill>
          <a:ln xmlns:a="http://schemas.openxmlformats.org/drawingml/2006/main" w="14288">
            <a:solidFill>
              <a:srgbClr val="3478DC"/>
            </a:solidFill>
            <a:prstDash val="solid"/>
          </a:ln>
        </p:spPr>
      </p:sp>
      <p:cxnSp>
        <p:nvCxnSpPr>
          <p:cNvPr id="200" name=""/>
          <p:cNvCxnSpPr>
            <a:stCxn xmlns:a="http://schemas.openxmlformats.org/drawingml/2006/main" id="90" idx="6"/>
            <a:endCxn xmlns:a="http://schemas.openxmlformats.org/drawingml/2006/main" id="92" idx="2"/>
          </p:cNvCxnSpPr>
          <p:nvPr/>
        </p:nvCxnSpPr>
        <p:spPr>
          <a:xfrm xmlns:a="http://schemas.openxmlformats.org/drawingml/2006/main">
            <a:off x="6438900" y="5238750"/>
            <a:ext cx="74295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164E8B"/>
            </a:solidFill>
            <a:prstDash val="solid"/>
            <a:round/>
            <a:tailEnd type="triangle" w="sm" len="sm"/>
          </a:ln>
        </p:spPr>
      </p:cxnSp>
      <p:cxnSp>
        <p:nvCxnSpPr>
          <p:cNvPr id="201" name=""/>
          <p:cNvCxnSpPr>
            <a:stCxn xmlns:a="http://schemas.openxmlformats.org/drawingml/2006/main" id="91" idx="6"/>
            <a:endCxn xmlns:a="http://schemas.openxmlformats.org/drawingml/2006/main" id="92" idx="2"/>
          </p:cNvCxnSpPr>
          <p:nvPr/>
        </p:nvCxnSpPr>
        <p:spPr>
          <a:xfrm xmlns:a="http://schemas.openxmlformats.org/drawingml/2006/main" flipV="1">
            <a:off x="6438900" y="5572125"/>
            <a:ext cx="74295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164E8B"/>
            </a:solidFill>
            <a:prstDash val="solid"/>
            <a:round/>
            <a:tailEnd type="triangle" w="sm" len="sm"/>
          </a:ln>
        </p:spPr>
      </p:cxnSp>
      <p:cxnSp>
        <p:nvCxnSpPr>
          <p:cNvPr id="202" name=""/>
          <p:cNvCxnSpPr>
            <a:stCxn xmlns:a="http://schemas.openxmlformats.org/drawingml/2006/main" id="92" idx="6"/>
            <a:endCxn xmlns:a="http://schemas.openxmlformats.org/drawingml/2006/main" id="93" idx="2"/>
          </p:cNvCxnSpPr>
          <p:nvPr/>
        </p:nvCxnSpPr>
        <p:spPr>
          <a:xfrm xmlns:a="http://schemas.openxmlformats.org/drawingml/2006/main">
            <a:off x="7391400" y="55721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164E8B"/>
            </a:solidFill>
            <a:prstDash val="solid"/>
            <a:round/>
            <a:tailEnd type="triangle" w="sm" len="sm"/>
          </a:ln>
        </p:spPr>
      </p:cxnSp>
      <p:sp>
        <p:nvSpPr>
          <p:cNvPr id="97" name="pattern-closure-boundary">
            <a:extLst xmlns:a="http://schemas.openxmlformats.org/drawingml/2006/main">
              <a:ext uri="{FF2B5EF4-FFF2-40B4-BE49-F238E27FC236}">
                <a16:creationId xmlns:a16="http://schemas.microsoft.com/office/drawing/2014/main" id="{0C177A8F-ABD8-4C86-BBE2-48F30F72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143500"/>
            <a:ext cx="1952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3FBFD"/>
          </a:solidFill>
          <a:ln xmlns:a="http://schemas.openxmlformats.org/drawingml/2006/main" w="14288">
            <a:solidFill>
              <a:srgbClr val="49BBD6"/>
            </a:solidFill>
            <a:prstDash val="dash"/>
          </a:ln>
        </p:spPr>
      </p:sp>
      <p:sp>
        <p:nvSpPr>
          <p:cNvPr id="98" name="pattern-closure-prerequisite-1">
            <a:extLst xmlns:a="http://schemas.openxmlformats.org/drawingml/2006/main">
              <a:ext uri="{FF2B5EF4-FFF2-40B4-BE49-F238E27FC236}">
                <a16:creationId xmlns:a16="http://schemas.microsoft.com/office/drawing/2014/main" id="{23801CF0-FB8C-4A96-A3E4-63BCC841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467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BBD6"/>
          </a:solidFill>
          <a:ln xmlns:a="http://schemas.openxmlformats.org/drawingml/2006/main" w="14288">
            <a:solidFill>
              <a:srgbClr val="49BBD6"/>
            </a:solidFill>
            <a:prstDash val="solid"/>
          </a:ln>
        </p:spPr>
      </p:sp>
      <p:sp>
        <p:nvSpPr>
          <p:cNvPr id="99" name="pattern-closure-prerequisite-2">
            <a:extLst xmlns:a="http://schemas.openxmlformats.org/drawingml/2006/main">
              <a:ext uri="{FF2B5EF4-FFF2-40B4-BE49-F238E27FC236}">
                <a16:creationId xmlns:a16="http://schemas.microsoft.com/office/drawing/2014/main" id="{14B4A34D-6836-45B8-B78B-EE8F38A7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5229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BBD6"/>
          </a:solidFill>
          <a:ln xmlns:a="http://schemas.openxmlformats.org/drawingml/2006/main" w="14288">
            <a:solidFill>
              <a:srgbClr val="49BBD6"/>
            </a:solidFill>
            <a:prstDash val="solid"/>
          </a:ln>
        </p:spPr>
      </p:sp>
      <p:sp>
        <p:nvSpPr>
          <p:cNvPr id="100" name="pattern-closure-prerequisite-3">
            <a:extLst xmlns:a="http://schemas.openxmlformats.org/drawingml/2006/main">
              <a:ext uri="{FF2B5EF4-FFF2-40B4-BE49-F238E27FC236}">
                <a16:creationId xmlns:a16="http://schemas.microsoft.com/office/drawing/2014/main" id="{E77BA46F-173F-417B-9FE3-470CD9AC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5705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BBD6"/>
          </a:solidFill>
          <a:ln xmlns:a="http://schemas.openxmlformats.org/drawingml/2006/main" w="14288">
            <a:solidFill>
              <a:srgbClr val="49BBD6"/>
            </a:solidFill>
            <a:prstDash val="solid"/>
          </a:ln>
        </p:spPr>
      </p:sp>
      <p:sp>
        <p:nvSpPr>
          <p:cNvPr id="101" name="pattern-closure-target">
            <a:extLst xmlns:a="http://schemas.openxmlformats.org/drawingml/2006/main">
              <a:ext uri="{FF2B5EF4-FFF2-40B4-BE49-F238E27FC236}">
                <a16:creationId xmlns:a16="http://schemas.microsoft.com/office/drawing/2014/main" id="{DBBFB30F-54C4-41BF-9C67-ED2B4376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4578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DC"/>
          </a:solidFill>
          <a:ln xmlns:a="http://schemas.openxmlformats.org/drawingml/2006/main" w="14288">
            <a:solidFill>
              <a:srgbClr val="3478DC"/>
            </a:solidFill>
            <a:prstDash val="solid"/>
          </a:ln>
        </p:spPr>
      </p:sp>
      <p:sp>
        <p:nvSpPr>
          <p:cNvPr id="102" name="pattern-closure-unrelated">
            <a:extLst xmlns:a="http://schemas.openxmlformats.org/drawingml/2006/main">
              <a:ext uri="{FF2B5EF4-FFF2-40B4-BE49-F238E27FC236}">
                <a16:creationId xmlns:a16="http://schemas.microsoft.com/office/drawing/2014/main" id="{DF165521-BEC1-4D04-AF02-888AB9E1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5467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14288">
            <a:solidFill>
              <a:srgbClr val="AAB6C4"/>
            </a:solidFill>
            <a:prstDash val="solid"/>
          </a:ln>
        </p:spPr>
      </p:sp>
      <p:cxnSp>
        <p:nvCxnSpPr>
          <p:cNvPr id="209" name=""/>
          <p:cNvCxnSpPr>
            <a:stCxn xmlns:a="http://schemas.openxmlformats.org/drawingml/2006/main" id="98" idx="6"/>
            <a:endCxn xmlns:a="http://schemas.openxmlformats.org/drawingml/2006/main" id="99" idx="3"/>
          </p:cNvCxnSpPr>
          <p:nvPr/>
        </p:nvCxnSpPr>
        <p:spPr>
          <a:xfrm xmlns:a="http://schemas.openxmlformats.org/drawingml/2006/main" flipV="1">
            <a:off x="9391650" y="5408087"/>
            <a:ext cx="440263" cy="164038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49BBD6"/>
            </a:solidFill>
            <a:prstDash val="solid"/>
            <a:round/>
            <a:tailEnd type="triangle" w="sm" len="sm"/>
          </a:ln>
        </p:spPr>
      </p:cxnSp>
      <p:cxnSp>
        <p:nvCxnSpPr>
          <p:cNvPr id="210" name=""/>
          <p:cNvCxnSpPr>
            <a:stCxn xmlns:a="http://schemas.openxmlformats.org/drawingml/2006/main" id="98" idx="5"/>
            <a:endCxn xmlns:a="http://schemas.openxmlformats.org/drawingml/2006/main" id="100" idx="2"/>
          </p:cNvCxnSpPr>
          <p:nvPr/>
        </p:nvCxnSpPr>
        <p:spPr>
          <a:xfrm xmlns:a="http://schemas.openxmlformats.org/drawingml/2006/main">
            <a:off x="9360962" y="5646212"/>
            <a:ext cx="440263" cy="164038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49BBD6"/>
            </a:solidFill>
            <a:prstDash val="solid"/>
            <a:round/>
            <a:tailEnd type="triangle" w="sm" len="sm"/>
          </a:ln>
        </p:spPr>
      </p:cxnSp>
      <p:cxnSp>
        <p:nvCxnSpPr>
          <p:cNvPr id="211" name=""/>
          <p:cNvCxnSpPr>
            <a:stCxn xmlns:a="http://schemas.openxmlformats.org/drawingml/2006/main" id="99" idx="6"/>
            <a:endCxn xmlns:a="http://schemas.openxmlformats.org/drawingml/2006/main" id="101" idx="2"/>
          </p:cNvCxnSpPr>
          <p:nvPr/>
        </p:nvCxnSpPr>
        <p:spPr>
          <a:xfrm xmlns:a="http://schemas.openxmlformats.org/drawingml/2006/main">
            <a:off x="10010775" y="5334000"/>
            <a:ext cx="542925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49BBD6"/>
            </a:solidFill>
            <a:prstDash val="solid"/>
            <a:round/>
            <a:tailEnd type="triangle" w="sm" len="sm"/>
          </a:ln>
        </p:spPr>
      </p:cxnSp>
      <p:cxnSp>
        <p:nvCxnSpPr>
          <p:cNvPr id="212" name=""/>
          <p:cNvCxnSpPr>
            <a:stCxn xmlns:a="http://schemas.openxmlformats.org/drawingml/2006/main" id="100" idx="6"/>
            <a:endCxn xmlns:a="http://schemas.openxmlformats.org/drawingml/2006/main" id="101" idx="2"/>
          </p:cNvCxnSpPr>
          <p:nvPr/>
        </p:nvCxnSpPr>
        <p:spPr>
          <a:xfrm xmlns:a="http://schemas.openxmlformats.org/drawingml/2006/main" flipV="1">
            <a:off x="10010775" y="5572125"/>
            <a:ext cx="542925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49BBD6"/>
            </a:solidFill>
            <a:prstDash val="solid"/>
            <a:round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9891538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2026-07-25T13:50:48.7110000Z</dcterms:created>
  <dcterms:modified xsi:type="dcterms:W3CDTF">2026-07-25T13:50:48.7110000Z</dcterms:modified>
</coreProperties>
</file>
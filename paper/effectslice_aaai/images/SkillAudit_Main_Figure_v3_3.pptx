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d56675670c74337" /><Relationship Type="http://schemas.openxmlformats.org/officeDocument/2006/relationships/extended-properties" Target="/docProps/app.xml" Id="R9b090907e45c491a" /><Relationship Type="http://schemas.openxmlformats.org/officeDocument/2006/relationships/officeDocument" Target="/ppt/presentation.xml" Id="R736ff15bb15242a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3d7de9b359e42f8"/>
  </p:sldMasterIdLst>
  <p:notesMasterIdLst>
    <p:notesMasterId xmlns:r="http://schemas.openxmlformats.org/officeDocument/2006/relationships" r:id="R3078dc858e7a4e1f"/>
  </p:notesMasterIdLst>
  <p:sldIdLst>
    <p:sldId xmlns:r="http://schemas.openxmlformats.org/officeDocument/2006/relationships" id="256" r:id="Rfdaf009cf4484470"/>
    <p:sldId xmlns:r="http://schemas.openxmlformats.org/officeDocument/2006/relationships" id="257" r:id="R0f747a57ecfc465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25c6c88f994859" /><Relationship Type="http://schemas.openxmlformats.org/officeDocument/2006/relationships/slideMaster" Target="/ppt/slideMasters/slideMaster1.xml" Id="R43d7de9b359e42f8" /><Relationship Type="http://schemas.openxmlformats.org/officeDocument/2006/relationships/notesMaster" Target="/ppt/notesMasters/notesMaster1.xml" Id="R3078dc858e7a4e1f" /><Relationship Type="http://schemas.openxmlformats.org/officeDocument/2006/relationships/presProps" Target="/ppt/presProps.xml" Id="Rcda1f89d516944a7" /><Relationship Type="http://schemas.openxmlformats.org/officeDocument/2006/relationships/viewProps" Target="/ppt/viewProps.xml" Id="Rb481d16944564b0d" /><Relationship Type="http://schemas.openxmlformats.org/officeDocument/2006/relationships/tableStyles" Target="/ppt/tableStyles.xml" Id="Rdd813ed8dac24126" /><Relationship Type="http://schemas.openxmlformats.org/officeDocument/2006/relationships/slide" Target="/ppt/slides/slide1.xml" Id="Rfdaf009cf4484470" /><Relationship Type="http://schemas.openxmlformats.org/officeDocument/2006/relationships/slide" Target="/ppt/slides/slide2.xml" Id="R0f747a57ecfc465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56c20d9d440471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c884c77551947a8" /><Relationship Type="http://schemas.openxmlformats.org/officeDocument/2006/relationships/notesMaster" Target="/ppt/notesMasters/notesMaster1.xml" Id="R4bc1dd37fd7d44f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042e3d598794dcc" /><Relationship Type="http://schemas.openxmlformats.org/officeDocument/2006/relationships/notesMaster" Target="/ppt/notesMasters/notesMaster1.xml" Id="Re320b0e068f64a4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eb16b76e164b4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f171b0adddb419e" /><Relationship Type="http://schemas.openxmlformats.org/officeDocument/2006/relationships/slideLayout" Target="/ppt/slideLayouts/slideLayout1.xml" Id="R2bc9ea1ad04f4c4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c9ea1ad04f4c4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a251d161b54e21" /><Relationship Type="http://schemas.openxmlformats.org/officeDocument/2006/relationships/image" Target="/ppt/media/image.png" Id="R0f98f1e57a554555" /><Relationship Type="http://schemas.openxmlformats.org/officeDocument/2006/relationships/image" Target="/ppt/media/image2.png" Id="Rf7e8febe793c4bba" /><Relationship Type="http://schemas.openxmlformats.org/officeDocument/2006/relationships/image" Target="/ppt/media/image3.png" Id="Re3844bf8ff9340d1" /><Relationship Type="http://schemas.openxmlformats.org/officeDocument/2006/relationships/notesSlide" Target="/ppt/notesSlides/notesSlide1.xml" Id="R6de9e445bf224e2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18f19f10074690" /><Relationship Type="http://schemas.openxmlformats.org/officeDocument/2006/relationships/image" Target="/ppt/media/image.png" Id="R226dad76a94547ec" /><Relationship Type="http://schemas.openxmlformats.org/officeDocument/2006/relationships/image" Target="/ppt/media/image2.png" Id="R60035c73b9884983" /><Relationship Type="http://schemas.openxmlformats.org/officeDocument/2006/relationships/image" Target="/ppt/media/image3.png" Id="Rdae7b38044e74459" /><Relationship Type="http://schemas.openxmlformats.org/officeDocument/2006/relationships/notesSlide" Target="/ppt/notesSlides/notesSlide2.xml" Id="R585b23624fad457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23" name="upstream-protocol-divider"/>
          <p:cNvCxnSpPr/>
          <p:nvPr/>
        </p:nvCxnSpPr>
        <p:spPr>
          <a:xfrm xmlns:a="http://schemas.openxmlformats.org/drawingml/2006/main">
            <a:off x="5448300" y="1028700"/>
            <a:ext cx="95" cy="504825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AEB9C5"/>
            </a:solidFill>
            <a:prstDash val="dash"/>
          </a:ln>
        </p:spPr>
      </p:cxnSp>
      <p:cxnSp>
        <p:nvCxnSpPr>
          <p:cNvPr id="324" name="protocol-output-divider"/>
          <p:cNvCxnSpPr/>
          <p:nvPr/>
        </p:nvCxnSpPr>
        <p:spPr>
          <a:xfrm xmlns:a="http://schemas.openxmlformats.org/drawingml/2006/main">
            <a:off x="9734550" y="1028700"/>
            <a:ext cx="95" cy="504825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AEB9C5"/>
            </a:solidFill>
            <a:prstDash val="dash"/>
          </a:ln>
        </p:spPr>
      </p:cxnSp>
      <p:cxnSp>
        <p:nvCxnSpPr>
          <p:cNvPr id="325" name="paper-to-full-line"/>
          <p:cNvCxnSpPr/>
          <p:nvPr/>
        </p:nvCxnSpPr>
        <p:spPr>
          <a:xfrm xmlns:a="http://schemas.openxmlformats.org/drawingml/2006/main">
            <a:off x="1257300" y="2743200"/>
            <a:ext cx="180975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578E5"/>
            </a:solidFill>
            <a:prstDash val="solid"/>
          </a:ln>
        </p:spPr>
      </p:cxnSp>
      <p:sp>
        <p:nvSpPr>
          <p:cNvPr id="4" name="paper-to-full-head">
            <a:extLst xmlns:a="http://schemas.openxmlformats.org/drawingml/2006/main">
              <a:ext uri="{FF2B5EF4-FFF2-40B4-BE49-F238E27FC236}">
                <a16:creationId xmlns:a16="http://schemas.microsoft.com/office/drawing/2014/main" id="{B3334836-8EEC-4E4D-B1C4-E7E609218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86050"/>
            <a:ext cx="95250" cy="114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3578E5"/>
          </a:solidFill>
          <a:ln xmlns:a="http://schemas.openxmlformats.org/drawingml/2006/main" w="0">
            <a:solidFill>
              <a:srgbClr val="3578E5"/>
            </a:solidFill>
            <a:prstDash val="solid"/>
          </a:ln>
        </p:spPr>
      </p:sp>
      <p:cxnSp>
        <p:nvCxnSpPr>
          <p:cNvPr id="327" name="full-to-reducer-line"/>
          <p:cNvCxnSpPr/>
          <p:nvPr/>
        </p:nvCxnSpPr>
        <p:spPr>
          <a:xfrm xmlns:a="http://schemas.openxmlformats.org/drawingml/2006/main">
            <a:off x="2628900" y="2743200"/>
            <a:ext cx="276225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578E5"/>
            </a:solidFill>
            <a:prstDash val="solid"/>
          </a:ln>
        </p:spPr>
      </p:cxnSp>
      <p:sp>
        <p:nvSpPr>
          <p:cNvPr id="6" name="full-to-reducer-head">
            <a:extLst xmlns:a="http://schemas.openxmlformats.org/drawingml/2006/main">
              <a:ext uri="{FF2B5EF4-FFF2-40B4-BE49-F238E27FC236}">
                <a16:creationId xmlns:a16="http://schemas.microsoft.com/office/drawing/2014/main" id="{EAB8DEA7-C8D4-4744-9595-F041A9AAE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686050"/>
            <a:ext cx="95250" cy="114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3578E5"/>
          </a:solidFill>
          <a:ln xmlns:a="http://schemas.openxmlformats.org/drawingml/2006/main" w="0">
            <a:solidFill>
              <a:srgbClr val="3578E5"/>
            </a:solidFill>
            <a:prstDash val="solid"/>
          </a:ln>
        </p:spPr>
      </p:sp>
      <p:cxnSp>
        <p:nvCxnSpPr>
          <p:cNvPr id="329" name="reducer-to-candidate-line"/>
          <p:cNvCxnSpPr/>
          <p:nvPr/>
        </p:nvCxnSpPr>
        <p:spPr>
          <a:xfrm xmlns:a="http://schemas.openxmlformats.org/drawingml/2006/main">
            <a:off x="3810000" y="2743200"/>
            <a:ext cx="123825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BFE6"/>
            </a:solidFill>
            <a:prstDash val="solid"/>
          </a:ln>
        </p:spPr>
      </p:cxnSp>
      <p:sp>
        <p:nvSpPr>
          <p:cNvPr id="8" name="reducer-to-candidate-head">
            <a:extLst xmlns:a="http://schemas.openxmlformats.org/drawingml/2006/main">
              <a:ext uri="{FF2B5EF4-FFF2-40B4-BE49-F238E27FC236}">
                <a16:creationId xmlns:a16="http://schemas.microsoft.com/office/drawing/2014/main" id="{3BAC0982-F1F5-45DB-99F9-6024A6227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86050"/>
            <a:ext cx="95250" cy="114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55BFE6"/>
          </a:solidFill>
          <a:ln xmlns:a="http://schemas.openxmlformats.org/drawingml/2006/main" w="0">
            <a:solidFill>
              <a:srgbClr val="55BFE6"/>
            </a:solidFill>
            <a:prstDash val="solid"/>
          </a:ln>
        </p:spPr>
      </p:sp>
      <p:cxnSp>
        <p:nvCxnSpPr>
          <p:cNvPr id="331" name="candidate-to-map-line"/>
          <p:cNvCxnSpPr/>
          <p:nvPr/>
        </p:nvCxnSpPr>
        <p:spPr>
          <a:xfrm xmlns:a="http://schemas.openxmlformats.org/drawingml/2006/main">
            <a:off x="5200650" y="2743200"/>
            <a:ext cx="238125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BFE6"/>
            </a:solidFill>
            <a:prstDash val="solid"/>
          </a:ln>
        </p:spPr>
      </p:cxnSp>
      <p:sp>
        <p:nvSpPr>
          <p:cNvPr id="10" name="candidate-to-map-head">
            <a:extLst xmlns:a="http://schemas.openxmlformats.org/drawingml/2006/main">
              <a:ext uri="{FF2B5EF4-FFF2-40B4-BE49-F238E27FC236}">
                <a16:creationId xmlns:a16="http://schemas.microsoft.com/office/drawing/2014/main" id="{01267827-86FF-435A-AF4F-6776A2979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86050"/>
            <a:ext cx="95250" cy="114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55BFE6"/>
          </a:solidFill>
          <a:ln xmlns:a="http://schemas.openxmlformats.org/drawingml/2006/main" w="0">
            <a:solidFill>
              <a:srgbClr val="55BFE6"/>
            </a:solidFill>
            <a:prstDash val="solid"/>
          </a:ln>
        </p:spPr>
      </p:sp>
      <p:cxnSp>
        <p:nvCxnSpPr>
          <p:cNvPr id="333" name="map-to-freeze-line"/>
          <p:cNvCxnSpPr/>
          <p:nvPr/>
        </p:nvCxnSpPr>
        <p:spPr>
          <a:xfrm xmlns:a="http://schemas.openxmlformats.org/drawingml/2006/main">
            <a:off x="6553200" y="3238500"/>
            <a:ext cx="1905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578E5"/>
            </a:solidFill>
            <a:prstDash val="solid"/>
          </a:ln>
        </p:spPr>
      </p:cxnSp>
      <p:sp>
        <p:nvSpPr>
          <p:cNvPr id="12" name="map-to-freeze-head">
            <a:extLst xmlns:a="http://schemas.openxmlformats.org/drawingml/2006/main">
              <a:ext uri="{FF2B5EF4-FFF2-40B4-BE49-F238E27FC236}">
                <a16:creationId xmlns:a16="http://schemas.microsoft.com/office/drawing/2014/main" id="{9318298C-D280-4141-AF8D-3BAD860E3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81350"/>
            <a:ext cx="95250" cy="114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3578E5"/>
          </a:solidFill>
          <a:ln xmlns:a="http://schemas.openxmlformats.org/drawingml/2006/main" w="0">
            <a:solidFill>
              <a:srgbClr val="3578E5"/>
            </a:solidFill>
            <a:prstDash val="solid"/>
          </a:ln>
        </p:spPr>
      </p:sp>
      <p:cxnSp>
        <p:nvCxnSpPr>
          <p:cNvPr id="335" name="freeze-to-run-line"/>
          <p:cNvCxnSpPr/>
          <p:nvPr/>
        </p:nvCxnSpPr>
        <p:spPr>
          <a:xfrm xmlns:a="http://schemas.openxmlformats.org/drawingml/2006/main">
            <a:off x="7562850" y="3238500"/>
            <a:ext cx="1905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74A87"/>
            </a:solidFill>
            <a:prstDash val="solid"/>
          </a:ln>
        </p:spPr>
      </p:cxnSp>
      <p:sp>
        <p:nvSpPr>
          <p:cNvPr id="14" name="freeze-to-run-head">
            <a:extLst xmlns:a="http://schemas.openxmlformats.org/drawingml/2006/main">
              <a:ext uri="{FF2B5EF4-FFF2-40B4-BE49-F238E27FC236}">
                <a16:creationId xmlns:a16="http://schemas.microsoft.com/office/drawing/2014/main" id="{AEE1A753-762E-4546-B654-DA7C22BAC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181350"/>
            <a:ext cx="95250" cy="114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174A87"/>
          </a:solidFill>
          <a:ln xmlns:a="http://schemas.openxmlformats.org/drawingml/2006/main" w="0">
            <a:solidFill>
              <a:srgbClr val="174A87"/>
            </a:solidFill>
            <a:prstDash val="solid"/>
          </a:ln>
        </p:spPr>
      </p:sp>
      <p:cxnSp>
        <p:nvCxnSpPr>
          <p:cNvPr id="337" name="run-to-verify-line"/>
          <p:cNvCxnSpPr/>
          <p:nvPr/>
        </p:nvCxnSpPr>
        <p:spPr>
          <a:xfrm xmlns:a="http://schemas.openxmlformats.org/drawingml/2006/main">
            <a:off x="8705850" y="3238500"/>
            <a:ext cx="1905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BFE6"/>
            </a:solidFill>
            <a:prstDash val="solid"/>
          </a:ln>
        </p:spPr>
      </p:cxnSp>
      <p:sp>
        <p:nvSpPr>
          <p:cNvPr id="16" name="run-to-verify-head">
            <a:extLst xmlns:a="http://schemas.openxmlformats.org/drawingml/2006/main">
              <a:ext uri="{FF2B5EF4-FFF2-40B4-BE49-F238E27FC236}">
                <a16:creationId xmlns:a16="http://schemas.microsoft.com/office/drawing/2014/main" id="{F7517E58-52CC-4FA5-83D4-D35E58A6D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181350"/>
            <a:ext cx="95250" cy="114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55BFE6"/>
          </a:solidFill>
          <a:ln xmlns:a="http://schemas.openxmlformats.org/drawingml/2006/main" w="0">
            <a:solidFill>
              <a:srgbClr val="55BFE6"/>
            </a:solidFill>
            <a:prstDash val="solid"/>
          </a:ln>
        </p:spPr>
      </p:sp>
      <p:cxnSp>
        <p:nvCxnSpPr>
          <p:cNvPr id="339" name="verify-to-decision-a"/>
          <p:cNvCxnSpPr/>
          <p:nvPr/>
        </p:nvCxnSpPr>
        <p:spPr>
          <a:xfrm xmlns:a="http://schemas.openxmlformats.org/drawingml/2006/main">
            <a:off x="9582150" y="3143250"/>
            <a:ext cx="19050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7212B"/>
            </a:solidFill>
            <a:prstDash val="solid"/>
          </a:ln>
        </p:spPr>
      </p:cxnSp>
      <p:cxnSp>
        <p:nvCxnSpPr>
          <p:cNvPr id="340" name="verify-to-decision-b"/>
          <p:cNvCxnSpPr/>
          <p:nvPr/>
        </p:nvCxnSpPr>
        <p:spPr>
          <a:xfrm xmlns:a="http://schemas.openxmlformats.org/drawingml/2006/main">
            <a:off x="9772650" y="1657350"/>
            <a:ext cx="95" cy="1485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7212B"/>
            </a:solidFill>
            <a:prstDash val="solid"/>
          </a:ln>
        </p:spPr>
      </p:cxnSp>
      <p:cxnSp>
        <p:nvCxnSpPr>
          <p:cNvPr id="341" name="verify-to-decision-c-line"/>
          <p:cNvCxnSpPr/>
          <p:nvPr/>
        </p:nvCxnSpPr>
        <p:spPr>
          <a:xfrm xmlns:a="http://schemas.openxmlformats.org/drawingml/2006/main">
            <a:off x="9772650" y="1657350"/>
            <a:ext cx="28575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7212B"/>
            </a:solidFill>
            <a:prstDash val="solid"/>
          </a:ln>
        </p:spPr>
      </p:cxnSp>
      <p:sp>
        <p:nvSpPr>
          <p:cNvPr id="20" name="verify-to-decision-c-head">
            <a:extLst xmlns:a="http://schemas.openxmlformats.org/drawingml/2006/main">
              <a:ext uri="{FF2B5EF4-FFF2-40B4-BE49-F238E27FC236}">
                <a16:creationId xmlns:a16="http://schemas.microsoft.com/office/drawing/2014/main" id="{7F0BF53A-3277-4ED7-9572-63531F59C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600200"/>
            <a:ext cx="95250" cy="114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0">
            <a:solidFill>
              <a:srgbClr val="17212B"/>
            </a:solidFill>
            <a:prstDash val="solid"/>
          </a:ln>
        </p:spPr>
      </p:sp>
      <p:cxnSp>
        <p:nvCxnSpPr>
          <p:cNvPr id="343" name="verify-to-evidence-a"/>
          <p:cNvCxnSpPr/>
          <p:nvPr/>
        </p:nvCxnSpPr>
        <p:spPr>
          <a:xfrm xmlns:a="http://schemas.openxmlformats.org/drawingml/2006/main">
            <a:off x="9582150" y="3981450"/>
            <a:ext cx="1143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174A87"/>
            </a:solidFill>
            <a:prstDash val="solid"/>
          </a:ln>
        </p:spPr>
      </p:cxnSp>
      <p:cxnSp>
        <p:nvCxnSpPr>
          <p:cNvPr id="344" name="verify-to-evidence-b"/>
          <p:cNvCxnSpPr/>
          <p:nvPr/>
        </p:nvCxnSpPr>
        <p:spPr>
          <a:xfrm xmlns:a="http://schemas.openxmlformats.org/drawingml/2006/main">
            <a:off x="9696450" y="3981450"/>
            <a:ext cx="95" cy="110490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174A87"/>
            </a:solidFill>
            <a:prstDash val="solid"/>
          </a:ln>
        </p:spPr>
      </p:cxnSp>
      <p:cxnSp>
        <p:nvCxnSpPr>
          <p:cNvPr id="345" name="verify-to-evidence-c-line"/>
          <p:cNvCxnSpPr/>
          <p:nvPr/>
        </p:nvCxnSpPr>
        <p:spPr>
          <a:xfrm xmlns:a="http://schemas.openxmlformats.org/drawingml/2006/main">
            <a:off x="9696450" y="5086350"/>
            <a:ext cx="47625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174A87"/>
            </a:solidFill>
            <a:prstDash val="solid"/>
          </a:ln>
        </p:spPr>
      </p:cxnSp>
      <p:sp>
        <p:nvSpPr>
          <p:cNvPr id="24" name="verify-to-evidence-c-head">
            <a:extLst xmlns:a="http://schemas.openxmlformats.org/drawingml/2006/main">
              <a:ext uri="{FF2B5EF4-FFF2-40B4-BE49-F238E27FC236}">
                <a16:creationId xmlns:a16="http://schemas.microsoft.com/office/drawing/2014/main" id="{E994453A-D203-441C-8A59-D78D2FA94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029200"/>
            <a:ext cx="95250" cy="114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174A87"/>
          </a:solidFill>
          <a:ln xmlns:a="http://schemas.openxmlformats.org/drawingml/2006/main" w="0">
            <a:solidFill>
              <a:srgbClr val="174A87"/>
            </a:solidFill>
            <a:prstDash val="solid"/>
          </a:ln>
        </p:spPr>
      </p:sp>
      <p:cxnSp>
        <p:nvCxnSpPr>
          <p:cNvPr id="347" name="package-to-freeze-a"/>
          <p:cNvCxnSpPr/>
          <p:nvPr/>
        </p:nvCxnSpPr>
        <p:spPr>
          <a:xfrm xmlns:a="http://schemas.openxmlformats.org/drawingml/2006/main">
            <a:off x="5181600" y="4933950"/>
            <a:ext cx="1914525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174A87"/>
            </a:solidFill>
            <a:prstDash val="dash"/>
          </a:ln>
        </p:spPr>
      </p:cxnSp>
      <p:cxnSp>
        <p:nvCxnSpPr>
          <p:cNvPr id="348" name="package-to-freeze-b-line"/>
          <p:cNvCxnSpPr/>
          <p:nvPr/>
        </p:nvCxnSpPr>
        <p:spPr>
          <a:xfrm xmlns:a="http://schemas.openxmlformats.org/drawingml/2006/main">
            <a:off x="7096125" y="4800600"/>
            <a:ext cx="95" cy="13335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174A87"/>
            </a:solidFill>
            <a:prstDash val="dash"/>
          </a:ln>
        </p:spPr>
      </p:cxnSp>
      <p:sp>
        <p:nvSpPr>
          <p:cNvPr id="27" name="package-to-freeze-b-head">
            <a:extLst xmlns:a="http://schemas.openxmlformats.org/drawingml/2006/main">
              <a:ext uri="{FF2B5EF4-FFF2-40B4-BE49-F238E27FC236}">
                <a16:creationId xmlns:a16="http://schemas.microsoft.com/office/drawing/2014/main" id="{2C9C725E-00E9-4BD0-AC71-99F134C6D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705350"/>
            <a:ext cx="11430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74A87"/>
          </a:solidFill>
          <a:ln xmlns:a="http://schemas.openxmlformats.org/drawingml/2006/main" w="0">
            <a:solidFill>
              <a:srgbClr val="174A87"/>
            </a:solidFill>
            <a:prstDash val="solid"/>
          </a:ln>
        </p:spPr>
      </p:sp>
      <p:sp>
        <p:nvSpPr>
          <p:cNvPr id="28" name="title">
            <a:extLst xmlns:a="http://schemas.openxmlformats.org/drawingml/2006/main">
              <a:ext uri="{FF2B5EF4-FFF2-40B4-BE49-F238E27FC236}">
                <a16:creationId xmlns:a16="http://schemas.microsoft.com/office/drawing/2014/main" id="{403B4042-262E-4277-8BF5-16035F91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2479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t>SkillAudit</a:t>
            </a:r>
          </a:p>
        </p:txBody>
      </p:sp>
      <p:sp>
        <p:nvSpPr>
          <p:cNvPr id="29" name="subtitle">
            <a:extLst xmlns:a="http://schemas.openxmlformats.org/drawingml/2006/main">
              <a:ext uri="{FF2B5EF4-FFF2-40B4-BE49-F238E27FC236}">
                <a16:creationId xmlns:a16="http://schemas.microsoft.com/office/drawing/2014/main" id="{F25F202C-A275-4648-90E5-3F665CC49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238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Traceable validation of simplified paper-derived agent skill specifications</a:t>
            </a:r>
          </a:p>
        </p:txBody>
      </p:sp>
      <p:cxnSp>
        <p:nvCxnSpPr>
          <p:cNvPr id="352" name="upstream-rule"/>
          <p:cNvCxnSpPr/>
          <p:nvPr/>
        </p:nvCxnSpPr>
        <p:spPr>
          <a:xfrm xmlns:a="http://schemas.openxmlformats.org/drawingml/2006/main">
            <a:off x="400050" y="1200150"/>
            <a:ext cx="481965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578E5"/>
            </a:solidFill>
            <a:prstDash val="solid"/>
          </a:ln>
        </p:spPr>
      </p:cxnSp>
      <p:cxnSp>
        <p:nvCxnSpPr>
          <p:cNvPr id="353" name="protocol-rule"/>
          <p:cNvCxnSpPr/>
          <p:nvPr/>
        </p:nvCxnSpPr>
        <p:spPr>
          <a:xfrm xmlns:a="http://schemas.openxmlformats.org/drawingml/2006/main">
            <a:off x="5600700" y="1200150"/>
            <a:ext cx="3981450" cy="9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578E5"/>
            </a:solidFill>
            <a:prstDash val="solid"/>
          </a:ln>
        </p:spPr>
      </p:cxnSp>
      <p:cxnSp>
        <p:nvCxnSpPr>
          <p:cNvPr id="354" name="outputs-rule"/>
          <p:cNvCxnSpPr/>
          <p:nvPr/>
        </p:nvCxnSpPr>
        <p:spPr>
          <a:xfrm xmlns:a="http://schemas.openxmlformats.org/drawingml/2006/main">
            <a:off x="9848850" y="1200150"/>
            <a:ext cx="188595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7212B"/>
            </a:solidFill>
            <a:prstDash val="solid"/>
          </a:ln>
        </p:spPr>
      </p:cxnSp>
      <p:sp>
        <p:nvSpPr>
          <p:cNvPr id="33" name="upstream-zone-title">
            <a:extLst xmlns:a="http://schemas.openxmlformats.org/drawingml/2006/main">
              <a:ext uri="{FF2B5EF4-FFF2-40B4-BE49-F238E27FC236}">
                <a16:creationId xmlns:a16="http://schemas.microsoft.com/office/drawing/2014/main" id="{D62D390C-E8CE-4A42-B54C-626A142F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14400"/>
            <a:ext cx="4819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578E5"/>
                </a:solidFill>
                <a:latin typeface="Arial"/>
                <a:ea typeface="Arial"/>
                <a:cs typeface="Arial"/>
              </a:defRPr>
            </a:pPr>
            <a:r>
              <a:t>UPSTREAM PREPARATION</a:t>
            </a:r>
          </a:p>
        </p:txBody>
      </p:sp>
      <p:sp>
        <p:nvSpPr>
          <p:cNvPr id="34" name="protocol-zone-title">
            <a:extLst xmlns:a="http://schemas.openxmlformats.org/drawingml/2006/main">
              <a:ext uri="{FF2B5EF4-FFF2-40B4-BE49-F238E27FC236}">
                <a16:creationId xmlns:a16="http://schemas.microsoft.com/office/drawing/2014/main" id="{954AB892-BBFB-42D9-8F4E-816834C11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914400"/>
            <a:ext cx="3981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578E5"/>
                </a:solidFill>
                <a:latin typeface="Arial"/>
                <a:ea typeface="Arial"/>
                <a:cs typeface="Arial"/>
              </a:defRPr>
            </a:pPr>
            <a:r>
              <a:t>SKILLAUDIT PROTOCOL</a:t>
            </a:r>
          </a:p>
        </p:txBody>
      </p:sp>
      <p:sp>
        <p:nvSpPr>
          <p:cNvPr id="35" name="outputs-zone-title">
            <a:extLst xmlns:a="http://schemas.openxmlformats.org/drawingml/2006/main">
              <a:ext uri="{FF2B5EF4-FFF2-40B4-BE49-F238E27FC236}">
                <a16:creationId xmlns:a16="http://schemas.microsoft.com/office/drawing/2014/main" id="{4E223C45-F441-47B9-8FAE-A31AA4EE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914400"/>
            <a:ext cx="18859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t>OUTPUTS</a:t>
            </a:r>
          </a:p>
        </p:txBody>
      </p:sp>
      <p:sp>
        <p:nvSpPr>
          <p:cNvPr id="36" name="source-kicker">
            <a:extLst xmlns:a="http://schemas.openxmlformats.org/drawingml/2006/main">
              <a:ext uri="{FF2B5EF4-FFF2-40B4-BE49-F238E27FC236}">
                <a16:creationId xmlns:a16="http://schemas.microsoft.com/office/drawing/2014/main" id="{D2009141-4191-477C-85E0-185D776BC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857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3578E5"/>
                </a:solidFill>
                <a:latin typeface="Arial"/>
                <a:ea typeface="Arial"/>
                <a:cs typeface="Arial"/>
              </a:defRPr>
            </a:pPr>
            <a:r>
              <a:t>SOURCE</a:t>
            </a:r>
          </a:p>
        </p:txBody>
      </p:sp>
      <p:sp>
        <p:nvSpPr>
          <p:cNvPr id="37" name="paper-shadow">
            <a:extLst xmlns:a="http://schemas.openxmlformats.org/drawingml/2006/main">
              <a:ext uri="{FF2B5EF4-FFF2-40B4-BE49-F238E27FC236}">
                <a16:creationId xmlns:a16="http://schemas.microsoft.com/office/drawing/2014/main" id="{9B0D919B-4BB6-4DBA-AE05-7FB6B2F6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1762125"/>
            <a:ext cx="685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9C5"/>
            </a:solidFill>
            <a:prstDash val="solid"/>
          </a:ln>
        </p:spPr>
      </p:sp>
      <p:sp>
        <p:nvSpPr>
          <p:cNvPr id="38" name="paper-page">
            <a:extLst xmlns:a="http://schemas.openxmlformats.org/drawingml/2006/main">
              <a:ext uri="{FF2B5EF4-FFF2-40B4-BE49-F238E27FC236}">
                <a16:creationId xmlns:a16="http://schemas.microsoft.com/office/drawing/2014/main" id="{3E59A7FC-A943-446E-9615-832F02773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28800"/>
            <a:ext cx="685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7212B"/>
            </a:solidFill>
            <a:prstDash val="solid"/>
          </a:ln>
        </p:spPr>
      </p:sp>
      <p:sp>
        <p:nvSpPr>
          <p:cNvPr id="39" name="paper-bar-0">
            <a:extLst xmlns:a="http://schemas.openxmlformats.org/drawingml/2006/main">
              <a:ext uri="{FF2B5EF4-FFF2-40B4-BE49-F238E27FC236}">
                <a16:creationId xmlns:a16="http://schemas.microsoft.com/office/drawing/2014/main" id="{34387482-37F9-4CC7-9264-558E531E6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019300"/>
            <a:ext cx="452628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paper-bar-1">
            <a:extLst xmlns:a="http://schemas.openxmlformats.org/drawingml/2006/main">
              <a:ext uri="{FF2B5EF4-FFF2-40B4-BE49-F238E27FC236}">
                <a16:creationId xmlns:a16="http://schemas.microsoft.com/office/drawing/2014/main" id="{D58FBDF0-5C5A-457D-8FD4-50E30E15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162175"/>
            <a:ext cx="452628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paper-bar-2">
            <a:extLst xmlns:a="http://schemas.openxmlformats.org/drawingml/2006/main">
              <a:ext uri="{FF2B5EF4-FFF2-40B4-BE49-F238E27FC236}">
                <a16:creationId xmlns:a16="http://schemas.microsoft.com/office/drawing/2014/main" id="{FBF876AB-7542-4A87-8682-F55F6359F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305050"/>
            <a:ext cx="452628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paper-bar-3">
            <a:extLst xmlns:a="http://schemas.openxmlformats.org/drawingml/2006/main">
              <a:ext uri="{FF2B5EF4-FFF2-40B4-BE49-F238E27FC236}">
                <a16:creationId xmlns:a16="http://schemas.microsoft.com/office/drawing/2014/main" id="{523F630C-9FD5-4304-A79C-31748172C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447925"/>
            <a:ext cx="315468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paper-label">
            <a:extLst xmlns:a="http://schemas.openxmlformats.org/drawingml/2006/main">
              <a:ext uri="{FF2B5EF4-FFF2-40B4-BE49-F238E27FC236}">
                <a16:creationId xmlns:a16="http://schemas.microsoft.com/office/drawing/2014/main" id="{36E82C6F-0FC3-45EE-AFD5-702419BE2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0"/>
            <a:ext cx="9525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t>Research
paper</a:t>
            </a:r>
          </a:p>
        </p:txBody>
      </p:sp>
      <p:sp>
        <p:nvSpPr>
          <p:cNvPr id="44" name="paper-note">
            <a:extLst xmlns:a="http://schemas.openxmlformats.org/drawingml/2006/main">
              <a:ext uri="{FF2B5EF4-FFF2-40B4-BE49-F238E27FC236}">
                <a16:creationId xmlns:a16="http://schemas.microsoft.com/office/drawing/2014/main" id="{33D09FF4-CDE7-4186-BF3C-E488AB9AF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352800"/>
            <a:ext cx="990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source spans</a:t>
            </a:r>
          </a:p>
        </p:txBody>
      </p:sp>
      <p:sp>
        <p:nvSpPr>
          <p:cNvPr id="45" name="full-kicker">
            <a:extLst xmlns:a="http://schemas.openxmlformats.org/drawingml/2006/main">
              <a:ext uri="{FF2B5EF4-FFF2-40B4-BE49-F238E27FC236}">
                <a16:creationId xmlns:a16="http://schemas.microsoft.com/office/drawing/2014/main" id="{F94A74FC-20B9-406A-9788-EB2448B6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466850"/>
            <a:ext cx="1104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3578E5"/>
                </a:solidFill>
                <a:latin typeface="Arial"/>
                <a:ea typeface="Arial"/>
                <a:cs typeface="Arial"/>
              </a:defRPr>
            </a:pPr>
            <a:r>
              <a:t>FULL</a:t>
            </a:r>
          </a:p>
        </p:txBody>
      </p:sp>
      <p:sp>
        <p:nvSpPr>
          <p:cNvPr id="46" name="full-shadow">
            <a:extLst xmlns:a="http://schemas.openxmlformats.org/drawingml/2006/main">
              <a:ext uri="{FF2B5EF4-FFF2-40B4-BE49-F238E27FC236}">
                <a16:creationId xmlns:a16="http://schemas.microsoft.com/office/drawing/2014/main" id="{606106EE-D73B-4094-A3F0-867BD33A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1724025"/>
            <a:ext cx="8001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9C5"/>
            </a:solidFill>
            <a:prstDash val="solid"/>
          </a:ln>
        </p:spPr>
      </p:sp>
      <p:sp>
        <p:nvSpPr>
          <p:cNvPr id="47" name="full-page">
            <a:extLst xmlns:a="http://schemas.openxmlformats.org/drawingml/2006/main">
              <a:ext uri="{FF2B5EF4-FFF2-40B4-BE49-F238E27FC236}">
                <a16:creationId xmlns:a16="http://schemas.microsoft.com/office/drawing/2014/main" id="{206F4EF1-8FAA-4C9C-B02E-2F9D67077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790700"/>
            <a:ext cx="8001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19050">
            <a:solidFill>
              <a:srgbClr val="3578E5"/>
            </a:solidFill>
            <a:prstDash val="solid"/>
          </a:ln>
        </p:spPr>
      </p:sp>
      <p:sp>
        <p:nvSpPr>
          <p:cNvPr id="48" name="full-bar-0">
            <a:extLst xmlns:a="http://schemas.openxmlformats.org/drawingml/2006/main">
              <a:ext uri="{FF2B5EF4-FFF2-40B4-BE49-F238E27FC236}">
                <a16:creationId xmlns:a16="http://schemas.microsoft.com/office/drawing/2014/main" id="{2A6C1F39-0A84-4FF2-AAC4-9B5D197DC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1981200"/>
            <a:ext cx="528066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7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full-bar-1">
            <a:extLst xmlns:a="http://schemas.openxmlformats.org/drawingml/2006/main">
              <a:ext uri="{FF2B5EF4-FFF2-40B4-BE49-F238E27FC236}">
                <a16:creationId xmlns:a16="http://schemas.microsoft.com/office/drawing/2014/main" id="{7E4073F1-F9FD-4814-92EE-718D5FB97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2124075"/>
            <a:ext cx="528066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7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full-bar-2">
            <a:extLst xmlns:a="http://schemas.openxmlformats.org/drawingml/2006/main">
              <a:ext uri="{FF2B5EF4-FFF2-40B4-BE49-F238E27FC236}">
                <a16:creationId xmlns:a16="http://schemas.microsoft.com/office/drawing/2014/main" id="{565B2AB5-31ED-47A7-9469-CE438BA7E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2266950"/>
            <a:ext cx="528066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7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full-bar-3">
            <a:extLst xmlns:a="http://schemas.openxmlformats.org/drawingml/2006/main">
              <a:ext uri="{FF2B5EF4-FFF2-40B4-BE49-F238E27FC236}">
                <a16:creationId xmlns:a16="http://schemas.microsoft.com/office/drawing/2014/main" id="{687A30DF-0194-4D5D-9412-FE911E042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2409825"/>
            <a:ext cx="528066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7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full-bar-4">
            <a:extLst xmlns:a="http://schemas.openxmlformats.org/drawingml/2006/main">
              <a:ext uri="{FF2B5EF4-FFF2-40B4-BE49-F238E27FC236}">
                <a16:creationId xmlns:a16="http://schemas.microsoft.com/office/drawing/2014/main" id="{E60A233C-BA69-4440-B912-CE9A3D1E9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2552700"/>
            <a:ext cx="368046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7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full-label">
            <a:extLst xmlns:a="http://schemas.openxmlformats.org/drawingml/2006/main">
              <a:ext uri="{FF2B5EF4-FFF2-40B4-BE49-F238E27FC236}">
                <a16:creationId xmlns:a16="http://schemas.microsoft.com/office/drawing/2014/main" id="{457ABFE9-1BF5-4964-8D37-B0E377F91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895600"/>
            <a:ext cx="1238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t>Full spec.  F</a:t>
            </a:r>
          </a:p>
        </p:txBody>
      </p:sp>
      <p:cxnSp>
        <p:nvCxnSpPr>
          <p:cNvPr id="376" name="full-atoms-edge-a"/>
          <p:cNvCxnSpPr/>
          <p:nvPr/>
        </p:nvCxnSpPr>
        <p:spPr>
          <a:xfrm xmlns:a="http://schemas.openxmlformats.org/drawingml/2006/main">
            <a:off x="1638300" y="3409950"/>
            <a:ext cx="24765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EB9C5"/>
            </a:solidFill>
            <a:prstDash val="solid"/>
          </a:ln>
        </p:spPr>
      </p:cxnSp>
      <p:cxnSp>
        <p:nvCxnSpPr>
          <p:cNvPr id="377" name="full-atoms-edge-b"/>
          <p:cNvCxnSpPr/>
          <p:nvPr/>
        </p:nvCxnSpPr>
        <p:spPr>
          <a:xfrm xmlns:a="http://schemas.openxmlformats.org/drawingml/2006/main">
            <a:off x="2209800" y="3409950"/>
            <a:ext cx="24765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EB9C5"/>
            </a:solidFill>
            <a:prstDash val="solid"/>
          </a:ln>
        </p:spPr>
      </p:cxnSp>
      <p:sp>
        <p:nvSpPr>
          <p:cNvPr id="56" name="full-atoms-a">
            <a:extLst xmlns:a="http://schemas.openxmlformats.org/drawingml/2006/main">
              <a:ext uri="{FF2B5EF4-FFF2-40B4-BE49-F238E27FC236}">
                <a16:creationId xmlns:a16="http://schemas.microsoft.com/office/drawing/2014/main" id="{38660B1F-F800-459C-8881-65B9C6074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3147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7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full-atoms-b">
            <a:extLst xmlns:a="http://schemas.openxmlformats.org/drawingml/2006/main">
              <a:ext uri="{FF2B5EF4-FFF2-40B4-BE49-F238E27FC236}">
                <a16:creationId xmlns:a16="http://schemas.microsoft.com/office/drawing/2014/main" id="{A03C1451-F767-4022-93BA-779D1E44E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3147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7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full-atoms-b-label">
            <a:extLst xmlns:a="http://schemas.openxmlformats.org/drawingml/2006/main">
              <a:ext uri="{FF2B5EF4-FFF2-40B4-BE49-F238E27FC236}">
                <a16:creationId xmlns:a16="http://schemas.microsoft.com/office/drawing/2014/main" id="{42897458-6A31-440C-A788-497172C7B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314700"/>
            <a:ext cx="190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D85B62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59" name="full-atoms-ellipsis">
            <a:extLst xmlns:a="http://schemas.openxmlformats.org/drawingml/2006/main">
              <a:ext uri="{FF2B5EF4-FFF2-40B4-BE49-F238E27FC236}">
                <a16:creationId xmlns:a16="http://schemas.microsoft.com/office/drawing/2014/main" id="{8370E1C0-93E3-4CCF-B1A5-38180D8B7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295650"/>
            <a:ext cx="209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...</a:t>
            </a:r>
          </a:p>
        </p:txBody>
      </p:sp>
      <p:sp>
        <p:nvSpPr>
          <p:cNvPr id="60" name="full-atoms-c">
            <a:extLst xmlns:a="http://schemas.openxmlformats.org/drawingml/2006/main">
              <a:ext uri="{FF2B5EF4-FFF2-40B4-BE49-F238E27FC236}">
                <a16:creationId xmlns:a16="http://schemas.microsoft.com/office/drawing/2014/main" id="{AF5B3BD6-7C81-47E6-B453-4983FE491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3147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7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full-atoms-label">
            <a:extLst xmlns:a="http://schemas.openxmlformats.org/drawingml/2006/main">
              <a:ext uri="{FF2B5EF4-FFF2-40B4-BE49-F238E27FC236}">
                <a16:creationId xmlns:a16="http://schemas.microsoft.com/office/drawing/2014/main" id="{476511C5-2107-48B1-910E-3B3B87BBA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81400"/>
            <a:ext cx="12954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procedural atoms</a:t>
            </a:r>
          </a:p>
        </p:txBody>
      </p:sp>
      <p:sp>
        <p:nvSpPr>
          <p:cNvPr id="62" name="reducer">
            <a:extLst xmlns:a="http://schemas.openxmlformats.org/drawingml/2006/main">
              <a:ext uri="{FF2B5EF4-FFF2-40B4-BE49-F238E27FC236}">
                <a16:creationId xmlns:a16="http://schemas.microsoft.com/office/drawing/2014/main" id="{0D7B63DE-2410-4288-9E64-B3F5CA3F9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190750"/>
            <a:ext cx="819150" cy="11239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AEB9C5"/>
            </a:solidFill>
            <a:prstDash val="solid"/>
          </a:ln>
        </p:spPr>
      </p:sp>
      <p:sp>
        <p:nvSpPr>
          <p:cNvPr id="63" name="reducer-core">
            <a:extLst xmlns:a="http://schemas.openxmlformats.org/drawingml/2006/main">
              <a:ext uri="{FF2B5EF4-FFF2-40B4-BE49-F238E27FC236}">
                <a16:creationId xmlns:a16="http://schemas.microsoft.com/office/drawing/2014/main" id="{18B69D5D-9697-4F30-B389-91CB5B788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33362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7212B"/>
            </a:solidFill>
            <a:prstDash val="solid"/>
          </a:ln>
        </p:spPr>
      </p:sp>
      <p:sp>
        <p:nvSpPr>
          <p:cNvPr id="64" name="reducer-minus">
            <a:extLst xmlns:a="http://schemas.openxmlformats.org/drawingml/2006/main">
              <a:ext uri="{FF2B5EF4-FFF2-40B4-BE49-F238E27FC236}">
                <a16:creationId xmlns:a16="http://schemas.microsoft.com/office/drawing/2014/main" id="{19158BBB-CF6F-46CD-9F52-8A5455AB7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305050"/>
            <a:ext cx="361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t>-</a:t>
            </a:r>
          </a:p>
        </p:txBody>
      </p:sp>
      <p:sp>
        <p:nvSpPr>
          <p:cNvPr id="65" name="reducer-label">
            <a:extLst xmlns:a="http://schemas.openxmlformats.org/drawingml/2006/main">
              <a:ext uri="{FF2B5EF4-FFF2-40B4-BE49-F238E27FC236}">
                <a16:creationId xmlns:a16="http://schemas.microsoft.com/office/drawing/2014/main" id="{B4A8A469-69B1-444F-BB0F-BE7B3DEC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2762250"/>
            <a:ext cx="6858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t>Simplification
method</a:t>
            </a:r>
          </a:p>
        </p:txBody>
      </p:sp>
      <p:sp>
        <p:nvSpPr>
          <p:cNvPr id="66" name="reducer-note">
            <a:extLst xmlns:a="http://schemas.openxmlformats.org/drawingml/2006/main">
              <a:ext uri="{FF2B5EF4-FFF2-40B4-BE49-F238E27FC236}">
                <a16:creationId xmlns:a16="http://schemas.microsoft.com/office/drawing/2014/main" id="{B3C40AFD-FFB2-4C80-A5EE-BBB9A9C1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448050"/>
            <a:ext cx="1314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delete / merge / rewrite</a:t>
            </a:r>
          </a:p>
        </p:txBody>
      </p:sp>
      <p:sp>
        <p:nvSpPr>
          <p:cNvPr id="67" name="candidate-kicker">
            <a:extLst xmlns:a="http://schemas.openxmlformats.org/drawingml/2006/main">
              <a:ext uri="{FF2B5EF4-FFF2-40B4-BE49-F238E27FC236}">
                <a16:creationId xmlns:a16="http://schemas.microsoft.com/office/drawing/2014/main" id="{1FEA6030-A923-44E3-AF46-C7FEA4A2F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1466850"/>
            <a:ext cx="12001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5BFE6"/>
                </a:solidFill>
                <a:latin typeface="Arial"/>
                <a:ea typeface="Arial"/>
                <a:cs typeface="Arial"/>
              </a:defRPr>
            </a:pPr>
            <a:r>
              <a:t>CANDIDATE</a:t>
            </a:r>
          </a:p>
        </p:txBody>
      </p:sp>
      <p:sp>
        <p:nvSpPr>
          <p:cNvPr id="68" name="candidate-shadow">
            <a:extLst xmlns:a="http://schemas.openxmlformats.org/drawingml/2006/main">
              <a:ext uri="{FF2B5EF4-FFF2-40B4-BE49-F238E27FC236}">
                <a16:creationId xmlns:a16="http://schemas.microsoft.com/office/drawing/2014/main" id="{00FB75A6-16F8-4FF1-9DD0-1D42C3EB7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1724025"/>
            <a:ext cx="8001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9C5"/>
            </a:solidFill>
            <a:prstDash val="solid"/>
          </a:ln>
        </p:spPr>
      </p:sp>
      <p:sp>
        <p:nvSpPr>
          <p:cNvPr id="69" name="candidate-page">
            <a:extLst xmlns:a="http://schemas.openxmlformats.org/drawingml/2006/main">
              <a:ext uri="{FF2B5EF4-FFF2-40B4-BE49-F238E27FC236}">
                <a16:creationId xmlns:a16="http://schemas.microsoft.com/office/drawing/2014/main" id="{BFAD3C29-6C79-46C1-B935-D2AED9BA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790700"/>
            <a:ext cx="8001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8FD"/>
          </a:solidFill>
          <a:ln xmlns:a="http://schemas.openxmlformats.org/drawingml/2006/main" w="19050">
            <a:solidFill>
              <a:srgbClr val="55BFE6"/>
            </a:solidFill>
            <a:prstDash val="solid"/>
          </a:ln>
        </p:spPr>
      </p:sp>
      <p:sp>
        <p:nvSpPr>
          <p:cNvPr id="70" name="candidate-bar-0">
            <a:extLst xmlns:a="http://schemas.openxmlformats.org/drawingml/2006/main">
              <a:ext uri="{FF2B5EF4-FFF2-40B4-BE49-F238E27FC236}">
                <a16:creationId xmlns:a16="http://schemas.microsoft.com/office/drawing/2014/main" id="{7F702788-DCAB-4863-9BE5-18150F4B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981200"/>
            <a:ext cx="528066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BF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candidate-bar-1">
            <a:extLst xmlns:a="http://schemas.openxmlformats.org/drawingml/2006/main">
              <a:ext uri="{FF2B5EF4-FFF2-40B4-BE49-F238E27FC236}">
                <a16:creationId xmlns:a16="http://schemas.microsoft.com/office/drawing/2014/main" id="{9AE577BB-7741-4E77-9C26-BA7581F84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124075"/>
            <a:ext cx="528066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BF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candidate-bar-2">
            <a:extLst xmlns:a="http://schemas.openxmlformats.org/drawingml/2006/main">
              <a:ext uri="{FF2B5EF4-FFF2-40B4-BE49-F238E27FC236}">
                <a16:creationId xmlns:a16="http://schemas.microsoft.com/office/drawing/2014/main" id="{387420D8-0375-4E87-956A-8B0C50157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266950"/>
            <a:ext cx="368046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BF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candidate-label">
            <a:extLst xmlns:a="http://schemas.openxmlformats.org/drawingml/2006/main">
              <a:ext uri="{FF2B5EF4-FFF2-40B4-BE49-F238E27FC236}">
                <a16:creationId xmlns:a16="http://schemas.microsoft.com/office/drawing/2014/main" id="{E73E2C7D-0F94-43EB-B83F-E756AC5D6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895600"/>
            <a:ext cx="1390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9962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t>Candidate spec. S</a:t>
            </a:r>
          </a:p>
        </p:txBody>
      </p:sp>
      <p:cxnSp>
        <p:nvCxnSpPr>
          <p:cNvPr id="396" name="candidate-atoms-edge-a"/>
          <p:cNvCxnSpPr/>
          <p:nvPr/>
        </p:nvCxnSpPr>
        <p:spPr>
          <a:xfrm xmlns:a="http://schemas.openxmlformats.org/drawingml/2006/main">
            <a:off x="4076700" y="3409950"/>
            <a:ext cx="24765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EB9C5"/>
            </a:solidFill>
            <a:prstDash val="solid"/>
          </a:ln>
        </p:spPr>
      </p:cxnSp>
      <p:cxnSp>
        <p:nvCxnSpPr>
          <p:cNvPr id="397" name="candidate-atoms-edge-b"/>
          <p:cNvCxnSpPr/>
          <p:nvPr/>
        </p:nvCxnSpPr>
        <p:spPr>
          <a:xfrm xmlns:a="http://schemas.openxmlformats.org/drawingml/2006/main">
            <a:off x="4648200" y="3409950"/>
            <a:ext cx="24765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EB9C5"/>
            </a:solidFill>
            <a:prstDash val="solid"/>
          </a:ln>
        </p:spPr>
      </p:cxnSp>
      <p:sp>
        <p:nvSpPr>
          <p:cNvPr id="76" name="candidate-atoms-a">
            <a:extLst xmlns:a="http://schemas.openxmlformats.org/drawingml/2006/main">
              <a:ext uri="{FF2B5EF4-FFF2-40B4-BE49-F238E27FC236}">
                <a16:creationId xmlns:a16="http://schemas.microsoft.com/office/drawing/2014/main" id="{90457CF2-E183-4C04-B338-A856A0313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3147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BF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candidate-atoms-b">
            <a:extLst xmlns:a="http://schemas.openxmlformats.org/drawingml/2006/main">
              <a:ext uri="{FF2B5EF4-FFF2-40B4-BE49-F238E27FC236}">
                <a16:creationId xmlns:a16="http://schemas.microsoft.com/office/drawing/2014/main" id="{EC64E240-2036-43BD-8148-65882A872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3147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5B62"/>
            </a:solidFill>
            <a:prstDash val="solid"/>
          </a:ln>
        </p:spPr>
      </p:sp>
      <p:sp>
        <p:nvSpPr>
          <p:cNvPr id="78" name="candidate-atoms-b-label">
            <a:extLst xmlns:a="http://schemas.openxmlformats.org/drawingml/2006/main">
              <a:ext uri="{FF2B5EF4-FFF2-40B4-BE49-F238E27FC236}">
                <a16:creationId xmlns:a16="http://schemas.microsoft.com/office/drawing/2014/main" id="{956EDBD2-3E03-4C3A-9EE0-B82DE9B22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314700"/>
            <a:ext cx="190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D85B62"/>
                </a:solidFill>
                <a:latin typeface="Arial"/>
                <a:ea typeface="Arial"/>
                <a:cs typeface="Arial"/>
              </a:defRPr>
            </a:pPr>
            <a:r>
              <a:t>x</a:t>
            </a:r>
          </a:p>
        </p:txBody>
      </p:sp>
      <p:sp>
        <p:nvSpPr>
          <p:cNvPr id="79" name="candidate-atoms-ellipsis">
            <a:extLst xmlns:a="http://schemas.openxmlformats.org/drawingml/2006/main">
              <a:ext uri="{FF2B5EF4-FFF2-40B4-BE49-F238E27FC236}">
                <a16:creationId xmlns:a16="http://schemas.microsoft.com/office/drawing/2014/main" id="{0C37C357-EE91-4BDB-9EE5-1ED7E1C9B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295650"/>
            <a:ext cx="209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...</a:t>
            </a:r>
          </a:p>
        </p:txBody>
      </p:sp>
      <p:sp>
        <p:nvSpPr>
          <p:cNvPr id="80" name="candidate-atoms-c">
            <a:extLst xmlns:a="http://schemas.openxmlformats.org/drawingml/2006/main">
              <a:ext uri="{FF2B5EF4-FFF2-40B4-BE49-F238E27FC236}">
                <a16:creationId xmlns:a16="http://schemas.microsoft.com/office/drawing/2014/main" id="{CCE43A18-9394-4477-918F-08652922B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3147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BF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candidate-note">
            <a:extLst xmlns:a="http://schemas.openxmlformats.org/drawingml/2006/main">
              <a:ext uri="{FF2B5EF4-FFF2-40B4-BE49-F238E27FC236}">
                <a16:creationId xmlns:a16="http://schemas.microsoft.com/office/drawing/2014/main" id="{8A4ADD2B-03B8-45FD-B27A-2195A8BCF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581400"/>
            <a:ext cx="1390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fixed before evaluation</a:t>
            </a:r>
          </a:p>
        </p:txBody>
      </p:sp>
      <p:sp>
        <p:nvSpPr>
          <p:cNvPr id="82" name="upstream-boundary-note">
            <a:extLst xmlns:a="http://schemas.openxmlformats.org/drawingml/2006/main">
              <a:ext uri="{FF2B5EF4-FFF2-40B4-BE49-F238E27FC236}">
                <a16:creationId xmlns:a16="http://schemas.microsoft.com/office/drawing/2014/main" id="{E0EB846F-7167-4E14-AD34-C524B5285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905250"/>
            <a:ext cx="1524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outside SkillAudit</a:t>
            </a:r>
          </a:p>
        </p:txBody>
      </p:sp>
      <p:sp>
        <p:nvSpPr>
          <p:cNvPr id="83" name="evaluation-package">
            <a:extLst xmlns:a="http://schemas.openxmlformats.org/drawingml/2006/main">
              <a:ext uri="{FF2B5EF4-FFF2-40B4-BE49-F238E27FC236}">
                <a16:creationId xmlns:a16="http://schemas.microsoft.com/office/drawing/2014/main" id="{DFB94AF8-BB44-433E-9B08-89F009D86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362450"/>
            <a:ext cx="232410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7212B"/>
            </a:solidFill>
            <a:prstDash val="solid"/>
          </a:ln>
        </p:spPr>
      </p:sp>
      <p:sp>
        <p:nvSpPr>
          <p:cNvPr id="84" name="evaluation-tab">
            <a:extLst xmlns:a="http://schemas.openxmlformats.org/drawingml/2006/main">
              <a:ext uri="{FF2B5EF4-FFF2-40B4-BE49-F238E27FC236}">
                <a16:creationId xmlns:a16="http://schemas.microsoft.com/office/drawing/2014/main" id="{83F00FB9-35A7-43DD-8493-2CFF82C46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267200"/>
            <a:ext cx="7429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evaluation-title">
            <a:extLst xmlns:a="http://schemas.openxmlformats.org/drawingml/2006/main">
              <a:ext uri="{FF2B5EF4-FFF2-40B4-BE49-F238E27FC236}">
                <a16:creationId xmlns:a16="http://schemas.microsoft.com/office/drawing/2014/main" id="{40C8C7D2-348C-4114-BCBB-F1A2FAA9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533900"/>
            <a:ext cx="2019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t>EVALUATION PACKAGE  E</a:t>
            </a:r>
          </a:p>
        </p:txBody>
      </p:sp>
      <p:sp>
        <p:nvSpPr>
          <p:cNvPr id="86" name="evaluation-fields">
            <a:extLst xmlns:a="http://schemas.openxmlformats.org/drawingml/2006/main">
              <a:ext uri="{FF2B5EF4-FFF2-40B4-BE49-F238E27FC236}">
                <a16:creationId xmlns:a16="http://schemas.microsoft.com/office/drawing/2014/main" id="{03993134-13BB-4EB3-A690-FEFE9A90D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876800"/>
            <a:ext cx="2057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task + workspace + held-out tests
scorer + model + tools
budget + acceptance criteria</a:t>
            </a:r>
          </a:p>
        </p:txBody>
      </p:sp>
      <p:sp>
        <p:nvSpPr>
          <p:cNvPr id="87" name="protocol-shell">
            <a:extLst xmlns:a="http://schemas.openxmlformats.org/drawingml/2006/main">
              <a:ext uri="{FF2B5EF4-FFF2-40B4-BE49-F238E27FC236}">
                <a16:creationId xmlns:a16="http://schemas.microsoft.com/office/drawing/2014/main" id="{97DA212B-772D-40F3-81CE-BFBCF1CE6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390650"/>
            <a:ext cx="4171950" cy="4457700"/>
          </a:xfrm>
          <a:prstGeom xmlns:a="http://schemas.openxmlformats.org/drawingml/2006/main" prst="roundRect">
            <a:avLst>
              <a:gd name="adj" fmla="val 1826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19050">
            <a:solidFill>
              <a:srgbClr val="3578E5"/>
            </a:solidFill>
            <a:prstDash val="solid"/>
          </a:ln>
        </p:spPr>
      </p:sp>
      <p:sp>
        <p:nvSpPr>
          <p:cNvPr id="88" name="protocol-boundary-label">
            <a:extLst xmlns:a="http://schemas.openxmlformats.org/drawingml/2006/main">
              <a:ext uri="{FF2B5EF4-FFF2-40B4-BE49-F238E27FC236}">
                <a16:creationId xmlns:a16="http://schemas.microsoft.com/office/drawing/2014/main" id="{358F6996-5F3F-4546-BA97-28E4F9769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504950"/>
            <a:ext cx="3829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4A87"/>
                </a:solidFill>
                <a:latin typeface="Arial"/>
                <a:ea typeface="Arial"/>
                <a:cs typeface="Arial"/>
              </a:defRPr>
            </a:pPr>
            <a:r>
              <a:t>prespecified, sealed validation boundary</a:t>
            </a:r>
          </a:p>
        </p:txBody>
      </p:sp>
      <p:sp>
        <p:nvSpPr>
          <p:cNvPr id="89" name="stage-map">
            <a:extLst xmlns:a="http://schemas.openxmlformats.org/drawingml/2006/main">
              <a:ext uri="{FF2B5EF4-FFF2-40B4-BE49-F238E27FC236}">
                <a16:creationId xmlns:a16="http://schemas.microsoft.com/office/drawing/2014/main" id="{C6DD5201-7FB7-4248-955E-CD84B069A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943100"/>
            <a:ext cx="914400" cy="28575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578E5"/>
            </a:solidFill>
            <a:prstDash val="solid"/>
          </a:ln>
        </p:spPr>
      </p:sp>
      <p:sp>
        <p:nvSpPr>
          <p:cNvPr id="90" name="stage-freeze">
            <a:extLst xmlns:a="http://schemas.openxmlformats.org/drawingml/2006/main">
              <a:ext uri="{FF2B5EF4-FFF2-40B4-BE49-F238E27FC236}">
                <a16:creationId xmlns:a16="http://schemas.microsoft.com/office/drawing/2014/main" id="{94B8F202-7D88-4AFA-9FD2-38A3E2642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43100"/>
            <a:ext cx="933450" cy="285750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74A87"/>
            </a:solidFill>
            <a:prstDash val="solid"/>
          </a:ln>
        </p:spPr>
      </p:sp>
      <p:sp>
        <p:nvSpPr>
          <p:cNvPr id="91" name="stage-run">
            <a:extLst xmlns:a="http://schemas.openxmlformats.org/drawingml/2006/main">
              <a:ext uri="{FF2B5EF4-FFF2-40B4-BE49-F238E27FC236}">
                <a16:creationId xmlns:a16="http://schemas.microsoft.com/office/drawing/2014/main" id="{E25929C6-0F2D-46CF-91CF-306356C45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943100"/>
            <a:ext cx="1066800" cy="28575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5BFE6"/>
            </a:solidFill>
            <a:prstDash val="solid"/>
          </a:ln>
        </p:spPr>
      </p:sp>
      <p:sp>
        <p:nvSpPr>
          <p:cNvPr id="92" name="stage-verify">
            <a:extLst xmlns:a="http://schemas.openxmlformats.org/drawingml/2006/main">
              <a:ext uri="{FF2B5EF4-FFF2-40B4-BE49-F238E27FC236}">
                <a16:creationId xmlns:a16="http://schemas.microsoft.com/office/drawing/2014/main" id="{C4B4306F-90DA-46AC-9091-DC7056B42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943100"/>
            <a:ext cx="800100" cy="28575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39B63"/>
            </a:solidFill>
            <a:prstDash val="solid"/>
          </a:ln>
        </p:spPr>
      </p:sp>
      <p:sp>
        <p:nvSpPr>
          <p:cNvPr id="93" name="stage-1-index">
            <a:extLst xmlns:a="http://schemas.openxmlformats.org/drawingml/2006/main">
              <a:ext uri="{FF2B5EF4-FFF2-40B4-BE49-F238E27FC236}">
                <a16:creationId xmlns:a16="http://schemas.microsoft.com/office/drawing/2014/main" id="{1A88E97E-36B4-4523-AB37-E163E68C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019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7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stage-1-index-text">
            <a:extLst xmlns:a="http://schemas.openxmlformats.org/drawingml/2006/main">
              <a:ext uri="{FF2B5EF4-FFF2-40B4-BE49-F238E27FC236}">
                <a16:creationId xmlns:a16="http://schemas.microsoft.com/office/drawing/2014/main" id="{4C34CBC6-11CF-47C9-9CBE-5CBC41BFF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019300"/>
            <a:ext cx="209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95" name="stage-2-index">
            <a:extLst xmlns:a="http://schemas.openxmlformats.org/drawingml/2006/main">
              <a:ext uri="{FF2B5EF4-FFF2-40B4-BE49-F238E27FC236}">
                <a16:creationId xmlns:a16="http://schemas.microsoft.com/office/drawing/2014/main" id="{D44A430B-FA7A-4F3E-94FB-B61194CD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19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4A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stage-2-index-text">
            <a:extLst xmlns:a="http://schemas.openxmlformats.org/drawingml/2006/main">
              <a:ext uri="{FF2B5EF4-FFF2-40B4-BE49-F238E27FC236}">
                <a16:creationId xmlns:a16="http://schemas.microsoft.com/office/drawing/2014/main" id="{B8A2ABA2-9D7F-4CF7-B868-8F89F89EE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19300"/>
            <a:ext cx="209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97" name="stage-3-index">
            <a:extLst xmlns:a="http://schemas.openxmlformats.org/drawingml/2006/main">
              <a:ext uri="{FF2B5EF4-FFF2-40B4-BE49-F238E27FC236}">
                <a16:creationId xmlns:a16="http://schemas.microsoft.com/office/drawing/2014/main" id="{4A957A7C-682B-44B4-BAD1-4C2C90912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019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BF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stage-3-index-text">
            <a:extLst xmlns:a="http://schemas.openxmlformats.org/drawingml/2006/main">
              <a:ext uri="{FF2B5EF4-FFF2-40B4-BE49-F238E27FC236}">
                <a16:creationId xmlns:a16="http://schemas.microsoft.com/office/drawing/2014/main" id="{55FC5C11-FA85-4F26-A0DE-693F418DD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019300"/>
            <a:ext cx="209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99" name="stage-4-index">
            <a:extLst xmlns:a="http://schemas.openxmlformats.org/drawingml/2006/main">
              <a:ext uri="{FF2B5EF4-FFF2-40B4-BE49-F238E27FC236}">
                <a16:creationId xmlns:a16="http://schemas.microsoft.com/office/drawing/2014/main" id="{88F47E14-99E5-414B-91AA-91A7E48AE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19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9B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stage-4-index-text">
            <a:extLst xmlns:a="http://schemas.openxmlformats.org/drawingml/2006/main">
              <a:ext uri="{FF2B5EF4-FFF2-40B4-BE49-F238E27FC236}">
                <a16:creationId xmlns:a16="http://schemas.microsoft.com/office/drawing/2014/main" id="{9CBEBB73-A16A-45F3-AE49-24B001642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19300"/>
            <a:ext cx="209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</a:t>
            </a:r>
          </a:p>
        </p:txBody>
      </p:sp>
      <p:sp>
        <p:nvSpPr>
          <p:cNvPr id="101" name="stage-map-title">
            <a:extLst xmlns:a="http://schemas.openxmlformats.org/drawingml/2006/main">
              <a:ext uri="{FF2B5EF4-FFF2-40B4-BE49-F238E27FC236}">
                <a16:creationId xmlns:a16="http://schemas.microsoft.com/office/drawing/2014/main" id="{53BAB415-24CC-409A-86F9-A951A9DD8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57500"/>
            <a:ext cx="762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3578E5"/>
                </a:solidFill>
                <a:latin typeface="Arial"/>
                <a:ea typeface="Arial"/>
                <a:cs typeface="Arial"/>
              </a:defRPr>
            </a:pPr>
            <a:r>
              <a:t>MAP</a:t>
            </a:r>
          </a:p>
        </p:txBody>
      </p:sp>
      <p:sp>
        <p:nvSpPr>
          <p:cNvPr id="102" name="stage-map-detail">
            <a:extLst xmlns:a="http://schemas.openxmlformats.org/drawingml/2006/main">
              <a:ext uri="{FF2B5EF4-FFF2-40B4-BE49-F238E27FC236}">
                <a16:creationId xmlns:a16="http://schemas.microsoft.com/office/drawing/2014/main" id="{686E10F6-94B4-48F5-B466-C94B50082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124200"/>
            <a:ext cx="762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source spans
procedural atoms
dependency DAG</a:t>
            </a:r>
          </a:p>
        </p:txBody>
      </p:sp>
      <p:sp>
        <p:nvSpPr>
          <p:cNvPr id="103" name="closure-check">
            <a:extLst xmlns:a="http://schemas.openxmlformats.org/drawingml/2006/main">
              <a:ext uri="{FF2B5EF4-FFF2-40B4-BE49-F238E27FC236}">
                <a16:creationId xmlns:a16="http://schemas.microsoft.com/office/drawing/2014/main" id="{F3A0607F-F077-494C-A5E0-EEC3D2E3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000500"/>
            <a:ext cx="762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3578E5"/>
            </a:solidFill>
            <a:prstDash val="solid"/>
          </a:ln>
        </p:spPr>
      </p:sp>
      <p:sp>
        <p:nvSpPr>
          <p:cNvPr id="104" name="closure-check-title">
            <a:extLst xmlns:a="http://schemas.openxmlformats.org/drawingml/2006/main">
              <a:ext uri="{FF2B5EF4-FFF2-40B4-BE49-F238E27FC236}">
                <a16:creationId xmlns:a16="http://schemas.microsoft.com/office/drawing/2014/main" id="{60971105-6E78-4168-85A3-5F798B7E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057650"/>
            <a:ext cx="6477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4A87"/>
                </a:solidFill>
                <a:latin typeface="Arial"/>
                <a:ea typeface="Arial"/>
                <a:cs typeface="Arial"/>
              </a:defRPr>
            </a:pPr>
            <a:r>
              <a:t>CHECK</a:t>
            </a:r>
          </a:p>
        </p:txBody>
      </p:sp>
      <p:sp>
        <p:nvSpPr>
          <p:cNvPr id="105" name="closure-check-note">
            <a:extLst xmlns:a="http://schemas.openxmlformats.org/drawingml/2006/main">
              <a:ext uri="{FF2B5EF4-FFF2-40B4-BE49-F238E27FC236}">
                <a16:creationId xmlns:a16="http://schemas.microsoft.com/office/drawing/2014/main" id="{83300982-21FE-4F67-8B36-F32439C42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248150"/>
            <a:ext cx="6477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7738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74A87"/>
                </a:solidFill>
                <a:latin typeface="Arial"/>
                <a:ea typeface="Arial"/>
                <a:cs typeface="Arial"/>
              </a:defRPr>
            </a:pPr>
            <a:r>
              <a:t>provenance +
closure</a:t>
            </a:r>
          </a:p>
        </p:txBody>
      </p:sp>
      <p:sp>
        <p:nvSpPr>
          <p:cNvPr id="106" name="stage-freeze-title">
            <a:extLst xmlns:a="http://schemas.openxmlformats.org/drawingml/2006/main">
              <a:ext uri="{FF2B5EF4-FFF2-40B4-BE49-F238E27FC236}">
                <a16:creationId xmlns:a16="http://schemas.microsoft.com/office/drawing/2014/main" id="{FE9DD88C-CBDC-4BF8-9F3D-A2ED1561C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57500"/>
            <a:ext cx="7810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4A87"/>
                </a:solidFill>
                <a:latin typeface="Arial"/>
                <a:ea typeface="Arial"/>
                <a:cs typeface="Arial"/>
              </a:defRPr>
            </a:pPr>
            <a:r>
              <a:t>FREEZE</a:t>
            </a:r>
          </a:p>
        </p:txBody>
      </p:sp>
      <p:sp>
        <p:nvSpPr>
          <p:cNvPr id="107" name="stage-freeze-detail">
            <a:extLst xmlns:a="http://schemas.openxmlformats.org/drawingml/2006/main">
              <a:ext uri="{FF2B5EF4-FFF2-40B4-BE49-F238E27FC236}">
                <a16:creationId xmlns:a16="http://schemas.microsoft.com/office/drawing/2014/main" id="{89CEADE1-8172-4758-9408-E3DF032E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24200"/>
            <a:ext cx="7810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9787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F + S
Task + tests
Model + tools
Acceptance rule</a:t>
            </a:r>
          </a:p>
        </p:txBody>
      </p:sp>
      <p:sp>
        <p:nvSpPr>
          <p:cNvPr id="108" name="stage-freeze-note">
            <a:extLst xmlns:a="http://schemas.openxmlformats.org/drawingml/2006/main">
              <a:ext uri="{FF2B5EF4-FFF2-40B4-BE49-F238E27FC236}">
                <a16:creationId xmlns:a16="http://schemas.microsoft.com/office/drawing/2014/main" id="{C0C776AE-A4A9-43A3-B5DE-91816B002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7048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8875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4A87"/>
                </a:solidFill>
                <a:latin typeface="Arial"/>
                <a:ea typeface="Arial"/>
                <a:cs typeface="Arial"/>
              </a:defRPr>
            </a:pPr>
            <a:r>
              <a:t>sealed before
testing</a:t>
            </a:r>
          </a:p>
        </p:txBody>
      </p:sp>
      <p:sp>
        <p:nvSpPr>
          <p:cNvPr id="109" name="stage-run-title">
            <a:extLst xmlns:a="http://schemas.openxmlformats.org/drawingml/2006/main">
              <a:ext uri="{FF2B5EF4-FFF2-40B4-BE49-F238E27FC236}">
                <a16:creationId xmlns:a16="http://schemas.microsoft.com/office/drawing/2014/main" id="{045D986D-D3FB-44EA-9DD4-42A732067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324100"/>
            <a:ext cx="914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5BFE6"/>
                </a:solidFill>
                <a:latin typeface="Arial"/>
                <a:ea typeface="Arial"/>
                <a:cs typeface="Arial"/>
              </a:defRPr>
            </a:pPr>
            <a:r>
              <a:t>RUN</a:t>
            </a:r>
          </a:p>
        </p:txBody>
      </p:sp>
      <p:sp>
        <p:nvSpPr>
          <p:cNvPr id="110" name="stage-run-subtitle">
            <a:extLst xmlns:a="http://schemas.openxmlformats.org/drawingml/2006/main">
              <a:ext uri="{FF2B5EF4-FFF2-40B4-BE49-F238E27FC236}">
                <a16:creationId xmlns:a16="http://schemas.microsoft.com/office/drawing/2014/main" id="{FB764B81-D4B4-4F1F-A465-83B30BC35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552700"/>
            <a:ext cx="914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8974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same task; independent runs</a:t>
            </a:r>
          </a:p>
        </p:txBody>
      </p:sp>
      <p:sp>
        <p:nvSpPr>
          <p:cNvPr id="111" name="lane-0">
            <a:extLst xmlns:a="http://schemas.openxmlformats.org/drawingml/2006/main">
              <a:ext uri="{FF2B5EF4-FFF2-40B4-BE49-F238E27FC236}">
                <a16:creationId xmlns:a16="http://schemas.microsoft.com/office/drawing/2014/main" id="{646C302E-0342-46C0-ADBA-AE8ED9881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14650"/>
            <a:ext cx="95250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9C5"/>
            </a:solidFill>
            <a:prstDash val="solid"/>
          </a:ln>
        </p:spPr>
      </p:sp>
      <p:sp>
        <p:nvSpPr>
          <p:cNvPr id="112" name="lane-0-code-bg">
            <a:extLst xmlns:a="http://schemas.openxmlformats.org/drawingml/2006/main">
              <a:ext uri="{FF2B5EF4-FFF2-40B4-BE49-F238E27FC236}">
                <a16:creationId xmlns:a16="http://schemas.microsoft.com/office/drawing/2014/main" id="{46DB10CB-0D40-4E66-9E2B-2BF62C5E1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0003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9C5"/>
            </a:solidFill>
            <a:prstDash val="solid"/>
          </a:ln>
        </p:spPr>
      </p:sp>
      <p:sp>
        <p:nvSpPr>
          <p:cNvPr id="113" name="lane-0-code">
            <a:extLst xmlns:a="http://schemas.openxmlformats.org/drawingml/2006/main">
              <a:ext uri="{FF2B5EF4-FFF2-40B4-BE49-F238E27FC236}">
                <a16:creationId xmlns:a16="http://schemas.microsoft.com/office/drawing/2014/main" id="{C7C057EB-7A96-4BB8-9E32-DB5298123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000375"/>
            <a:ext cx="209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AEB9C5"/>
                </a:solidFill>
                <a:latin typeface="Arial"/>
                <a:ea typeface="Arial"/>
                <a:cs typeface="Arial"/>
              </a:defRPr>
            </a:pPr>
            <a:r>
              <a:t>B</a:t>
            </a:r>
          </a:p>
        </p:txBody>
      </p:sp>
      <p:sp>
        <p:nvSpPr>
          <p:cNvPr id="114" name="lane-0-label">
            <a:extLst xmlns:a="http://schemas.openxmlformats.org/drawingml/2006/main">
              <a:ext uri="{FF2B5EF4-FFF2-40B4-BE49-F238E27FC236}">
                <a16:creationId xmlns:a16="http://schemas.microsoft.com/office/drawing/2014/main" id="{393CE19E-22EA-4E9B-B2D0-F6D61285A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952750"/>
            <a:ext cx="609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t>No spec.</a:t>
            </a:r>
          </a:p>
        </p:txBody>
      </p:sp>
      <p:sp>
        <p:nvSpPr>
          <p:cNvPr id="115" name="lane-1">
            <a:extLst xmlns:a="http://schemas.openxmlformats.org/drawingml/2006/main">
              <a:ext uri="{FF2B5EF4-FFF2-40B4-BE49-F238E27FC236}">
                <a16:creationId xmlns:a16="http://schemas.microsoft.com/office/drawing/2014/main" id="{D9063CA1-E9BE-4BDF-9E2C-CDEC98CC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90900"/>
            <a:ext cx="95250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3578E5"/>
            </a:solidFill>
            <a:prstDash val="solid"/>
          </a:ln>
        </p:spPr>
      </p:sp>
      <p:sp>
        <p:nvSpPr>
          <p:cNvPr id="116" name="lane-1-code-bg">
            <a:extLst xmlns:a="http://schemas.openxmlformats.org/drawingml/2006/main">
              <a:ext uri="{FF2B5EF4-FFF2-40B4-BE49-F238E27FC236}">
                <a16:creationId xmlns:a16="http://schemas.microsoft.com/office/drawing/2014/main" id="{52BCB328-400E-4BA1-9009-4B285AF45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47662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578E5"/>
            </a:solidFill>
            <a:prstDash val="solid"/>
          </a:ln>
        </p:spPr>
      </p:sp>
      <p:sp>
        <p:nvSpPr>
          <p:cNvPr id="117" name="lane-1-code">
            <a:extLst xmlns:a="http://schemas.openxmlformats.org/drawingml/2006/main">
              <a:ext uri="{FF2B5EF4-FFF2-40B4-BE49-F238E27FC236}">
                <a16:creationId xmlns:a16="http://schemas.microsoft.com/office/drawing/2014/main" id="{B6CA3124-8178-4B7A-A174-518796B60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476625"/>
            <a:ext cx="209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3578E5"/>
                </a:solidFill>
                <a:latin typeface="Arial"/>
                <a:ea typeface="Arial"/>
                <a:cs typeface="Arial"/>
              </a:defRPr>
            </a:pPr>
            <a:r>
              <a:t>F</a:t>
            </a:r>
          </a:p>
        </p:txBody>
      </p:sp>
      <p:sp>
        <p:nvSpPr>
          <p:cNvPr id="118" name="lane-1-label">
            <a:extLst xmlns:a="http://schemas.openxmlformats.org/drawingml/2006/main">
              <a:ext uri="{FF2B5EF4-FFF2-40B4-BE49-F238E27FC236}">
                <a16:creationId xmlns:a16="http://schemas.microsoft.com/office/drawing/2014/main" id="{9BE8B7FD-A4C4-430A-BD57-B3317F071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29000"/>
            <a:ext cx="609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t>Full spec.</a:t>
            </a:r>
          </a:p>
        </p:txBody>
      </p:sp>
      <p:sp>
        <p:nvSpPr>
          <p:cNvPr id="119" name="lane-2">
            <a:extLst xmlns:a="http://schemas.openxmlformats.org/drawingml/2006/main">
              <a:ext uri="{FF2B5EF4-FFF2-40B4-BE49-F238E27FC236}">
                <a16:creationId xmlns:a16="http://schemas.microsoft.com/office/drawing/2014/main" id="{95467741-8256-4520-A92E-A68E18E90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867150"/>
            <a:ext cx="95250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9F8FD"/>
          </a:solidFill>
          <a:ln xmlns:a="http://schemas.openxmlformats.org/drawingml/2006/main" w="9525">
            <a:solidFill>
              <a:srgbClr val="55BFE6"/>
            </a:solidFill>
            <a:prstDash val="solid"/>
          </a:ln>
        </p:spPr>
      </p:sp>
      <p:sp>
        <p:nvSpPr>
          <p:cNvPr id="120" name="lane-2-code-bg">
            <a:extLst xmlns:a="http://schemas.openxmlformats.org/drawingml/2006/main">
              <a:ext uri="{FF2B5EF4-FFF2-40B4-BE49-F238E27FC236}">
                <a16:creationId xmlns:a16="http://schemas.microsoft.com/office/drawing/2014/main" id="{EA9FE86D-1DF9-4A6F-A566-B4B3CCDBC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528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5BFE6"/>
            </a:solidFill>
            <a:prstDash val="solid"/>
          </a:ln>
        </p:spPr>
      </p:sp>
      <p:sp>
        <p:nvSpPr>
          <p:cNvPr id="121" name="lane-2-code">
            <a:extLst xmlns:a="http://schemas.openxmlformats.org/drawingml/2006/main">
              <a:ext uri="{FF2B5EF4-FFF2-40B4-BE49-F238E27FC236}">
                <a16:creationId xmlns:a16="http://schemas.microsoft.com/office/drawing/2014/main" id="{1EDA7A22-0F40-402E-86AB-599C9F44F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52875"/>
            <a:ext cx="209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55BFE6"/>
                </a:solidFill>
                <a:latin typeface="Arial"/>
                <a:ea typeface="Arial"/>
                <a:cs typeface="Arial"/>
              </a:defRPr>
            </a:pPr>
            <a:r>
              <a:t>S</a:t>
            </a:r>
          </a:p>
        </p:txBody>
      </p:sp>
      <p:sp>
        <p:nvSpPr>
          <p:cNvPr id="122" name="lane-2-label">
            <a:extLst xmlns:a="http://schemas.openxmlformats.org/drawingml/2006/main">
              <a:ext uri="{FF2B5EF4-FFF2-40B4-BE49-F238E27FC236}">
                <a16:creationId xmlns:a16="http://schemas.microsoft.com/office/drawing/2014/main" id="{5DA1C945-1265-4EC9-9118-060A692C4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05250"/>
            <a:ext cx="609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t>Simplified spec.</a:t>
            </a:r>
          </a:p>
        </p:txBody>
      </p:sp>
      <p:sp>
        <p:nvSpPr>
          <p:cNvPr id="123" name="stage-run-note">
            <a:extLst xmlns:a="http://schemas.openxmlformats.org/drawingml/2006/main">
              <a:ext uri="{FF2B5EF4-FFF2-40B4-BE49-F238E27FC236}">
                <a16:creationId xmlns:a16="http://schemas.microsoft.com/office/drawing/2014/main" id="{7FCFFA5B-52ED-444D-9713-6E9A3477A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438650"/>
            <a:ext cx="9144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7827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score + hard contract</a:t>
            </a:r>
          </a:p>
        </p:txBody>
      </p:sp>
      <p:sp>
        <p:nvSpPr>
          <p:cNvPr id="124" name="stage-verify-title">
            <a:extLst xmlns:a="http://schemas.openxmlformats.org/drawingml/2006/main">
              <a:ext uri="{FF2B5EF4-FFF2-40B4-BE49-F238E27FC236}">
                <a16:creationId xmlns:a16="http://schemas.microsoft.com/office/drawing/2014/main" id="{1909996F-42A6-4E14-B00F-A7783E646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324100"/>
            <a:ext cx="6858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39B63"/>
                </a:solidFill>
                <a:latin typeface="Arial"/>
                <a:ea typeface="Arial"/>
                <a:cs typeface="Arial"/>
              </a:defRPr>
            </a:pPr>
            <a:r>
              <a:t>VERIFY</a:t>
            </a:r>
          </a:p>
        </p:txBody>
      </p:sp>
      <p:sp>
        <p:nvSpPr>
          <p:cNvPr id="125" name="integrity-check-bg">
            <a:extLst xmlns:a="http://schemas.openxmlformats.org/drawingml/2006/main">
              <a:ext uri="{FF2B5EF4-FFF2-40B4-BE49-F238E27FC236}">
                <a16:creationId xmlns:a16="http://schemas.microsoft.com/office/drawing/2014/main" id="{AD487F5C-651D-4AE1-A869-6F5FCCA2D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8F1"/>
          </a:solidFill>
          <a:ln xmlns:a="http://schemas.openxmlformats.org/drawingml/2006/main" w="19050">
            <a:solidFill>
              <a:srgbClr val="239B63"/>
            </a:solidFill>
            <a:prstDash val="solid"/>
          </a:ln>
        </p:spPr>
      </p:sp>
      <p:sp>
        <p:nvSpPr>
          <p:cNvPr id="126" name="integrity-check-number">
            <a:extLst xmlns:a="http://schemas.openxmlformats.org/drawingml/2006/main">
              <a:ext uri="{FF2B5EF4-FFF2-40B4-BE49-F238E27FC236}">
                <a16:creationId xmlns:a16="http://schemas.microsoft.com/office/drawing/2014/main" id="{1355F1F9-8295-4B48-BDFA-480165318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800350"/>
            <a:ext cx="342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239B63"/>
                </a:solidFill>
                <a:latin typeface="Arial"/>
                <a:ea typeface="Arial"/>
                <a:cs typeface="Arial"/>
              </a:defRPr>
            </a:pPr>
            <a:r>
              <a:t>OK</a:t>
            </a:r>
          </a:p>
        </p:txBody>
      </p:sp>
      <p:sp>
        <p:nvSpPr>
          <p:cNvPr id="127" name="integrity-check-label">
            <a:extLst xmlns:a="http://schemas.openxmlformats.org/drawingml/2006/main">
              <a:ext uri="{FF2B5EF4-FFF2-40B4-BE49-F238E27FC236}">
                <a16:creationId xmlns:a16="http://schemas.microsoft.com/office/drawing/2014/main" id="{AB6B33AC-F7F2-45F7-8DCA-43DFD2175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200400"/>
            <a:ext cx="6858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t>Integrity
complete?</a:t>
            </a:r>
          </a:p>
        </p:txBody>
      </p:sp>
      <p:sp>
        <p:nvSpPr>
          <p:cNvPr id="128" name="sla-check-bg">
            <a:extLst xmlns:a="http://schemas.openxmlformats.org/drawingml/2006/main">
              <a:ext uri="{FF2B5EF4-FFF2-40B4-BE49-F238E27FC236}">
                <a16:creationId xmlns:a16="http://schemas.microsoft.com/office/drawing/2014/main" id="{FF24DB47-0011-4BED-9A62-C9F023C70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7147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19050">
            <a:solidFill>
              <a:srgbClr val="3578E5"/>
            </a:solidFill>
            <a:prstDash val="solid"/>
          </a:ln>
        </p:spPr>
      </p:sp>
      <p:sp>
        <p:nvSpPr>
          <p:cNvPr id="129" name="sla-check-number">
            <a:extLst xmlns:a="http://schemas.openxmlformats.org/drawingml/2006/main">
              <a:ext uri="{FF2B5EF4-FFF2-40B4-BE49-F238E27FC236}">
                <a16:creationId xmlns:a16="http://schemas.microsoft.com/office/drawing/2014/main" id="{24D8BB01-BE8F-4137-B5F7-047E9513C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714750"/>
            <a:ext cx="342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3578E5"/>
                </a:solidFill>
                <a:latin typeface="Arial"/>
                <a:ea typeface="Arial"/>
                <a:cs typeface="Arial"/>
              </a:defRPr>
            </a:pPr>
            <a:r>
              <a:t>SLA</a:t>
            </a:r>
          </a:p>
        </p:txBody>
      </p:sp>
      <p:sp>
        <p:nvSpPr>
          <p:cNvPr id="130" name="sla-check-label">
            <a:extLst xmlns:a="http://schemas.openxmlformats.org/drawingml/2006/main">
              <a:ext uri="{FF2B5EF4-FFF2-40B4-BE49-F238E27FC236}">
                <a16:creationId xmlns:a16="http://schemas.microsoft.com/office/drawing/2014/main" id="{5BC78D09-CB22-4C10-98B4-B08F3617B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114800"/>
            <a:ext cx="6858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t>Frozen SLA
met?</a:t>
            </a:r>
          </a:p>
        </p:txBody>
      </p:sp>
      <p:sp>
        <p:nvSpPr>
          <p:cNvPr id="131" name="stage-verify-note">
            <a:extLst xmlns:a="http://schemas.openxmlformats.org/drawingml/2006/main">
              <a:ext uri="{FF2B5EF4-FFF2-40B4-BE49-F238E27FC236}">
                <a16:creationId xmlns:a16="http://schemas.microsoft.com/office/drawing/2014/main" id="{23EEFE2B-7633-4DEF-B5A8-6BAC4F610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514850"/>
            <a:ext cx="6477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7749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decide only after
integrity</a:t>
            </a:r>
          </a:p>
        </p:txBody>
      </p:sp>
      <p:sp>
        <p:nvSpPr>
          <p:cNvPr id="132" name="audit-trace-strip">
            <a:extLst xmlns:a="http://schemas.openxmlformats.org/drawingml/2006/main">
              <a:ext uri="{FF2B5EF4-FFF2-40B4-BE49-F238E27FC236}">
                <a16:creationId xmlns:a16="http://schemas.microsoft.com/office/drawing/2014/main" id="{86F78938-390D-4EF1-82EA-2AC92FCF6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5048250"/>
            <a:ext cx="36766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9C5"/>
            </a:solidFill>
            <a:prstDash val="solid"/>
          </a:ln>
        </p:spPr>
      </p:sp>
      <p:sp>
        <p:nvSpPr>
          <p:cNvPr id="133" name="audit-trace-title">
            <a:extLst xmlns:a="http://schemas.openxmlformats.org/drawingml/2006/main">
              <a:ext uri="{FF2B5EF4-FFF2-40B4-BE49-F238E27FC236}">
                <a16:creationId xmlns:a16="http://schemas.microsoft.com/office/drawing/2014/main" id="{873E59FA-6784-414E-B3AA-1F08A528A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162550"/>
            <a:ext cx="495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4A87"/>
                </a:solidFill>
                <a:latin typeface="Arial"/>
                <a:ea typeface="Arial"/>
                <a:cs typeface="Arial"/>
              </a:defRPr>
            </a:pPr>
            <a:r>
              <a:t>TRACE</a:t>
            </a:r>
          </a:p>
        </p:txBody>
      </p:sp>
      <p:sp>
        <p:nvSpPr>
          <p:cNvPr id="134" name="audit-trace-fields">
            <a:extLst xmlns:a="http://schemas.openxmlformats.org/drawingml/2006/main">
              <a:ext uri="{FF2B5EF4-FFF2-40B4-BE49-F238E27FC236}">
                <a16:creationId xmlns:a16="http://schemas.microsoft.com/office/drawing/2014/main" id="{6DE285EC-D07C-43B7-8322-7AA2D86A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162550"/>
            <a:ext cx="2876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source  |  frozen config  |  results  |  rationale</a:t>
            </a:r>
          </a:p>
        </p:txBody>
      </p:sp>
      <p:sp>
        <p:nvSpPr>
          <p:cNvPr id="135" name="decision-kicker">
            <a:extLst xmlns:a="http://schemas.openxmlformats.org/drawingml/2006/main">
              <a:ext uri="{FF2B5EF4-FFF2-40B4-BE49-F238E27FC236}">
                <a16:creationId xmlns:a16="http://schemas.microsoft.com/office/drawing/2014/main" id="{D07141AE-3F00-4B03-AB1D-EFB19D908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466850"/>
            <a:ext cx="1885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t>DECISION</a:t>
            </a:r>
          </a:p>
        </p:txBody>
      </p:sp>
      <p:sp>
        <p:nvSpPr>
          <p:cNvPr id="136" name="accept">
            <a:extLst xmlns:a="http://schemas.openxmlformats.org/drawingml/2006/main">
              <a:ext uri="{FF2B5EF4-FFF2-40B4-BE49-F238E27FC236}">
                <a16:creationId xmlns:a16="http://schemas.microsoft.com/office/drawing/2014/main" id="{118428A7-7CFB-48EA-A60D-1F893FA21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809750"/>
            <a:ext cx="17716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AF8F1"/>
          </a:solidFill>
          <a:ln xmlns:a="http://schemas.openxmlformats.org/drawingml/2006/main" w="9525">
            <a:solidFill>
              <a:srgbClr val="239B63"/>
            </a:solidFill>
            <a:prstDash val="solid"/>
          </a:ln>
        </p:spPr>
      </p:sp>
      <p:sp>
        <p:nvSpPr>
          <p:cNvPr id="137" name="accept-rail">
            <a:extLst xmlns:a="http://schemas.openxmlformats.org/drawingml/2006/main">
              <a:ext uri="{FF2B5EF4-FFF2-40B4-BE49-F238E27FC236}">
                <a16:creationId xmlns:a16="http://schemas.microsoft.com/office/drawing/2014/main" id="{6B06A037-E250-4181-AA8E-FE6E369B9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809750"/>
            <a:ext cx="5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9B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accept-title">
            <a:extLst xmlns:a="http://schemas.openxmlformats.org/drawingml/2006/main">
              <a:ext uri="{FF2B5EF4-FFF2-40B4-BE49-F238E27FC236}">
                <a16:creationId xmlns:a16="http://schemas.microsoft.com/office/drawing/2014/main" id="{6F712450-EDBA-4B3E-92BC-398D2D3D9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1866900"/>
            <a:ext cx="1466850" cy="20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39B63"/>
                </a:solidFill>
                <a:latin typeface="Arial"/>
                <a:ea typeface="Arial"/>
                <a:cs typeface="Arial"/>
              </a:defRPr>
            </a:pPr>
            <a:r>
              <a:t>Accept</a:t>
            </a:r>
          </a:p>
        </p:txBody>
      </p:sp>
      <p:sp>
        <p:nvSpPr>
          <p:cNvPr id="139" name="accept-note">
            <a:extLst xmlns:a="http://schemas.openxmlformats.org/drawingml/2006/main">
              <a:ext uri="{FF2B5EF4-FFF2-40B4-BE49-F238E27FC236}">
                <a16:creationId xmlns:a16="http://schemas.microsoft.com/office/drawing/2014/main" id="{9FFD11B0-23A7-4FEF-8AD0-48659053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085975"/>
            <a:ext cx="1466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valid run; criteria met</a:t>
            </a:r>
          </a:p>
        </p:txBody>
      </p:sp>
      <p:sp>
        <p:nvSpPr>
          <p:cNvPr id="140" name="reject">
            <a:extLst xmlns:a="http://schemas.openxmlformats.org/drawingml/2006/main">
              <a:ext uri="{FF2B5EF4-FFF2-40B4-BE49-F238E27FC236}">
                <a16:creationId xmlns:a16="http://schemas.microsoft.com/office/drawing/2014/main" id="{78BA9888-576E-48A3-82EF-AF765CED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00300"/>
            <a:ext cx="17716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0F1"/>
          </a:solidFill>
          <a:ln xmlns:a="http://schemas.openxmlformats.org/drawingml/2006/main" w="9525">
            <a:solidFill>
              <a:srgbClr val="D85B62"/>
            </a:solidFill>
            <a:prstDash val="solid"/>
          </a:ln>
        </p:spPr>
      </p:sp>
      <p:sp>
        <p:nvSpPr>
          <p:cNvPr id="141" name="reject-rail">
            <a:extLst xmlns:a="http://schemas.openxmlformats.org/drawingml/2006/main">
              <a:ext uri="{FF2B5EF4-FFF2-40B4-BE49-F238E27FC236}">
                <a16:creationId xmlns:a16="http://schemas.microsoft.com/office/drawing/2014/main" id="{4B78B270-9EE6-44DF-92FC-273642066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00300"/>
            <a:ext cx="5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5B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reject-title">
            <a:extLst xmlns:a="http://schemas.openxmlformats.org/drawingml/2006/main">
              <a:ext uri="{FF2B5EF4-FFF2-40B4-BE49-F238E27FC236}">
                <a16:creationId xmlns:a16="http://schemas.microsoft.com/office/drawing/2014/main" id="{BF790BD2-10C5-4BE2-A55C-3B3AB06A0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457450"/>
            <a:ext cx="1466850" cy="20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D85B62"/>
                </a:solidFill>
                <a:latin typeface="Arial"/>
                <a:ea typeface="Arial"/>
                <a:cs typeface="Arial"/>
              </a:defRPr>
            </a:pPr>
            <a:r>
              <a:t>Reject</a:t>
            </a:r>
          </a:p>
        </p:txBody>
      </p:sp>
      <p:sp>
        <p:nvSpPr>
          <p:cNvPr id="143" name="reject-note">
            <a:extLst xmlns:a="http://schemas.openxmlformats.org/drawingml/2006/main">
              <a:ext uri="{FF2B5EF4-FFF2-40B4-BE49-F238E27FC236}">
                <a16:creationId xmlns:a16="http://schemas.microsoft.com/office/drawing/2014/main" id="{96D6E353-81DF-407A-B175-BA635DD81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676525"/>
            <a:ext cx="1466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valid run; criteria missed</a:t>
            </a:r>
          </a:p>
        </p:txBody>
      </p:sp>
      <p:sp>
        <p:nvSpPr>
          <p:cNvPr id="144" name="invalid">
            <a:extLst xmlns:a="http://schemas.openxmlformats.org/drawingml/2006/main">
              <a:ext uri="{FF2B5EF4-FFF2-40B4-BE49-F238E27FC236}">
                <a16:creationId xmlns:a16="http://schemas.microsoft.com/office/drawing/2014/main" id="{0639B75F-BA62-44DD-B05F-E78FC11D3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990850"/>
            <a:ext cx="17716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9C5"/>
            </a:solidFill>
            <a:prstDash val="solid"/>
          </a:ln>
        </p:spPr>
      </p:sp>
      <p:sp>
        <p:nvSpPr>
          <p:cNvPr id="145" name="invalid-rail">
            <a:extLst xmlns:a="http://schemas.openxmlformats.org/drawingml/2006/main">
              <a:ext uri="{FF2B5EF4-FFF2-40B4-BE49-F238E27FC236}">
                <a16:creationId xmlns:a16="http://schemas.microsoft.com/office/drawing/2014/main" id="{CB296671-E4F8-4FC2-8D03-6F914E405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990850"/>
            <a:ext cx="5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" name="invalid-title">
            <a:extLst xmlns:a="http://schemas.openxmlformats.org/drawingml/2006/main">
              <a:ext uri="{FF2B5EF4-FFF2-40B4-BE49-F238E27FC236}">
                <a16:creationId xmlns:a16="http://schemas.microsoft.com/office/drawing/2014/main" id="{E98F20BA-9EE7-4CE7-AD6B-ECF9BDD2B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048000"/>
            <a:ext cx="1466850" cy="20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Invalid</a:t>
            </a:r>
          </a:p>
        </p:txBody>
      </p:sp>
      <p:sp>
        <p:nvSpPr>
          <p:cNvPr id="147" name="invalid-note">
            <a:extLst xmlns:a="http://schemas.openxmlformats.org/drawingml/2006/main">
              <a:ext uri="{FF2B5EF4-FFF2-40B4-BE49-F238E27FC236}">
                <a16:creationId xmlns:a16="http://schemas.microsoft.com/office/drawing/2014/main" id="{326E15D3-A3C5-40FC-8B9C-EE609703E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267075"/>
            <a:ext cx="1466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932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incomplete or malformed run</a:t>
            </a:r>
          </a:p>
        </p:txBody>
      </p:sp>
      <p:sp>
        <p:nvSpPr>
          <p:cNvPr id="148" name="evidence-kicker">
            <a:extLst xmlns:a="http://schemas.openxmlformats.org/drawingml/2006/main">
              <a:ext uri="{FF2B5EF4-FFF2-40B4-BE49-F238E27FC236}">
                <a16:creationId xmlns:a16="http://schemas.microsoft.com/office/drawing/2014/main" id="{9632261B-4C0E-475B-9E92-5167CDD52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171950"/>
            <a:ext cx="1885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3578E5"/>
                </a:solidFill>
                <a:latin typeface="Arial"/>
                <a:ea typeface="Arial"/>
                <a:cs typeface="Arial"/>
              </a:defRPr>
            </a:pPr>
            <a:r>
              <a:t>EVIDENCE</a:t>
            </a:r>
          </a:p>
        </p:txBody>
      </p:sp>
      <p:sp>
        <p:nvSpPr>
          <p:cNvPr id="149" name="evidence-title">
            <a:extLst xmlns:a="http://schemas.openxmlformats.org/drawingml/2006/main">
              <a:ext uri="{FF2B5EF4-FFF2-40B4-BE49-F238E27FC236}">
                <a16:creationId xmlns:a16="http://schemas.microsoft.com/office/drawing/2014/main" id="{8C2ED1D3-EF5F-4F53-A6D6-C7364E8BA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429250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t>Auditable record</a:t>
            </a:r>
          </a:p>
        </p:txBody>
      </p:sp>
      <p:sp>
        <p:nvSpPr>
          <p:cNvPr id="150" name="evidence-fields">
            <a:extLst xmlns:a="http://schemas.openxmlformats.org/drawingml/2006/main">
              <a:ext uri="{FF2B5EF4-FFF2-40B4-BE49-F238E27FC236}">
                <a16:creationId xmlns:a16="http://schemas.microsoft.com/office/drawing/2014/main" id="{8D34E72D-FF04-4702-B5FB-A16259D8D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734050"/>
            <a:ext cx="1809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9802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source / config / results / rationale</a:t>
            </a:r>
          </a:p>
        </p:txBody>
      </p:sp>
      <p:pic>
        <p:nvPicPr>
          <p:cNvPr id="473" name="图片 3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98f1e57a5545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87974" y="2286000"/>
            <a:ext cx="416052" cy="495300"/>
          </a:xfrm>
          <a:prstGeom xmlns:a="http://schemas.openxmlformats.org/drawingml/2006/main" prst="rect">
            <a:avLst/>
          </a:prstGeom>
        </p:spPr>
      </p:pic>
      <p:pic>
        <p:nvPicPr>
          <p:cNvPr id="474" name="图片 3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e8febe793c4b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83146" y="2286000"/>
            <a:ext cx="425958" cy="495300"/>
          </a:xfrm>
          <a:prstGeom xmlns:a="http://schemas.openxmlformats.org/drawingml/2006/main" prst="rect">
            <a:avLst/>
          </a:prstGeom>
        </p:spPr>
      </p:pic>
      <p:pic>
        <p:nvPicPr>
          <p:cNvPr id="475" name="图片 3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844bf8ff9340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431399" y="4457700"/>
            <a:ext cx="720852" cy="838200"/>
          </a:xfrm>
          <a:prstGeom xmlns:a="http://schemas.openxmlformats.org/drawingml/2006/main" prst="rect">
            <a:avLst/>
          </a:prstGeom>
        </p:spPr>
      </p:pic>
      <p:sp>
        <p:nvSpPr>
          <p:cNvPr id="154" name="candidate-to-protocol-visible-head">
            <a:extLst xmlns:a="http://schemas.openxmlformats.org/drawingml/2006/main">
              <a:ext uri="{FF2B5EF4-FFF2-40B4-BE49-F238E27FC236}">
                <a16:creationId xmlns:a16="http://schemas.microsoft.com/office/drawing/2014/main" id="{CEDE2354-CDC0-422A-909D-FA95B20F2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86050"/>
            <a:ext cx="95250" cy="114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55BFE6"/>
          </a:solidFill>
          <a:ln xmlns:a="http://schemas.openxmlformats.org/drawingml/2006/main" w="0">
            <a:solidFill>
              <a:srgbClr val="55BFE6"/>
            </a:solidFill>
            <a:prstDash val="solid"/>
          </a:ln>
        </p:spPr>
      </p:sp>
      <p:sp>
        <p:nvSpPr>
          <p:cNvPr id="155" name="visible-stage-arrow-map-freeze">
            <a:extLst xmlns:a="http://schemas.openxmlformats.org/drawingml/2006/main">
              <a:ext uri="{FF2B5EF4-FFF2-40B4-BE49-F238E27FC236}">
                <a16:creationId xmlns:a16="http://schemas.microsoft.com/office/drawing/2014/main" id="{FE95FDE0-A8EC-4377-B9CB-A9CB96D65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181350"/>
            <a:ext cx="76200" cy="114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3578E5"/>
          </a:solidFill>
          <a:ln xmlns:a="http://schemas.openxmlformats.org/drawingml/2006/main" w="0">
            <a:solidFill>
              <a:srgbClr val="3578E5"/>
            </a:solidFill>
            <a:prstDash val="solid"/>
          </a:ln>
        </p:spPr>
      </p:sp>
      <p:sp>
        <p:nvSpPr>
          <p:cNvPr id="156" name="visible-stage-arrow-freeze-run">
            <a:extLst xmlns:a="http://schemas.openxmlformats.org/drawingml/2006/main">
              <a:ext uri="{FF2B5EF4-FFF2-40B4-BE49-F238E27FC236}">
                <a16:creationId xmlns:a16="http://schemas.microsoft.com/office/drawing/2014/main" id="{2200AC1F-4672-4F62-B3D6-780A114E1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181350"/>
            <a:ext cx="76200" cy="114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174A87"/>
          </a:solidFill>
          <a:ln xmlns:a="http://schemas.openxmlformats.org/drawingml/2006/main" w="0">
            <a:solidFill>
              <a:srgbClr val="174A87"/>
            </a:solidFill>
            <a:prstDash val="solid"/>
          </a:ln>
        </p:spPr>
      </p:sp>
      <p:sp>
        <p:nvSpPr>
          <p:cNvPr id="157" name="visible-stage-arrow-run-verify">
            <a:extLst xmlns:a="http://schemas.openxmlformats.org/drawingml/2006/main">
              <a:ext uri="{FF2B5EF4-FFF2-40B4-BE49-F238E27FC236}">
                <a16:creationId xmlns:a16="http://schemas.microsoft.com/office/drawing/2014/main" id="{CD16BAFB-7540-4B33-865D-7592DA260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181350"/>
            <a:ext cx="76200" cy="114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55BFE6"/>
          </a:solidFill>
          <a:ln xmlns:a="http://schemas.openxmlformats.org/drawingml/2006/main" w="0">
            <a:solidFill>
              <a:srgbClr val="55BFE6"/>
            </a:solidFill>
            <a:prstDash val="solid"/>
          </a:ln>
        </p:spPr>
      </p:sp>
      <p:cxnSp>
        <p:nvCxnSpPr>
          <p:cNvPr id="480" name="visible-package-freeze-route"/>
          <p:cNvCxnSpPr/>
          <p:nvPr/>
        </p:nvCxnSpPr>
        <p:spPr>
          <a:xfrm xmlns:a="http://schemas.openxmlformats.org/drawingml/2006/main">
            <a:off x="5181600" y="4933950"/>
            <a:ext cx="1914525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174A87"/>
            </a:solidFill>
            <a:prstDash val="dash"/>
          </a:ln>
        </p:spPr>
      </p:cxnSp>
      <p:cxnSp>
        <p:nvCxnSpPr>
          <p:cNvPr id="481" name="visible-package-freeze-rise"/>
          <p:cNvCxnSpPr/>
          <p:nvPr/>
        </p:nvCxnSpPr>
        <p:spPr>
          <a:xfrm xmlns:a="http://schemas.openxmlformats.org/drawingml/2006/main">
            <a:off x="7096125" y="4800600"/>
            <a:ext cx="95" cy="13335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174A87"/>
            </a:solidFill>
            <a:prstDash val="dash"/>
          </a:ln>
        </p:spPr>
      </p:cxnSp>
      <p:sp>
        <p:nvSpPr>
          <p:cNvPr id="160" name="visible-package-freeze-head">
            <a:extLst xmlns:a="http://schemas.openxmlformats.org/drawingml/2006/main">
              <a:ext uri="{FF2B5EF4-FFF2-40B4-BE49-F238E27FC236}">
                <a16:creationId xmlns:a16="http://schemas.microsoft.com/office/drawing/2014/main" id="{7E8D2B1E-9A09-4401-80D7-E4EA95725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705350"/>
            <a:ext cx="11430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74A87"/>
          </a:solidFill>
          <a:ln xmlns:a="http://schemas.openxmlformats.org/drawingml/2006/main" w="0">
            <a:solidFill>
              <a:srgbClr val="174A87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337155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26" name="upstream-protocol-divider"/>
          <p:cNvCxnSpPr/>
          <p:nvPr/>
        </p:nvCxnSpPr>
        <p:spPr>
          <a:xfrm xmlns:a="http://schemas.openxmlformats.org/drawingml/2006/main">
            <a:off x="5448300" y="1028700"/>
            <a:ext cx="95" cy="504825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AEB9C5"/>
            </a:solidFill>
            <a:prstDash val="dash"/>
          </a:ln>
        </p:spPr>
      </p:cxnSp>
      <p:cxnSp>
        <p:nvCxnSpPr>
          <p:cNvPr id="327" name="protocol-output-divider"/>
          <p:cNvCxnSpPr/>
          <p:nvPr/>
        </p:nvCxnSpPr>
        <p:spPr>
          <a:xfrm xmlns:a="http://schemas.openxmlformats.org/drawingml/2006/main">
            <a:off x="9734550" y="1028700"/>
            <a:ext cx="95" cy="504825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AEB9C5"/>
            </a:solidFill>
            <a:prstDash val="dash"/>
          </a:ln>
        </p:spPr>
      </p:cxnSp>
      <p:cxnSp>
        <p:nvCxnSpPr>
          <p:cNvPr id="328" name="paper-to-full-line"/>
          <p:cNvCxnSpPr/>
          <p:nvPr/>
        </p:nvCxnSpPr>
        <p:spPr>
          <a:xfrm xmlns:a="http://schemas.openxmlformats.org/drawingml/2006/main">
            <a:off x="1257300" y="2476500"/>
            <a:ext cx="26670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578E5"/>
            </a:solidFill>
            <a:prstDash val="solid"/>
          </a:ln>
        </p:spPr>
      </p:cxnSp>
      <p:sp>
        <p:nvSpPr>
          <p:cNvPr id="4" name="paper-to-full-head">
            <a:extLst xmlns:a="http://schemas.openxmlformats.org/drawingml/2006/main">
              <a:ext uri="{FF2B5EF4-FFF2-40B4-BE49-F238E27FC236}">
                <a16:creationId xmlns:a16="http://schemas.microsoft.com/office/drawing/2014/main" id="{F7EADBF0-61DA-4C4A-B31E-8BCB48F4E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2419350"/>
            <a:ext cx="95250" cy="114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3578E5"/>
          </a:solidFill>
          <a:ln xmlns:a="http://schemas.openxmlformats.org/drawingml/2006/main" w="0">
            <a:solidFill>
              <a:srgbClr val="3578E5"/>
            </a:solidFill>
            <a:prstDash val="solid"/>
          </a:ln>
        </p:spPr>
      </p:sp>
      <p:cxnSp>
        <p:nvCxnSpPr>
          <p:cNvPr id="330" name="full-to-reducer-line"/>
          <p:cNvCxnSpPr/>
          <p:nvPr/>
        </p:nvCxnSpPr>
        <p:spPr>
          <a:xfrm xmlns:a="http://schemas.openxmlformats.org/drawingml/2006/main">
            <a:off x="2762250" y="2476500"/>
            <a:ext cx="142875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578E5"/>
            </a:solidFill>
            <a:prstDash val="solid"/>
          </a:ln>
        </p:spPr>
      </p:cxnSp>
      <p:sp>
        <p:nvSpPr>
          <p:cNvPr id="6" name="full-to-reducer-head">
            <a:extLst xmlns:a="http://schemas.openxmlformats.org/drawingml/2006/main">
              <a:ext uri="{FF2B5EF4-FFF2-40B4-BE49-F238E27FC236}">
                <a16:creationId xmlns:a16="http://schemas.microsoft.com/office/drawing/2014/main" id="{F7C8BC2D-BD31-4344-97C7-159EE1763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419350"/>
            <a:ext cx="95250" cy="114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3578E5"/>
          </a:solidFill>
          <a:ln xmlns:a="http://schemas.openxmlformats.org/drawingml/2006/main" w="0">
            <a:solidFill>
              <a:srgbClr val="3578E5"/>
            </a:solidFill>
            <a:prstDash val="solid"/>
          </a:ln>
        </p:spPr>
      </p:sp>
      <p:cxnSp>
        <p:nvCxnSpPr>
          <p:cNvPr id="332" name="reducer-to-candidate-line"/>
          <p:cNvCxnSpPr/>
          <p:nvPr/>
        </p:nvCxnSpPr>
        <p:spPr>
          <a:xfrm xmlns:a="http://schemas.openxmlformats.org/drawingml/2006/main">
            <a:off x="3810000" y="2266950"/>
            <a:ext cx="200025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BFE6"/>
            </a:solidFill>
            <a:prstDash val="solid"/>
          </a:ln>
        </p:spPr>
      </p:cxnSp>
      <p:sp>
        <p:nvSpPr>
          <p:cNvPr id="8" name="reducer-to-candidate-head">
            <a:extLst xmlns:a="http://schemas.openxmlformats.org/drawingml/2006/main">
              <a:ext uri="{FF2B5EF4-FFF2-40B4-BE49-F238E27FC236}">
                <a16:creationId xmlns:a16="http://schemas.microsoft.com/office/drawing/2014/main" id="{A5C7763F-0923-4868-A460-B74ACC1C6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09800"/>
            <a:ext cx="95250" cy="114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55BFE6"/>
          </a:solidFill>
          <a:ln xmlns:a="http://schemas.openxmlformats.org/drawingml/2006/main" w="0">
            <a:solidFill>
              <a:srgbClr val="55BFE6"/>
            </a:solidFill>
            <a:prstDash val="solid"/>
          </a:ln>
        </p:spPr>
      </p:sp>
      <p:cxnSp>
        <p:nvCxnSpPr>
          <p:cNvPr id="334" name="candidate-to-map-line"/>
          <p:cNvCxnSpPr/>
          <p:nvPr/>
        </p:nvCxnSpPr>
        <p:spPr>
          <a:xfrm xmlns:a="http://schemas.openxmlformats.org/drawingml/2006/main">
            <a:off x="5200650" y="2952750"/>
            <a:ext cx="238125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BFE6"/>
            </a:solidFill>
            <a:prstDash val="solid"/>
          </a:ln>
        </p:spPr>
      </p:cxnSp>
      <p:sp>
        <p:nvSpPr>
          <p:cNvPr id="10" name="candidate-to-map-head">
            <a:extLst xmlns:a="http://schemas.openxmlformats.org/drawingml/2006/main">
              <a:ext uri="{FF2B5EF4-FFF2-40B4-BE49-F238E27FC236}">
                <a16:creationId xmlns:a16="http://schemas.microsoft.com/office/drawing/2014/main" id="{4E612E8A-109D-4EF4-B4D5-033C7476E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95600"/>
            <a:ext cx="95250" cy="114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55BFE6"/>
          </a:solidFill>
          <a:ln xmlns:a="http://schemas.openxmlformats.org/drawingml/2006/main" w="0">
            <a:solidFill>
              <a:srgbClr val="55BFE6"/>
            </a:solidFill>
            <a:prstDash val="solid"/>
          </a:ln>
        </p:spPr>
      </p:sp>
      <p:cxnSp>
        <p:nvCxnSpPr>
          <p:cNvPr id="336" name="map-to-freeze-line"/>
          <p:cNvCxnSpPr/>
          <p:nvPr/>
        </p:nvCxnSpPr>
        <p:spPr>
          <a:xfrm xmlns:a="http://schemas.openxmlformats.org/drawingml/2006/main">
            <a:off x="6553200" y="3238500"/>
            <a:ext cx="1905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578E5"/>
            </a:solidFill>
            <a:prstDash val="solid"/>
          </a:ln>
        </p:spPr>
      </p:cxnSp>
      <p:sp>
        <p:nvSpPr>
          <p:cNvPr id="12" name="map-to-freeze-head">
            <a:extLst xmlns:a="http://schemas.openxmlformats.org/drawingml/2006/main">
              <a:ext uri="{FF2B5EF4-FFF2-40B4-BE49-F238E27FC236}">
                <a16:creationId xmlns:a16="http://schemas.microsoft.com/office/drawing/2014/main" id="{26AC577D-88D1-439C-9078-139C03A8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81350"/>
            <a:ext cx="95250" cy="114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3578E5"/>
          </a:solidFill>
          <a:ln xmlns:a="http://schemas.openxmlformats.org/drawingml/2006/main" w="0">
            <a:solidFill>
              <a:srgbClr val="3578E5"/>
            </a:solidFill>
            <a:prstDash val="solid"/>
          </a:ln>
        </p:spPr>
      </p:sp>
      <p:cxnSp>
        <p:nvCxnSpPr>
          <p:cNvPr id="338" name="freeze-to-run-line"/>
          <p:cNvCxnSpPr/>
          <p:nvPr/>
        </p:nvCxnSpPr>
        <p:spPr>
          <a:xfrm xmlns:a="http://schemas.openxmlformats.org/drawingml/2006/main">
            <a:off x="7562850" y="3238500"/>
            <a:ext cx="1905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74A87"/>
            </a:solidFill>
            <a:prstDash val="solid"/>
          </a:ln>
        </p:spPr>
      </p:cxnSp>
      <p:sp>
        <p:nvSpPr>
          <p:cNvPr id="14" name="freeze-to-run-head">
            <a:extLst xmlns:a="http://schemas.openxmlformats.org/drawingml/2006/main">
              <a:ext uri="{FF2B5EF4-FFF2-40B4-BE49-F238E27FC236}">
                <a16:creationId xmlns:a16="http://schemas.microsoft.com/office/drawing/2014/main" id="{0A6CC920-72F9-4BC8-BE93-F448F63C0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181350"/>
            <a:ext cx="95250" cy="114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174A87"/>
          </a:solidFill>
          <a:ln xmlns:a="http://schemas.openxmlformats.org/drawingml/2006/main" w="0">
            <a:solidFill>
              <a:srgbClr val="174A87"/>
            </a:solidFill>
            <a:prstDash val="solid"/>
          </a:ln>
        </p:spPr>
      </p:sp>
      <p:cxnSp>
        <p:nvCxnSpPr>
          <p:cNvPr id="340" name="run-to-verify-line"/>
          <p:cNvCxnSpPr/>
          <p:nvPr/>
        </p:nvCxnSpPr>
        <p:spPr>
          <a:xfrm xmlns:a="http://schemas.openxmlformats.org/drawingml/2006/main">
            <a:off x="8705850" y="3238500"/>
            <a:ext cx="1905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BFE6"/>
            </a:solidFill>
            <a:prstDash val="solid"/>
          </a:ln>
        </p:spPr>
      </p:cxnSp>
      <p:sp>
        <p:nvSpPr>
          <p:cNvPr id="16" name="run-to-verify-head">
            <a:extLst xmlns:a="http://schemas.openxmlformats.org/drawingml/2006/main">
              <a:ext uri="{FF2B5EF4-FFF2-40B4-BE49-F238E27FC236}">
                <a16:creationId xmlns:a16="http://schemas.microsoft.com/office/drawing/2014/main" id="{62D730A7-658F-4E2C-9966-7BDDA50E3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181350"/>
            <a:ext cx="95250" cy="114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55BFE6"/>
          </a:solidFill>
          <a:ln xmlns:a="http://schemas.openxmlformats.org/drawingml/2006/main" w="0">
            <a:solidFill>
              <a:srgbClr val="55BFE6"/>
            </a:solidFill>
            <a:prstDash val="solid"/>
          </a:ln>
        </p:spPr>
      </p:sp>
      <p:cxnSp>
        <p:nvCxnSpPr>
          <p:cNvPr id="342" name="verify-to-decision-a"/>
          <p:cNvCxnSpPr/>
          <p:nvPr/>
        </p:nvCxnSpPr>
        <p:spPr>
          <a:xfrm xmlns:a="http://schemas.openxmlformats.org/drawingml/2006/main">
            <a:off x="9582150" y="3143250"/>
            <a:ext cx="19050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7212B"/>
            </a:solidFill>
            <a:prstDash val="solid"/>
          </a:ln>
        </p:spPr>
      </p:cxnSp>
      <p:cxnSp>
        <p:nvCxnSpPr>
          <p:cNvPr id="343" name="verify-to-decision-b"/>
          <p:cNvCxnSpPr/>
          <p:nvPr/>
        </p:nvCxnSpPr>
        <p:spPr>
          <a:xfrm xmlns:a="http://schemas.openxmlformats.org/drawingml/2006/main">
            <a:off x="9772650" y="1657350"/>
            <a:ext cx="95" cy="1485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7212B"/>
            </a:solidFill>
            <a:prstDash val="solid"/>
          </a:ln>
        </p:spPr>
      </p:cxnSp>
      <p:cxnSp>
        <p:nvCxnSpPr>
          <p:cNvPr id="344" name="verify-to-decision-c-line"/>
          <p:cNvCxnSpPr/>
          <p:nvPr/>
        </p:nvCxnSpPr>
        <p:spPr>
          <a:xfrm xmlns:a="http://schemas.openxmlformats.org/drawingml/2006/main">
            <a:off x="9772650" y="1657350"/>
            <a:ext cx="28575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7212B"/>
            </a:solidFill>
            <a:prstDash val="solid"/>
          </a:ln>
        </p:spPr>
      </p:cxnSp>
      <p:sp>
        <p:nvSpPr>
          <p:cNvPr id="20" name="verify-to-decision-c-head">
            <a:extLst xmlns:a="http://schemas.openxmlformats.org/drawingml/2006/main">
              <a:ext uri="{FF2B5EF4-FFF2-40B4-BE49-F238E27FC236}">
                <a16:creationId xmlns:a16="http://schemas.microsoft.com/office/drawing/2014/main" id="{B3349BC9-5FAE-4457-B0D2-245A91ED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600200"/>
            <a:ext cx="95250" cy="114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0">
            <a:solidFill>
              <a:srgbClr val="17212B"/>
            </a:solidFill>
            <a:prstDash val="solid"/>
          </a:ln>
        </p:spPr>
      </p:sp>
      <p:cxnSp>
        <p:nvCxnSpPr>
          <p:cNvPr id="346" name="verify-to-evidence-a"/>
          <p:cNvCxnSpPr/>
          <p:nvPr/>
        </p:nvCxnSpPr>
        <p:spPr>
          <a:xfrm xmlns:a="http://schemas.openxmlformats.org/drawingml/2006/main">
            <a:off x="9582150" y="3981450"/>
            <a:ext cx="1143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174A87"/>
            </a:solidFill>
            <a:prstDash val="solid"/>
          </a:ln>
        </p:spPr>
      </p:cxnSp>
      <p:cxnSp>
        <p:nvCxnSpPr>
          <p:cNvPr id="347" name="verify-to-evidence-b"/>
          <p:cNvCxnSpPr/>
          <p:nvPr/>
        </p:nvCxnSpPr>
        <p:spPr>
          <a:xfrm xmlns:a="http://schemas.openxmlformats.org/drawingml/2006/main">
            <a:off x="9696450" y="3981450"/>
            <a:ext cx="95" cy="110490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174A87"/>
            </a:solidFill>
            <a:prstDash val="solid"/>
          </a:ln>
        </p:spPr>
      </p:cxnSp>
      <p:cxnSp>
        <p:nvCxnSpPr>
          <p:cNvPr id="348" name="verify-to-evidence-c-line"/>
          <p:cNvCxnSpPr/>
          <p:nvPr/>
        </p:nvCxnSpPr>
        <p:spPr>
          <a:xfrm xmlns:a="http://schemas.openxmlformats.org/drawingml/2006/main">
            <a:off x="9696450" y="5086350"/>
            <a:ext cx="47625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174A87"/>
            </a:solidFill>
            <a:prstDash val="solid"/>
          </a:ln>
        </p:spPr>
      </p:cxnSp>
      <p:sp>
        <p:nvSpPr>
          <p:cNvPr id="24" name="verify-to-evidence-c-head">
            <a:extLst xmlns:a="http://schemas.openxmlformats.org/drawingml/2006/main">
              <a:ext uri="{FF2B5EF4-FFF2-40B4-BE49-F238E27FC236}">
                <a16:creationId xmlns:a16="http://schemas.microsoft.com/office/drawing/2014/main" id="{AE5380A9-C398-427A-8C2E-837773F2D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029200"/>
            <a:ext cx="95250" cy="114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174A87"/>
          </a:solidFill>
          <a:ln xmlns:a="http://schemas.openxmlformats.org/drawingml/2006/main" w="0">
            <a:solidFill>
              <a:srgbClr val="174A87"/>
            </a:solidFill>
            <a:prstDash val="solid"/>
          </a:ln>
        </p:spPr>
      </p:sp>
      <p:cxnSp>
        <p:nvCxnSpPr>
          <p:cNvPr id="350" name="package-to-freeze-a"/>
          <p:cNvCxnSpPr/>
          <p:nvPr/>
        </p:nvCxnSpPr>
        <p:spPr>
          <a:xfrm xmlns:a="http://schemas.openxmlformats.org/drawingml/2006/main">
            <a:off x="5181600" y="4933950"/>
            <a:ext cx="1914525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174A87"/>
            </a:solidFill>
            <a:prstDash val="dash"/>
          </a:ln>
        </p:spPr>
      </p:cxnSp>
      <p:cxnSp>
        <p:nvCxnSpPr>
          <p:cNvPr id="351" name="package-to-freeze-b-line"/>
          <p:cNvCxnSpPr/>
          <p:nvPr/>
        </p:nvCxnSpPr>
        <p:spPr>
          <a:xfrm xmlns:a="http://schemas.openxmlformats.org/drawingml/2006/main">
            <a:off x="7096125" y="4800600"/>
            <a:ext cx="95" cy="13335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174A87"/>
            </a:solidFill>
            <a:prstDash val="dash"/>
          </a:ln>
        </p:spPr>
      </p:cxnSp>
      <p:sp>
        <p:nvSpPr>
          <p:cNvPr id="27" name="package-to-freeze-b-head">
            <a:extLst xmlns:a="http://schemas.openxmlformats.org/drawingml/2006/main">
              <a:ext uri="{FF2B5EF4-FFF2-40B4-BE49-F238E27FC236}">
                <a16:creationId xmlns:a16="http://schemas.microsoft.com/office/drawing/2014/main" id="{A52827B6-486B-4EE0-98F9-A736345F9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705350"/>
            <a:ext cx="11430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74A87"/>
          </a:solidFill>
          <a:ln xmlns:a="http://schemas.openxmlformats.org/drawingml/2006/main" w="0">
            <a:solidFill>
              <a:srgbClr val="174A87"/>
            </a:solidFill>
            <a:prstDash val="solid"/>
          </a:ln>
        </p:spPr>
      </p:sp>
      <p:cxnSp>
        <p:nvCxnSpPr>
          <p:cNvPr id="353" name="upstream-rule"/>
          <p:cNvCxnSpPr/>
          <p:nvPr/>
        </p:nvCxnSpPr>
        <p:spPr>
          <a:xfrm xmlns:a="http://schemas.openxmlformats.org/drawingml/2006/main">
            <a:off x="400050" y="1200150"/>
            <a:ext cx="481965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578E5"/>
            </a:solidFill>
            <a:prstDash val="solid"/>
          </a:ln>
        </p:spPr>
      </p:cxnSp>
      <p:cxnSp>
        <p:nvCxnSpPr>
          <p:cNvPr id="354" name="protocol-rule"/>
          <p:cNvCxnSpPr/>
          <p:nvPr/>
        </p:nvCxnSpPr>
        <p:spPr>
          <a:xfrm xmlns:a="http://schemas.openxmlformats.org/drawingml/2006/main">
            <a:off x="5600700" y="1200150"/>
            <a:ext cx="3981450" cy="9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578E5"/>
            </a:solidFill>
            <a:prstDash val="solid"/>
          </a:ln>
        </p:spPr>
      </p:cxnSp>
      <p:cxnSp>
        <p:nvCxnSpPr>
          <p:cNvPr id="355" name="outputs-rule"/>
          <p:cNvCxnSpPr/>
          <p:nvPr/>
        </p:nvCxnSpPr>
        <p:spPr>
          <a:xfrm xmlns:a="http://schemas.openxmlformats.org/drawingml/2006/main">
            <a:off x="9848850" y="1200150"/>
            <a:ext cx="188595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7212B"/>
            </a:solidFill>
            <a:prstDash val="solid"/>
          </a:ln>
        </p:spPr>
      </p:cxnSp>
      <p:sp>
        <p:nvSpPr>
          <p:cNvPr id="33" name="upstream-zone-title">
            <a:extLst xmlns:a="http://schemas.openxmlformats.org/drawingml/2006/main">
              <a:ext uri="{FF2B5EF4-FFF2-40B4-BE49-F238E27FC236}">
                <a16:creationId xmlns:a16="http://schemas.microsoft.com/office/drawing/2014/main" id="{C11028B9-9816-43B1-94D4-5183D7D4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14400"/>
            <a:ext cx="4819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578E5"/>
                </a:solidFill>
                <a:latin typeface="Arial"/>
                <a:ea typeface="Arial"/>
                <a:cs typeface="Arial"/>
              </a:defRPr>
            </a:pPr>
            <a:r>
              <a:t>UPSTREAM PREPARATION</a:t>
            </a:r>
          </a:p>
        </p:txBody>
      </p:sp>
      <p:sp>
        <p:nvSpPr>
          <p:cNvPr id="34" name="protocol-zone-title">
            <a:extLst xmlns:a="http://schemas.openxmlformats.org/drawingml/2006/main">
              <a:ext uri="{FF2B5EF4-FFF2-40B4-BE49-F238E27FC236}">
                <a16:creationId xmlns:a16="http://schemas.microsoft.com/office/drawing/2014/main" id="{587FED33-8A8B-4D9B-B67D-2D50A0D6D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914400"/>
            <a:ext cx="3981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578E5"/>
                </a:solidFill>
                <a:latin typeface="Arial"/>
                <a:ea typeface="Arial"/>
                <a:cs typeface="Arial"/>
              </a:defRPr>
            </a:pPr>
            <a:r>
              <a:t>SKILLAUDIT PROTOCOL</a:t>
            </a:r>
          </a:p>
        </p:txBody>
      </p:sp>
      <p:sp>
        <p:nvSpPr>
          <p:cNvPr id="35" name="outputs-zone-title">
            <a:extLst xmlns:a="http://schemas.openxmlformats.org/drawingml/2006/main">
              <a:ext uri="{FF2B5EF4-FFF2-40B4-BE49-F238E27FC236}">
                <a16:creationId xmlns:a16="http://schemas.microsoft.com/office/drawing/2014/main" id="{7457A34E-577F-4008-87A0-51FBF0C1B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914400"/>
            <a:ext cx="18859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t>OUTPUTS</a:t>
            </a:r>
          </a:p>
        </p:txBody>
      </p:sp>
      <p:sp>
        <p:nvSpPr>
          <p:cNvPr id="36" name="source-kicker">
            <a:extLst xmlns:a="http://schemas.openxmlformats.org/drawingml/2006/main">
              <a:ext uri="{FF2B5EF4-FFF2-40B4-BE49-F238E27FC236}">
                <a16:creationId xmlns:a16="http://schemas.microsoft.com/office/drawing/2014/main" id="{79985BCE-9D13-450E-9F04-C2BFD10F2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857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3578E5"/>
                </a:solidFill>
                <a:latin typeface="Arial"/>
                <a:ea typeface="Arial"/>
                <a:cs typeface="Arial"/>
              </a:defRPr>
            </a:pPr>
            <a:r>
              <a:t>SOURCE</a:t>
            </a:r>
          </a:p>
        </p:txBody>
      </p:sp>
      <p:sp>
        <p:nvSpPr>
          <p:cNvPr id="37" name="paper-shadow">
            <a:extLst xmlns:a="http://schemas.openxmlformats.org/drawingml/2006/main">
              <a:ext uri="{FF2B5EF4-FFF2-40B4-BE49-F238E27FC236}">
                <a16:creationId xmlns:a16="http://schemas.microsoft.com/office/drawing/2014/main" id="{FC9C42F2-F046-4F06-9CA5-ACD8C2BA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2028825"/>
            <a:ext cx="685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9C5"/>
            </a:solidFill>
            <a:prstDash val="solid"/>
          </a:ln>
        </p:spPr>
      </p:sp>
      <p:sp>
        <p:nvSpPr>
          <p:cNvPr id="38" name="paper-page">
            <a:extLst xmlns:a="http://schemas.openxmlformats.org/drawingml/2006/main">
              <a:ext uri="{FF2B5EF4-FFF2-40B4-BE49-F238E27FC236}">
                <a16:creationId xmlns:a16="http://schemas.microsoft.com/office/drawing/2014/main" id="{0831A7FE-203B-486F-BF80-C9E7CD018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095500"/>
            <a:ext cx="685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7212B"/>
            </a:solidFill>
            <a:prstDash val="solid"/>
          </a:ln>
        </p:spPr>
      </p:sp>
      <p:sp>
        <p:nvSpPr>
          <p:cNvPr id="39" name="paper-bar-0">
            <a:extLst xmlns:a="http://schemas.openxmlformats.org/drawingml/2006/main">
              <a:ext uri="{FF2B5EF4-FFF2-40B4-BE49-F238E27FC236}">
                <a16:creationId xmlns:a16="http://schemas.microsoft.com/office/drawing/2014/main" id="{2C5B5952-02A9-4E33-99A5-3732020A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286000"/>
            <a:ext cx="452628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paper-bar-1">
            <a:extLst xmlns:a="http://schemas.openxmlformats.org/drawingml/2006/main">
              <a:ext uri="{FF2B5EF4-FFF2-40B4-BE49-F238E27FC236}">
                <a16:creationId xmlns:a16="http://schemas.microsoft.com/office/drawing/2014/main" id="{16908531-2B46-4471-85FD-232E97CDC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428875"/>
            <a:ext cx="452628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paper-bar-2">
            <a:extLst xmlns:a="http://schemas.openxmlformats.org/drawingml/2006/main">
              <a:ext uri="{FF2B5EF4-FFF2-40B4-BE49-F238E27FC236}">
                <a16:creationId xmlns:a16="http://schemas.microsoft.com/office/drawing/2014/main" id="{032EB028-D856-40EB-8033-2EF2963B0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571750"/>
            <a:ext cx="452628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paper-bar-3">
            <a:extLst xmlns:a="http://schemas.openxmlformats.org/drawingml/2006/main">
              <a:ext uri="{FF2B5EF4-FFF2-40B4-BE49-F238E27FC236}">
                <a16:creationId xmlns:a16="http://schemas.microsoft.com/office/drawing/2014/main" id="{D3EC2DFE-FFC8-4B22-BC45-3C739D0ED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714625"/>
            <a:ext cx="315468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paper-label">
            <a:extLst xmlns:a="http://schemas.openxmlformats.org/drawingml/2006/main">
              <a:ext uri="{FF2B5EF4-FFF2-40B4-BE49-F238E27FC236}">
                <a16:creationId xmlns:a16="http://schemas.microsoft.com/office/drawing/2014/main" id="{2D58B669-00CF-480D-8235-17782778B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048000"/>
            <a:ext cx="95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t>Paper  P</a:t>
            </a:r>
          </a:p>
        </p:txBody>
      </p:sp>
      <p:sp>
        <p:nvSpPr>
          <p:cNvPr id="44" name="paper-note">
            <a:extLst xmlns:a="http://schemas.openxmlformats.org/drawingml/2006/main">
              <a:ext uri="{FF2B5EF4-FFF2-40B4-BE49-F238E27FC236}">
                <a16:creationId xmlns:a16="http://schemas.microsoft.com/office/drawing/2014/main" id="{2F0EC656-9D2F-46CD-985F-2E679CFA3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333750"/>
            <a:ext cx="990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9461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method description</a:t>
            </a:r>
          </a:p>
        </p:txBody>
      </p:sp>
      <p:sp>
        <p:nvSpPr>
          <p:cNvPr id="45" name="full-kicker">
            <a:extLst xmlns:a="http://schemas.openxmlformats.org/drawingml/2006/main">
              <a:ext uri="{FF2B5EF4-FFF2-40B4-BE49-F238E27FC236}">
                <a16:creationId xmlns:a16="http://schemas.microsoft.com/office/drawing/2014/main" id="{DB79FB28-DF78-4540-889D-953418C4E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1466850"/>
            <a:ext cx="12001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3578E5"/>
                </a:solidFill>
                <a:latin typeface="Arial"/>
                <a:ea typeface="Arial"/>
                <a:cs typeface="Arial"/>
              </a:defRPr>
            </a:pPr>
            <a:r>
              <a:t>FULL</a:t>
            </a:r>
          </a:p>
        </p:txBody>
      </p:sp>
      <p:sp>
        <p:nvSpPr>
          <p:cNvPr id="46" name="full-shadow">
            <a:extLst xmlns:a="http://schemas.openxmlformats.org/drawingml/2006/main">
              <a:ext uri="{FF2B5EF4-FFF2-40B4-BE49-F238E27FC236}">
                <a16:creationId xmlns:a16="http://schemas.microsoft.com/office/drawing/2014/main" id="{E141CFE8-57BF-41DE-AACE-B354FBBB9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1685925"/>
            <a:ext cx="8001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9C5"/>
            </a:solidFill>
            <a:prstDash val="solid"/>
          </a:ln>
        </p:spPr>
      </p:sp>
      <p:sp>
        <p:nvSpPr>
          <p:cNvPr id="47" name="full-page">
            <a:extLst xmlns:a="http://schemas.openxmlformats.org/drawingml/2006/main">
              <a:ext uri="{FF2B5EF4-FFF2-40B4-BE49-F238E27FC236}">
                <a16:creationId xmlns:a16="http://schemas.microsoft.com/office/drawing/2014/main" id="{02C4076E-4D39-4D0C-A140-C2F49CF69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752600"/>
            <a:ext cx="8001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19050">
            <a:solidFill>
              <a:srgbClr val="3578E5"/>
            </a:solidFill>
            <a:prstDash val="solid"/>
          </a:ln>
        </p:spPr>
      </p:sp>
      <p:sp>
        <p:nvSpPr>
          <p:cNvPr id="48" name="full-bar-0">
            <a:extLst xmlns:a="http://schemas.openxmlformats.org/drawingml/2006/main">
              <a:ext uri="{FF2B5EF4-FFF2-40B4-BE49-F238E27FC236}">
                <a16:creationId xmlns:a16="http://schemas.microsoft.com/office/drawing/2014/main" id="{664F32F3-0D43-474D-B09C-630663F9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943100"/>
            <a:ext cx="528066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7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full-bar-1">
            <a:extLst xmlns:a="http://schemas.openxmlformats.org/drawingml/2006/main">
              <a:ext uri="{FF2B5EF4-FFF2-40B4-BE49-F238E27FC236}">
                <a16:creationId xmlns:a16="http://schemas.microsoft.com/office/drawing/2014/main" id="{C1C0C8C0-61CF-4974-91D7-CB3E22B32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085975"/>
            <a:ext cx="528066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7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full-bar-2">
            <a:extLst xmlns:a="http://schemas.openxmlformats.org/drawingml/2006/main">
              <a:ext uri="{FF2B5EF4-FFF2-40B4-BE49-F238E27FC236}">
                <a16:creationId xmlns:a16="http://schemas.microsoft.com/office/drawing/2014/main" id="{A5A2A4CE-0A90-4CA7-9E89-570ED31CD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228850"/>
            <a:ext cx="528066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7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full-bar-3">
            <a:extLst xmlns:a="http://schemas.openxmlformats.org/drawingml/2006/main">
              <a:ext uri="{FF2B5EF4-FFF2-40B4-BE49-F238E27FC236}">
                <a16:creationId xmlns:a16="http://schemas.microsoft.com/office/drawing/2014/main" id="{714F61B8-3A70-4BAF-A284-BBCEB135D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371725"/>
            <a:ext cx="528066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7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full-bar-4">
            <a:extLst xmlns:a="http://schemas.openxmlformats.org/drawingml/2006/main">
              <a:ext uri="{FF2B5EF4-FFF2-40B4-BE49-F238E27FC236}">
                <a16:creationId xmlns:a16="http://schemas.microsoft.com/office/drawing/2014/main" id="{BB17B187-6392-4296-85D4-4D632CD6F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514600"/>
            <a:ext cx="368046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7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full-label">
            <a:extLst xmlns:a="http://schemas.openxmlformats.org/drawingml/2006/main">
              <a:ext uri="{FF2B5EF4-FFF2-40B4-BE49-F238E27FC236}">
                <a16:creationId xmlns:a16="http://schemas.microsoft.com/office/drawing/2014/main" id="{A6780A69-08EB-4CCA-97DF-60B897FC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743200"/>
            <a:ext cx="1390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t>F = R(A)</a:t>
            </a:r>
          </a:p>
        </p:txBody>
      </p:sp>
      <p:cxnSp>
        <p:nvCxnSpPr>
          <p:cNvPr id="377" name="full-atoms-edge-a"/>
          <p:cNvCxnSpPr/>
          <p:nvPr/>
        </p:nvCxnSpPr>
        <p:spPr>
          <a:xfrm xmlns:a="http://schemas.openxmlformats.org/drawingml/2006/main">
            <a:off x="1809750" y="2476500"/>
            <a:ext cx="13335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EB9C5"/>
            </a:solidFill>
            <a:prstDash val="solid"/>
          </a:ln>
        </p:spPr>
      </p:cxnSp>
      <p:cxnSp>
        <p:nvCxnSpPr>
          <p:cNvPr id="378" name="full-atoms-edge-b"/>
          <p:cNvCxnSpPr/>
          <p:nvPr/>
        </p:nvCxnSpPr>
        <p:spPr>
          <a:xfrm xmlns:a="http://schemas.openxmlformats.org/drawingml/2006/main">
            <a:off x="2133600" y="2476500"/>
            <a:ext cx="43815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EB9C5"/>
            </a:solidFill>
            <a:prstDash val="solid"/>
          </a:ln>
        </p:spPr>
      </p:cxnSp>
      <p:sp>
        <p:nvSpPr>
          <p:cNvPr id="56" name="full-atoms-a">
            <a:extLst xmlns:a="http://schemas.openxmlformats.org/drawingml/2006/main">
              <a:ext uri="{FF2B5EF4-FFF2-40B4-BE49-F238E27FC236}">
                <a16:creationId xmlns:a16="http://schemas.microsoft.com/office/drawing/2014/main" id="{85C01F92-F531-4944-A454-18F3D8BE9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381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7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full-atoms-b">
            <a:extLst xmlns:a="http://schemas.openxmlformats.org/drawingml/2006/main">
              <a:ext uri="{FF2B5EF4-FFF2-40B4-BE49-F238E27FC236}">
                <a16:creationId xmlns:a16="http://schemas.microsoft.com/office/drawing/2014/main" id="{01616A9B-1C84-48B5-8E98-D420DCAC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381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7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full-atoms-b-label">
            <a:extLst xmlns:a="http://schemas.openxmlformats.org/drawingml/2006/main">
              <a:ext uri="{FF2B5EF4-FFF2-40B4-BE49-F238E27FC236}">
                <a16:creationId xmlns:a16="http://schemas.microsoft.com/office/drawing/2014/main" id="{20D8DB8A-FC7A-4851-9B80-A1E8DB5E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381250"/>
            <a:ext cx="190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D85B62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59" name="full-atoms-ellipsis">
            <a:extLst xmlns:a="http://schemas.openxmlformats.org/drawingml/2006/main">
              <a:ext uri="{FF2B5EF4-FFF2-40B4-BE49-F238E27FC236}">
                <a16:creationId xmlns:a16="http://schemas.microsoft.com/office/drawing/2014/main" id="{E7CDFD64-2E3E-4EF1-B894-955F9B15D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362200"/>
            <a:ext cx="209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...</a:t>
            </a:r>
          </a:p>
        </p:txBody>
      </p:sp>
      <p:sp>
        <p:nvSpPr>
          <p:cNvPr id="60" name="full-atoms-c">
            <a:extLst xmlns:a="http://schemas.openxmlformats.org/drawingml/2006/main">
              <a:ext uri="{FF2B5EF4-FFF2-40B4-BE49-F238E27FC236}">
                <a16:creationId xmlns:a16="http://schemas.microsoft.com/office/drawing/2014/main" id="{5350D28E-65D2-4E8C-8369-99E3A0E36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381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7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full-atoms-label">
            <a:extLst xmlns:a="http://schemas.openxmlformats.org/drawingml/2006/main">
              <a:ext uri="{FF2B5EF4-FFF2-40B4-BE49-F238E27FC236}">
                <a16:creationId xmlns:a16="http://schemas.microsoft.com/office/drawing/2014/main" id="{91280CAD-91E3-49A5-AC67-BAB50033A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647950"/>
            <a:ext cx="1619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A,  G=(A,E)</a:t>
            </a:r>
          </a:p>
        </p:txBody>
      </p:sp>
      <p:sp>
        <p:nvSpPr>
          <p:cNvPr id="62" name="reducer">
            <a:extLst xmlns:a="http://schemas.openxmlformats.org/drawingml/2006/main">
              <a:ext uri="{FF2B5EF4-FFF2-40B4-BE49-F238E27FC236}">
                <a16:creationId xmlns:a16="http://schemas.microsoft.com/office/drawing/2014/main" id="{9EAA1269-3229-427A-AADD-8E884CBC9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952625"/>
            <a:ext cx="819150" cy="1952625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AEB9C5"/>
            </a:solidFill>
            <a:prstDash val="solid"/>
          </a:ln>
        </p:spPr>
      </p:sp>
      <p:sp>
        <p:nvSpPr>
          <p:cNvPr id="63" name="reducer-core">
            <a:extLst xmlns:a="http://schemas.openxmlformats.org/drawingml/2006/main">
              <a:ext uri="{FF2B5EF4-FFF2-40B4-BE49-F238E27FC236}">
                <a16:creationId xmlns:a16="http://schemas.microsoft.com/office/drawing/2014/main" id="{C0761612-4949-48EE-BFC2-40B5060B9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1145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7212B"/>
            </a:solidFill>
            <a:prstDash val="solid"/>
          </a:ln>
        </p:spPr>
      </p:sp>
      <p:sp>
        <p:nvSpPr>
          <p:cNvPr id="64" name="reducer-minus">
            <a:extLst xmlns:a="http://schemas.openxmlformats.org/drawingml/2006/main">
              <a:ext uri="{FF2B5EF4-FFF2-40B4-BE49-F238E27FC236}">
                <a16:creationId xmlns:a16="http://schemas.microsoft.com/office/drawing/2014/main" id="{0E9BB21A-AE1A-47DD-9013-84F7DF2B9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085975"/>
            <a:ext cx="361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t>R</a:t>
            </a:r>
          </a:p>
        </p:txBody>
      </p:sp>
      <p:sp>
        <p:nvSpPr>
          <p:cNvPr id="65" name="reducer-label">
            <a:extLst xmlns:a="http://schemas.openxmlformats.org/drawingml/2006/main">
              <a:ext uri="{FF2B5EF4-FFF2-40B4-BE49-F238E27FC236}">
                <a16:creationId xmlns:a16="http://schemas.microsoft.com/office/drawing/2014/main" id="{2DCB4BFD-9E1B-4084-AD3C-BBC1722F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2571750"/>
            <a:ext cx="685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t>Renderer</a:t>
            </a:r>
          </a:p>
        </p:txBody>
      </p:sp>
      <p:sp>
        <p:nvSpPr>
          <p:cNvPr id="66" name="reducer-note">
            <a:extLst xmlns:a="http://schemas.openxmlformats.org/drawingml/2006/main">
              <a:ext uri="{FF2B5EF4-FFF2-40B4-BE49-F238E27FC236}">
                <a16:creationId xmlns:a16="http://schemas.microsoft.com/office/drawing/2014/main" id="{2BB0AD21-92FE-4402-A185-2ED1C8ED5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3457575"/>
            <a:ext cx="6858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same fixed</a:t>
            </a:r>
          </a:p>
          <a:p xmlns:a="http://schemas.openxmlformats.org/drawingml/2006/main">
            <a:pPr algn="ctr">
              <a:buNone/>
              <a:defRPr sz="975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renderer</a:t>
            </a:r>
          </a:p>
        </p:txBody>
      </p:sp>
      <p:sp>
        <p:nvSpPr>
          <p:cNvPr id="67" name="candidate-kicker">
            <a:extLst xmlns:a="http://schemas.openxmlformats.org/drawingml/2006/main">
              <a:ext uri="{FF2B5EF4-FFF2-40B4-BE49-F238E27FC236}">
                <a16:creationId xmlns:a16="http://schemas.microsoft.com/office/drawing/2014/main" id="{37B5A7BF-3BA6-4C28-8CDF-2C4C9B0CF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90850"/>
            <a:ext cx="12001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5BFE6"/>
                </a:solidFill>
                <a:latin typeface="Arial"/>
                <a:ea typeface="Arial"/>
                <a:cs typeface="Arial"/>
              </a:defRPr>
            </a:pPr>
            <a:r>
              <a:t>SIMPLIFIED</a:t>
            </a:r>
          </a:p>
        </p:txBody>
      </p:sp>
      <p:sp>
        <p:nvSpPr>
          <p:cNvPr id="68" name="candidate-shadow">
            <a:extLst xmlns:a="http://schemas.openxmlformats.org/drawingml/2006/main">
              <a:ext uri="{FF2B5EF4-FFF2-40B4-BE49-F238E27FC236}">
                <a16:creationId xmlns:a16="http://schemas.microsoft.com/office/drawing/2014/main" id="{21D59555-ECD9-4437-846D-DBF6837F0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095625"/>
            <a:ext cx="8001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9C5"/>
            </a:solidFill>
            <a:prstDash val="solid"/>
          </a:ln>
        </p:spPr>
      </p:sp>
      <p:sp>
        <p:nvSpPr>
          <p:cNvPr id="69" name="candidate-page">
            <a:extLst xmlns:a="http://schemas.openxmlformats.org/drawingml/2006/main">
              <a:ext uri="{FF2B5EF4-FFF2-40B4-BE49-F238E27FC236}">
                <a16:creationId xmlns:a16="http://schemas.microsoft.com/office/drawing/2014/main" id="{C12C4473-AA36-4878-9CB1-BCF044DC6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162300"/>
            <a:ext cx="8001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8FD"/>
          </a:solidFill>
          <a:ln xmlns:a="http://schemas.openxmlformats.org/drawingml/2006/main" w="19050">
            <a:solidFill>
              <a:srgbClr val="55BFE6"/>
            </a:solidFill>
            <a:prstDash val="solid"/>
          </a:ln>
        </p:spPr>
      </p:sp>
      <p:sp>
        <p:nvSpPr>
          <p:cNvPr id="70" name="candidate-bar-0">
            <a:extLst xmlns:a="http://schemas.openxmlformats.org/drawingml/2006/main">
              <a:ext uri="{FF2B5EF4-FFF2-40B4-BE49-F238E27FC236}">
                <a16:creationId xmlns:a16="http://schemas.microsoft.com/office/drawing/2014/main" id="{702DF694-33EA-40E3-B917-8C11CB61D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352800"/>
            <a:ext cx="528066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BF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candidate-bar-1">
            <a:extLst xmlns:a="http://schemas.openxmlformats.org/drawingml/2006/main">
              <a:ext uri="{FF2B5EF4-FFF2-40B4-BE49-F238E27FC236}">
                <a16:creationId xmlns:a16="http://schemas.microsoft.com/office/drawing/2014/main" id="{4EB4DCF4-08D1-4E03-8B41-8DDBCF053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495675"/>
            <a:ext cx="528066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BF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candidate-bar-2">
            <a:extLst xmlns:a="http://schemas.openxmlformats.org/drawingml/2006/main">
              <a:ext uri="{FF2B5EF4-FFF2-40B4-BE49-F238E27FC236}">
                <a16:creationId xmlns:a16="http://schemas.microsoft.com/office/drawing/2014/main" id="{6901EF75-5EA5-492E-A9C5-7209B0E7F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638550"/>
            <a:ext cx="368046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BF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candidate-label">
            <a:extLst xmlns:a="http://schemas.openxmlformats.org/drawingml/2006/main">
              <a:ext uri="{FF2B5EF4-FFF2-40B4-BE49-F238E27FC236}">
                <a16:creationId xmlns:a16="http://schemas.microsoft.com/office/drawing/2014/main" id="{133712F1-3357-4558-A916-7BA15F76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229100"/>
            <a:ext cx="1390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t>S = R(A_S)</a:t>
            </a:r>
          </a:p>
        </p:txBody>
      </p:sp>
      <p:cxnSp>
        <p:nvCxnSpPr>
          <p:cNvPr id="397" name="candidate-atoms-edge-a"/>
          <p:cNvCxnSpPr/>
          <p:nvPr/>
        </p:nvCxnSpPr>
        <p:spPr>
          <a:xfrm xmlns:a="http://schemas.openxmlformats.org/drawingml/2006/main">
            <a:off x="1809750" y="3619500"/>
            <a:ext cx="13335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EB9C5"/>
            </a:solidFill>
            <a:prstDash val="solid"/>
          </a:ln>
        </p:spPr>
      </p:cxnSp>
      <p:cxnSp>
        <p:nvCxnSpPr>
          <p:cNvPr id="398" name="candidate-atoms-edge-b"/>
          <p:cNvCxnSpPr/>
          <p:nvPr/>
        </p:nvCxnSpPr>
        <p:spPr>
          <a:xfrm xmlns:a="http://schemas.openxmlformats.org/drawingml/2006/main">
            <a:off x="2133600" y="3619500"/>
            <a:ext cx="43815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EB9C5"/>
            </a:solidFill>
            <a:prstDash val="solid"/>
          </a:ln>
        </p:spPr>
      </p:cxnSp>
      <p:sp>
        <p:nvSpPr>
          <p:cNvPr id="76" name="candidate-atoms-a">
            <a:extLst xmlns:a="http://schemas.openxmlformats.org/drawingml/2006/main">
              <a:ext uri="{FF2B5EF4-FFF2-40B4-BE49-F238E27FC236}">
                <a16:creationId xmlns:a16="http://schemas.microsoft.com/office/drawing/2014/main" id="{ED27C365-CA90-4EEB-86F2-7EA75D7FA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524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BF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candidate-atoms-b">
            <a:extLst xmlns:a="http://schemas.openxmlformats.org/drawingml/2006/main">
              <a:ext uri="{FF2B5EF4-FFF2-40B4-BE49-F238E27FC236}">
                <a16:creationId xmlns:a16="http://schemas.microsoft.com/office/drawing/2014/main" id="{864C9C4F-A447-4EBD-98FE-2534ADF9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524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5B62"/>
            </a:solidFill>
            <a:prstDash val="solid"/>
          </a:ln>
        </p:spPr>
      </p:sp>
      <p:sp>
        <p:nvSpPr>
          <p:cNvPr id="78" name="candidate-atoms-b-label">
            <a:extLst xmlns:a="http://schemas.openxmlformats.org/drawingml/2006/main">
              <a:ext uri="{FF2B5EF4-FFF2-40B4-BE49-F238E27FC236}">
                <a16:creationId xmlns:a16="http://schemas.microsoft.com/office/drawing/2014/main" id="{5281C539-45C2-49C5-AA87-83AC4CD24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524250"/>
            <a:ext cx="190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D85B62"/>
                </a:solidFill>
                <a:latin typeface="Arial"/>
                <a:ea typeface="Arial"/>
                <a:cs typeface="Arial"/>
              </a:defRPr>
            </a:pPr>
            <a:r>
              <a:t>x</a:t>
            </a:r>
          </a:p>
        </p:txBody>
      </p:sp>
      <p:sp>
        <p:nvSpPr>
          <p:cNvPr id="79" name="candidate-atoms-ellipsis">
            <a:extLst xmlns:a="http://schemas.openxmlformats.org/drawingml/2006/main">
              <a:ext uri="{FF2B5EF4-FFF2-40B4-BE49-F238E27FC236}">
                <a16:creationId xmlns:a16="http://schemas.microsoft.com/office/drawing/2014/main" id="{8C0A6554-2924-4C67-AA73-E6D76A64E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505200"/>
            <a:ext cx="209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...</a:t>
            </a:r>
          </a:p>
        </p:txBody>
      </p:sp>
      <p:sp>
        <p:nvSpPr>
          <p:cNvPr id="80" name="candidate-atoms-c">
            <a:extLst xmlns:a="http://schemas.openxmlformats.org/drawingml/2006/main">
              <a:ext uri="{FF2B5EF4-FFF2-40B4-BE49-F238E27FC236}">
                <a16:creationId xmlns:a16="http://schemas.microsoft.com/office/drawing/2014/main" id="{79D1FBD1-A7E3-4500-836E-DD48A0B44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524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BF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candidate-note">
            <a:extLst xmlns:a="http://schemas.openxmlformats.org/drawingml/2006/main">
              <a:ext uri="{FF2B5EF4-FFF2-40B4-BE49-F238E27FC236}">
                <a16:creationId xmlns:a16="http://schemas.microsoft.com/office/drawing/2014/main" id="{45C72FBC-63C8-4B0D-B422-2CAAFFB5B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790950"/>
            <a:ext cx="1666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A_S ⊊ A,  G_S=G[A_S]</a:t>
            </a:r>
          </a:p>
        </p:txBody>
      </p:sp>
      <p:sp>
        <p:nvSpPr>
          <p:cNvPr id="82" name="upstream-boundary-note">
            <a:extLst xmlns:a="http://schemas.openxmlformats.org/drawingml/2006/main">
              <a:ext uri="{FF2B5EF4-FFF2-40B4-BE49-F238E27FC236}">
                <a16:creationId xmlns:a16="http://schemas.microsoft.com/office/drawing/2014/main" id="{10D18860-C7AC-4DC4-BF93-8ADE80AD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000375"/>
            <a:ext cx="147637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upstream simplifier</a:t>
            </a:r>
          </a:p>
          <a:p xmlns:a="http://schemas.openxmlformats.org/drawingml/2006/main">
            <a:pPr algn="r">
              <a:buNone/>
              <a:defRPr sz="975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(outside SkillAudit)</a:t>
            </a:r>
          </a:p>
        </p:txBody>
      </p:sp>
      <p:sp>
        <p:nvSpPr>
          <p:cNvPr id="83" name="evaluation-package">
            <a:extLst xmlns:a="http://schemas.openxmlformats.org/drawingml/2006/main">
              <a:ext uri="{FF2B5EF4-FFF2-40B4-BE49-F238E27FC236}">
                <a16:creationId xmlns:a16="http://schemas.microsoft.com/office/drawing/2014/main" id="{02EE495F-45A1-4666-BAB5-3856FC7B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0"/>
            <a:ext cx="4781550" cy="99060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7212B"/>
            </a:solidFill>
            <a:prstDash val="solid"/>
          </a:ln>
        </p:spPr>
      </p:sp>
      <p:sp>
        <p:nvSpPr>
          <p:cNvPr id="84" name="evaluation-tab">
            <a:extLst xmlns:a="http://schemas.openxmlformats.org/drawingml/2006/main">
              <a:ext uri="{FF2B5EF4-FFF2-40B4-BE49-F238E27FC236}">
                <a16:creationId xmlns:a16="http://schemas.microsoft.com/office/drawing/2014/main" id="{4D4A6D67-5AAC-4A2F-84D8-C61FDDB34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72000"/>
            <a:ext cx="876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evaluation-title">
            <a:extLst xmlns:a="http://schemas.openxmlformats.org/drawingml/2006/main">
              <a:ext uri="{FF2B5EF4-FFF2-40B4-BE49-F238E27FC236}">
                <a16:creationId xmlns:a16="http://schemas.microsoft.com/office/drawing/2014/main" id="{39DD4A1D-7002-4990-8100-7C4ECD935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95850"/>
            <a:ext cx="1981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9237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t>EVALUATION CONFIGURATION</a:t>
            </a:r>
          </a:p>
        </p:txBody>
      </p:sp>
      <p:sp>
        <p:nvSpPr>
          <p:cNvPr id="86" name="evaluation-fields">
            <a:extLst xmlns:a="http://schemas.openxmlformats.org/drawingml/2006/main">
              <a:ext uri="{FF2B5EF4-FFF2-40B4-BE49-F238E27FC236}">
                <a16:creationId xmlns:a16="http://schemas.microsoft.com/office/drawing/2014/main" id="{BC75FB23-BD59-40A2-82F1-43E43AFF2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772025"/>
            <a:ext cx="25717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t, W, M, T, U, Q, σ, τ, γ</a:t>
            </a:r>
          </a:p>
          <a:p xmlns:a="http://schemas.openxmlformats.org/drawingml/2006/main">
            <a:pPr algn="ctr">
              <a:buNone/>
              <a:defRPr sz="1050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frozen with P, A, G, F, S to form Ω</a:t>
            </a:r>
          </a:p>
        </p:txBody>
      </p:sp>
      <p:sp>
        <p:nvSpPr>
          <p:cNvPr id="87" name="protocol-shell">
            <a:extLst xmlns:a="http://schemas.openxmlformats.org/drawingml/2006/main">
              <a:ext uri="{FF2B5EF4-FFF2-40B4-BE49-F238E27FC236}">
                <a16:creationId xmlns:a16="http://schemas.microsoft.com/office/drawing/2014/main" id="{8D9567EF-2AF5-464D-9D90-3BC24B184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390650"/>
            <a:ext cx="4171950" cy="4457700"/>
          </a:xfrm>
          <a:prstGeom xmlns:a="http://schemas.openxmlformats.org/drawingml/2006/main" prst="roundRect">
            <a:avLst>
              <a:gd name="adj" fmla="val 1826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19050">
            <a:solidFill>
              <a:srgbClr val="3578E5"/>
            </a:solidFill>
            <a:prstDash val="solid"/>
          </a:ln>
        </p:spPr>
      </p:sp>
      <p:sp>
        <p:nvSpPr>
          <p:cNvPr id="88" name="protocol-boundary-label">
            <a:extLst xmlns:a="http://schemas.openxmlformats.org/drawingml/2006/main">
              <a:ext uri="{FF2B5EF4-FFF2-40B4-BE49-F238E27FC236}">
                <a16:creationId xmlns:a16="http://schemas.microsoft.com/office/drawing/2014/main" id="{60D9EB34-6A25-4861-BB4F-3EAC352E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504950"/>
            <a:ext cx="3829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4A87"/>
                </a:solidFill>
                <a:latin typeface="Arial"/>
                <a:ea typeface="Arial"/>
                <a:cs typeface="Arial"/>
              </a:defRPr>
            </a:pPr>
            <a:r>
              <a:t>prespecified, frozen evaluation boundary  Ω</a:t>
            </a:r>
          </a:p>
        </p:txBody>
      </p:sp>
      <p:sp>
        <p:nvSpPr>
          <p:cNvPr id="89" name="stage-map">
            <a:extLst xmlns:a="http://schemas.openxmlformats.org/drawingml/2006/main">
              <a:ext uri="{FF2B5EF4-FFF2-40B4-BE49-F238E27FC236}">
                <a16:creationId xmlns:a16="http://schemas.microsoft.com/office/drawing/2014/main" id="{D82BA4FF-D4AD-4372-AD8B-F2C199B0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943100"/>
            <a:ext cx="914400" cy="28575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578E5"/>
            </a:solidFill>
            <a:prstDash val="solid"/>
          </a:ln>
        </p:spPr>
      </p:sp>
      <p:sp>
        <p:nvSpPr>
          <p:cNvPr id="90" name="stage-freeze">
            <a:extLst xmlns:a="http://schemas.openxmlformats.org/drawingml/2006/main">
              <a:ext uri="{FF2B5EF4-FFF2-40B4-BE49-F238E27FC236}">
                <a16:creationId xmlns:a16="http://schemas.microsoft.com/office/drawing/2014/main" id="{E824B037-6F6B-41CD-95EC-6866F7BF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43100"/>
            <a:ext cx="933450" cy="285750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74A87"/>
            </a:solidFill>
            <a:prstDash val="solid"/>
          </a:ln>
        </p:spPr>
      </p:sp>
      <p:sp>
        <p:nvSpPr>
          <p:cNvPr id="91" name="stage-run">
            <a:extLst xmlns:a="http://schemas.openxmlformats.org/drawingml/2006/main">
              <a:ext uri="{FF2B5EF4-FFF2-40B4-BE49-F238E27FC236}">
                <a16:creationId xmlns:a16="http://schemas.microsoft.com/office/drawing/2014/main" id="{FD928116-47B3-48BA-A488-BA6AA465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943100"/>
            <a:ext cx="1066800" cy="28575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5BFE6"/>
            </a:solidFill>
            <a:prstDash val="solid"/>
          </a:ln>
        </p:spPr>
      </p:sp>
      <p:sp>
        <p:nvSpPr>
          <p:cNvPr id="92" name="stage-verify">
            <a:extLst xmlns:a="http://schemas.openxmlformats.org/drawingml/2006/main">
              <a:ext uri="{FF2B5EF4-FFF2-40B4-BE49-F238E27FC236}">
                <a16:creationId xmlns:a16="http://schemas.microsoft.com/office/drawing/2014/main" id="{617CE34A-0BCB-4AFD-A406-96458B887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943100"/>
            <a:ext cx="800100" cy="28575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39B63"/>
            </a:solidFill>
            <a:prstDash val="solid"/>
          </a:ln>
        </p:spPr>
      </p:sp>
      <p:sp>
        <p:nvSpPr>
          <p:cNvPr id="93" name="stage-1-index">
            <a:extLst xmlns:a="http://schemas.openxmlformats.org/drawingml/2006/main">
              <a:ext uri="{FF2B5EF4-FFF2-40B4-BE49-F238E27FC236}">
                <a16:creationId xmlns:a16="http://schemas.microsoft.com/office/drawing/2014/main" id="{B851C2A3-2522-441F-9514-6BCBD23B7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019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7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stage-1-index-text">
            <a:extLst xmlns:a="http://schemas.openxmlformats.org/drawingml/2006/main">
              <a:ext uri="{FF2B5EF4-FFF2-40B4-BE49-F238E27FC236}">
                <a16:creationId xmlns:a16="http://schemas.microsoft.com/office/drawing/2014/main" id="{BB44BAD0-685C-4B25-B51B-10DD380CD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019300"/>
            <a:ext cx="209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95" name="stage-2-index">
            <a:extLst xmlns:a="http://schemas.openxmlformats.org/drawingml/2006/main">
              <a:ext uri="{FF2B5EF4-FFF2-40B4-BE49-F238E27FC236}">
                <a16:creationId xmlns:a16="http://schemas.microsoft.com/office/drawing/2014/main" id="{401626E3-1FD4-4C16-9A1D-676355CEA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19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4A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stage-2-index-text">
            <a:extLst xmlns:a="http://schemas.openxmlformats.org/drawingml/2006/main">
              <a:ext uri="{FF2B5EF4-FFF2-40B4-BE49-F238E27FC236}">
                <a16:creationId xmlns:a16="http://schemas.microsoft.com/office/drawing/2014/main" id="{3231A264-9FE1-4F68-AF78-0615F7AD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19300"/>
            <a:ext cx="209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97" name="stage-3-index">
            <a:extLst xmlns:a="http://schemas.openxmlformats.org/drawingml/2006/main">
              <a:ext uri="{FF2B5EF4-FFF2-40B4-BE49-F238E27FC236}">
                <a16:creationId xmlns:a16="http://schemas.microsoft.com/office/drawing/2014/main" id="{08206FB1-2EEE-4441-A676-1B56E310F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019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BF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stage-3-index-text">
            <a:extLst xmlns:a="http://schemas.openxmlformats.org/drawingml/2006/main">
              <a:ext uri="{FF2B5EF4-FFF2-40B4-BE49-F238E27FC236}">
                <a16:creationId xmlns:a16="http://schemas.microsoft.com/office/drawing/2014/main" id="{AC12D4BD-E891-457B-BCD9-C300566FE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019300"/>
            <a:ext cx="209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99" name="stage-4-index">
            <a:extLst xmlns:a="http://schemas.openxmlformats.org/drawingml/2006/main">
              <a:ext uri="{FF2B5EF4-FFF2-40B4-BE49-F238E27FC236}">
                <a16:creationId xmlns:a16="http://schemas.microsoft.com/office/drawing/2014/main" id="{EE2C644A-4897-4048-804E-6C55E0A0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19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9B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stage-4-index-text">
            <a:extLst xmlns:a="http://schemas.openxmlformats.org/drawingml/2006/main">
              <a:ext uri="{FF2B5EF4-FFF2-40B4-BE49-F238E27FC236}">
                <a16:creationId xmlns:a16="http://schemas.microsoft.com/office/drawing/2014/main" id="{863A5AFC-A547-4F4B-9FCF-01E9ABEB8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19300"/>
            <a:ext cx="209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</a:t>
            </a:r>
          </a:p>
        </p:txBody>
      </p:sp>
      <p:sp>
        <p:nvSpPr>
          <p:cNvPr id="101" name="stage-map-title">
            <a:extLst xmlns:a="http://schemas.openxmlformats.org/drawingml/2006/main">
              <a:ext uri="{FF2B5EF4-FFF2-40B4-BE49-F238E27FC236}">
                <a16:creationId xmlns:a16="http://schemas.microsoft.com/office/drawing/2014/main" id="{B5CD944E-DE0D-48C7-A872-17CF7B458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57500"/>
            <a:ext cx="762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3578E5"/>
                </a:solidFill>
                <a:latin typeface="Arial"/>
                <a:ea typeface="Arial"/>
                <a:cs typeface="Arial"/>
              </a:defRPr>
            </a:pPr>
            <a:r>
              <a:t>MAP</a:t>
            </a:r>
          </a:p>
        </p:txBody>
      </p:sp>
      <p:sp>
        <p:nvSpPr>
          <p:cNvPr id="102" name="stage-map-detail">
            <a:extLst xmlns:a="http://schemas.openxmlformats.org/drawingml/2006/main">
              <a:ext uri="{FF2B5EF4-FFF2-40B4-BE49-F238E27FC236}">
                <a16:creationId xmlns:a16="http://schemas.microsoft.com/office/drawing/2014/main" id="{527E464C-C37A-41DD-A43D-691E9AB09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124200"/>
            <a:ext cx="762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P + source spans</a:t>
            </a:r>
          </a:p>
          <a:p xmlns:a="http://schemas.openxmlformats.org/drawingml/2006/main">
            <a:pPr algn="ctr">
              <a:buNone/>
              <a:defRPr sz="1050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A, G=(A,E)</a:t>
            </a:r>
          </a:p>
          <a:p xmlns:a="http://schemas.openxmlformats.org/drawingml/2006/main">
            <a:pPr algn="ctr">
              <a:buNone/>
              <a:defRPr sz="1050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A_S closure</a:t>
            </a:r>
          </a:p>
        </p:txBody>
      </p:sp>
      <p:sp>
        <p:nvSpPr>
          <p:cNvPr id="103" name="closure-check">
            <a:extLst xmlns:a="http://schemas.openxmlformats.org/drawingml/2006/main">
              <a:ext uri="{FF2B5EF4-FFF2-40B4-BE49-F238E27FC236}">
                <a16:creationId xmlns:a16="http://schemas.microsoft.com/office/drawing/2014/main" id="{0B344A50-882A-4109-BD13-305AB1C91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000500"/>
            <a:ext cx="762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3578E5"/>
            </a:solidFill>
            <a:prstDash val="solid"/>
          </a:ln>
        </p:spPr>
      </p:sp>
      <p:sp>
        <p:nvSpPr>
          <p:cNvPr id="104" name="closure-check-title">
            <a:extLst xmlns:a="http://schemas.openxmlformats.org/drawingml/2006/main">
              <a:ext uri="{FF2B5EF4-FFF2-40B4-BE49-F238E27FC236}">
                <a16:creationId xmlns:a16="http://schemas.microsoft.com/office/drawing/2014/main" id="{F2181609-B902-4298-B012-1B4F07684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057650"/>
            <a:ext cx="6477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4A87"/>
                </a:solidFill>
                <a:latin typeface="Arial"/>
                <a:ea typeface="Arial"/>
                <a:cs typeface="Arial"/>
              </a:defRPr>
            </a:pPr>
            <a:r>
              <a:t>CHECK</a:t>
            </a:r>
          </a:p>
        </p:txBody>
      </p:sp>
      <p:sp>
        <p:nvSpPr>
          <p:cNvPr id="105" name="closure-check-note">
            <a:extLst xmlns:a="http://schemas.openxmlformats.org/drawingml/2006/main">
              <a:ext uri="{FF2B5EF4-FFF2-40B4-BE49-F238E27FC236}">
                <a16:creationId xmlns:a16="http://schemas.microsoft.com/office/drawing/2014/main" id="{82FB680B-442F-4D2B-8A89-A7D356822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248150"/>
            <a:ext cx="6477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7738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74A87"/>
                </a:solidFill>
                <a:latin typeface="Arial"/>
                <a:ea typeface="Arial"/>
                <a:cs typeface="Arial"/>
              </a:defRPr>
            </a:pPr>
            <a:r>
              <a:t>source +</a:t>
            </a:r>
          </a:p>
          <a:p xmlns:a="http://schemas.openxmlformats.org/drawingml/2006/main">
            <a:pPr algn="ctr">
              <a:buNone/>
              <a:defRPr sz="1050" b="0">
                <a:solidFill>
                  <a:srgbClr val="174A87"/>
                </a:solidFill>
                <a:latin typeface="Arial"/>
                <a:ea typeface="Arial"/>
                <a:cs typeface="Arial"/>
              </a:defRPr>
            </a:pPr>
            <a:r>
              <a:t>closure</a:t>
            </a:r>
          </a:p>
        </p:txBody>
      </p:sp>
      <p:sp>
        <p:nvSpPr>
          <p:cNvPr id="106" name="stage-freeze-title">
            <a:extLst xmlns:a="http://schemas.openxmlformats.org/drawingml/2006/main">
              <a:ext uri="{FF2B5EF4-FFF2-40B4-BE49-F238E27FC236}">
                <a16:creationId xmlns:a16="http://schemas.microsoft.com/office/drawing/2014/main" id="{A3328839-1CE4-4ADC-BAF9-1A72FF5C0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57500"/>
            <a:ext cx="7810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4A87"/>
                </a:solidFill>
                <a:latin typeface="Arial"/>
                <a:ea typeface="Arial"/>
                <a:cs typeface="Arial"/>
              </a:defRPr>
            </a:pPr>
            <a:r>
              <a:t>FREEZE</a:t>
            </a:r>
          </a:p>
        </p:txBody>
      </p:sp>
      <p:sp>
        <p:nvSpPr>
          <p:cNvPr id="107" name="stage-freeze-detail">
            <a:extLst xmlns:a="http://schemas.openxmlformats.org/drawingml/2006/main">
              <a:ext uri="{FF2B5EF4-FFF2-40B4-BE49-F238E27FC236}">
                <a16:creationId xmlns:a16="http://schemas.microsoft.com/office/drawing/2014/main" id="{8B794FFC-4E34-4CEC-9513-812A98DAD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24200"/>
            <a:ext cx="7810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P,A,G,F,S</a:t>
            </a:r>
          </a:p>
          <a:p xmlns:a="http://schemas.openxmlformats.org/drawingml/2006/main">
            <a:pPr algn="ctr">
              <a:buNone/>
              <a:defRPr sz="1050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Task + tests</a:t>
            </a:r>
          </a:p>
          <a:p xmlns:a="http://schemas.openxmlformats.org/drawingml/2006/main">
            <a:pPr algn="ctr">
              <a:buNone/>
              <a:defRPr sz="1050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Model/tools</a:t>
            </a:r>
          </a:p>
          <a:p xmlns:a="http://schemas.openxmlformats.org/drawingml/2006/main">
            <a:pPr algn="ctr">
              <a:buNone/>
              <a:defRPr sz="1050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Rules</a:t>
            </a:r>
          </a:p>
        </p:txBody>
      </p:sp>
      <p:sp>
        <p:nvSpPr>
          <p:cNvPr id="108" name="stage-freeze-note">
            <a:extLst xmlns:a="http://schemas.openxmlformats.org/drawingml/2006/main">
              <a:ext uri="{FF2B5EF4-FFF2-40B4-BE49-F238E27FC236}">
                <a16:creationId xmlns:a16="http://schemas.microsoft.com/office/drawing/2014/main" id="{91888AB8-6C7E-42CD-8288-4DBE19E8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7048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8416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4A87"/>
                </a:solidFill>
                <a:latin typeface="Arial"/>
                <a:ea typeface="Arial"/>
                <a:cs typeface="Arial"/>
              </a:defRPr>
            </a:pPr>
            <a:r>
              <a:t>Ω fixed before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4A87"/>
                </a:solidFill>
                <a:latin typeface="Arial"/>
                <a:ea typeface="Arial"/>
                <a:cs typeface="Arial"/>
              </a:defRPr>
            </a:pPr>
            <a:r>
              <a:t>testing</a:t>
            </a:r>
          </a:p>
        </p:txBody>
      </p:sp>
      <p:sp>
        <p:nvSpPr>
          <p:cNvPr id="109" name="stage-run-title">
            <a:extLst xmlns:a="http://schemas.openxmlformats.org/drawingml/2006/main">
              <a:ext uri="{FF2B5EF4-FFF2-40B4-BE49-F238E27FC236}">
                <a16:creationId xmlns:a16="http://schemas.microsoft.com/office/drawing/2014/main" id="{7BD9AC6B-F78A-4A52-B83A-9C8DA89B4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324100"/>
            <a:ext cx="914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55BFE6"/>
                </a:solidFill>
                <a:latin typeface="Arial"/>
                <a:ea typeface="Arial"/>
                <a:cs typeface="Arial"/>
              </a:defRPr>
            </a:pPr>
            <a:r>
              <a:t>RUN</a:t>
            </a:r>
          </a:p>
        </p:txBody>
      </p:sp>
      <p:sp>
        <p:nvSpPr>
          <p:cNvPr id="110" name="stage-run-subtitle">
            <a:extLst xmlns:a="http://schemas.openxmlformats.org/drawingml/2006/main">
              <a:ext uri="{FF2B5EF4-FFF2-40B4-BE49-F238E27FC236}">
                <a16:creationId xmlns:a16="http://schemas.microsoft.com/office/drawing/2014/main" id="{1A038672-DF89-4161-8901-75496430D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552700"/>
            <a:ext cx="914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8974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same task; independent runs</a:t>
            </a:r>
          </a:p>
        </p:txBody>
      </p:sp>
      <p:sp>
        <p:nvSpPr>
          <p:cNvPr id="111" name="lane-0">
            <a:extLst xmlns:a="http://schemas.openxmlformats.org/drawingml/2006/main">
              <a:ext uri="{FF2B5EF4-FFF2-40B4-BE49-F238E27FC236}">
                <a16:creationId xmlns:a16="http://schemas.microsoft.com/office/drawing/2014/main" id="{6A0A477C-B3C2-454D-ABDF-E472F9BD8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14650"/>
            <a:ext cx="95250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9C5"/>
            </a:solidFill>
            <a:prstDash val="solid"/>
          </a:ln>
        </p:spPr>
      </p:sp>
      <p:sp>
        <p:nvSpPr>
          <p:cNvPr id="112" name="lane-0-code-bg">
            <a:extLst xmlns:a="http://schemas.openxmlformats.org/drawingml/2006/main">
              <a:ext uri="{FF2B5EF4-FFF2-40B4-BE49-F238E27FC236}">
                <a16:creationId xmlns:a16="http://schemas.microsoft.com/office/drawing/2014/main" id="{6F0EB76D-F8F3-432E-847A-5F911433E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0003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9C5"/>
            </a:solidFill>
            <a:prstDash val="solid"/>
          </a:ln>
        </p:spPr>
      </p:sp>
      <p:sp>
        <p:nvSpPr>
          <p:cNvPr id="113" name="lane-0-code">
            <a:extLst xmlns:a="http://schemas.openxmlformats.org/drawingml/2006/main">
              <a:ext uri="{FF2B5EF4-FFF2-40B4-BE49-F238E27FC236}">
                <a16:creationId xmlns:a16="http://schemas.microsoft.com/office/drawing/2014/main" id="{9770DCC0-7103-4C07-91BF-0A73B3316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000375"/>
            <a:ext cx="209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AEB9C5"/>
                </a:solidFill>
                <a:latin typeface="Arial"/>
                <a:ea typeface="Arial"/>
                <a:cs typeface="Arial"/>
              </a:defRPr>
            </a:pPr>
            <a:r>
              <a:t>B</a:t>
            </a:r>
          </a:p>
        </p:txBody>
      </p:sp>
      <p:sp>
        <p:nvSpPr>
          <p:cNvPr id="114" name="lane-0-label">
            <a:extLst xmlns:a="http://schemas.openxmlformats.org/drawingml/2006/main">
              <a:ext uri="{FF2B5EF4-FFF2-40B4-BE49-F238E27FC236}">
                <a16:creationId xmlns:a16="http://schemas.microsoft.com/office/drawing/2014/main" id="{1C9F670E-702B-4450-83C2-0E0E0F16B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952750"/>
            <a:ext cx="609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t>No spec.</a:t>
            </a:r>
          </a:p>
        </p:txBody>
      </p:sp>
      <p:sp>
        <p:nvSpPr>
          <p:cNvPr id="115" name="lane-1">
            <a:extLst xmlns:a="http://schemas.openxmlformats.org/drawingml/2006/main">
              <a:ext uri="{FF2B5EF4-FFF2-40B4-BE49-F238E27FC236}">
                <a16:creationId xmlns:a16="http://schemas.microsoft.com/office/drawing/2014/main" id="{588E1ABF-2008-43A7-8944-421FE159F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90900"/>
            <a:ext cx="95250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3578E5"/>
            </a:solidFill>
            <a:prstDash val="solid"/>
          </a:ln>
        </p:spPr>
      </p:sp>
      <p:sp>
        <p:nvSpPr>
          <p:cNvPr id="116" name="lane-1-code-bg">
            <a:extLst xmlns:a="http://schemas.openxmlformats.org/drawingml/2006/main">
              <a:ext uri="{FF2B5EF4-FFF2-40B4-BE49-F238E27FC236}">
                <a16:creationId xmlns:a16="http://schemas.microsoft.com/office/drawing/2014/main" id="{E33CE7B8-58D8-4CF6-9975-5C735ADE5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47662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578E5"/>
            </a:solidFill>
            <a:prstDash val="solid"/>
          </a:ln>
        </p:spPr>
      </p:sp>
      <p:sp>
        <p:nvSpPr>
          <p:cNvPr id="117" name="lane-1-code">
            <a:extLst xmlns:a="http://schemas.openxmlformats.org/drawingml/2006/main">
              <a:ext uri="{FF2B5EF4-FFF2-40B4-BE49-F238E27FC236}">
                <a16:creationId xmlns:a16="http://schemas.microsoft.com/office/drawing/2014/main" id="{CD2F7344-0CE1-4773-8718-2DDACE383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476625"/>
            <a:ext cx="209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3578E5"/>
                </a:solidFill>
                <a:latin typeface="Arial"/>
                <a:ea typeface="Arial"/>
                <a:cs typeface="Arial"/>
              </a:defRPr>
            </a:pPr>
            <a:r>
              <a:t>F</a:t>
            </a:r>
          </a:p>
        </p:txBody>
      </p:sp>
      <p:sp>
        <p:nvSpPr>
          <p:cNvPr id="118" name="lane-1-label">
            <a:extLst xmlns:a="http://schemas.openxmlformats.org/drawingml/2006/main">
              <a:ext uri="{FF2B5EF4-FFF2-40B4-BE49-F238E27FC236}">
                <a16:creationId xmlns:a16="http://schemas.microsoft.com/office/drawing/2014/main" id="{2A7C4840-EBEF-401A-B26D-71E0DFE1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29000"/>
            <a:ext cx="609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t>Full spec.</a:t>
            </a:r>
          </a:p>
        </p:txBody>
      </p:sp>
      <p:sp>
        <p:nvSpPr>
          <p:cNvPr id="119" name="lane-2">
            <a:extLst xmlns:a="http://schemas.openxmlformats.org/drawingml/2006/main">
              <a:ext uri="{FF2B5EF4-FFF2-40B4-BE49-F238E27FC236}">
                <a16:creationId xmlns:a16="http://schemas.microsoft.com/office/drawing/2014/main" id="{4559FFA6-4307-40C4-82B4-1C79ED489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867150"/>
            <a:ext cx="95250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9F8FD"/>
          </a:solidFill>
          <a:ln xmlns:a="http://schemas.openxmlformats.org/drawingml/2006/main" w="9525">
            <a:solidFill>
              <a:srgbClr val="55BFE6"/>
            </a:solidFill>
            <a:prstDash val="solid"/>
          </a:ln>
        </p:spPr>
      </p:sp>
      <p:sp>
        <p:nvSpPr>
          <p:cNvPr id="120" name="lane-2-code-bg">
            <a:extLst xmlns:a="http://schemas.openxmlformats.org/drawingml/2006/main">
              <a:ext uri="{FF2B5EF4-FFF2-40B4-BE49-F238E27FC236}">
                <a16:creationId xmlns:a16="http://schemas.microsoft.com/office/drawing/2014/main" id="{EE4DA190-BEC5-453B-AB21-AFE21D4D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528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5BFE6"/>
            </a:solidFill>
            <a:prstDash val="solid"/>
          </a:ln>
        </p:spPr>
      </p:sp>
      <p:sp>
        <p:nvSpPr>
          <p:cNvPr id="121" name="lane-2-code">
            <a:extLst xmlns:a="http://schemas.openxmlformats.org/drawingml/2006/main">
              <a:ext uri="{FF2B5EF4-FFF2-40B4-BE49-F238E27FC236}">
                <a16:creationId xmlns:a16="http://schemas.microsoft.com/office/drawing/2014/main" id="{F7CA8320-49D9-4179-9589-AEFD43030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52875"/>
            <a:ext cx="209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55BFE6"/>
                </a:solidFill>
                <a:latin typeface="Arial"/>
                <a:ea typeface="Arial"/>
                <a:cs typeface="Arial"/>
              </a:defRPr>
            </a:pPr>
            <a:r>
              <a:t>S</a:t>
            </a:r>
          </a:p>
        </p:txBody>
      </p:sp>
      <p:sp>
        <p:nvSpPr>
          <p:cNvPr id="122" name="lane-2-label">
            <a:extLst xmlns:a="http://schemas.openxmlformats.org/drawingml/2006/main">
              <a:ext uri="{FF2B5EF4-FFF2-40B4-BE49-F238E27FC236}">
                <a16:creationId xmlns:a16="http://schemas.microsoft.com/office/drawing/2014/main" id="{0EDB00D2-0BB3-4FE6-83D6-869CE539E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05250"/>
            <a:ext cx="609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t>Simplified spec.</a:t>
            </a:r>
          </a:p>
        </p:txBody>
      </p:sp>
      <p:sp>
        <p:nvSpPr>
          <p:cNvPr id="123" name="stage-run-note">
            <a:extLst xmlns:a="http://schemas.openxmlformats.org/drawingml/2006/main">
              <a:ext uri="{FF2B5EF4-FFF2-40B4-BE49-F238E27FC236}">
                <a16:creationId xmlns:a16="http://schemas.microsoft.com/office/drawing/2014/main" id="{5E450F10-5C91-4B57-AF1D-A0778E57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438650"/>
            <a:ext cx="9144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7827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score + hard contract</a:t>
            </a:r>
          </a:p>
        </p:txBody>
      </p:sp>
      <p:sp>
        <p:nvSpPr>
          <p:cNvPr id="124" name="stage-verify-title">
            <a:extLst xmlns:a="http://schemas.openxmlformats.org/drawingml/2006/main">
              <a:ext uri="{FF2B5EF4-FFF2-40B4-BE49-F238E27FC236}">
                <a16:creationId xmlns:a16="http://schemas.microsoft.com/office/drawing/2014/main" id="{2B50BC23-29A4-4A68-A52E-E7B4D17CF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324100"/>
            <a:ext cx="6858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39B63"/>
                </a:solidFill>
                <a:latin typeface="Arial"/>
                <a:ea typeface="Arial"/>
                <a:cs typeface="Arial"/>
              </a:defRPr>
            </a:pPr>
            <a:r>
              <a:t>VERIFY</a:t>
            </a:r>
          </a:p>
        </p:txBody>
      </p:sp>
      <p:sp>
        <p:nvSpPr>
          <p:cNvPr id="125" name="integrity-check-bg">
            <a:extLst xmlns:a="http://schemas.openxmlformats.org/drawingml/2006/main">
              <a:ext uri="{FF2B5EF4-FFF2-40B4-BE49-F238E27FC236}">
                <a16:creationId xmlns:a16="http://schemas.microsoft.com/office/drawing/2014/main" id="{11F302A8-6198-4D85-A1F5-6A5B0D3B8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8F1"/>
          </a:solidFill>
          <a:ln xmlns:a="http://schemas.openxmlformats.org/drawingml/2006/main" w="19050">
            <a:solidFill>
              <a:srgbClr val="239B63"/>
            </a:solidFill>
            <a:prstDash val="solid"/>
          </a:ln>
        </p:spPr>
      </p:sp>
      <p:sp>
        <p:nvSpPr>
          <p:cNvPr id="126" name="integrity-check-number">
            <a:extLst xmlns:a="http://schemas.openxmlformats.org/drawingml/2006/main">
              <a:ext uri="{FF2B5EF4-FFF2-40B4-BE49-F238E27FC236}">
                <a16:creationId xmlns:a16="http://schemas.microsoft.com/office/drawing/2014/main" id="{4145F56E-A441-4309-BFAE-37495BD34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800350"/>
            <a:ext cx="342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239B63"/>
                </a:solidFill>
                <a:latin typeface="Arial"/>
                <a:ea typeface="Arial"/>
                <a:cs typeface="Arial"/>
              </a:defRPr>
            </a:pPr>
            <a:r>
              <a:t>OK</a:t>
            </a:r>
          </a:p>
        </p:txBody>
      </p:sp>
      <p:sp>
        <p:nvSpPr>
          <p:cNvPr id="127" name="integrity-check-label">
            <a:extLst xmlns:a="http://schemas.openxmlformats.org/drawingml/2006/main">
              <a:ext uri="{FF2B5EF4-FFF2-40B4-BE49-F238E27FC236}">
                <a16:creationId xmlns:a16="http://schemas.microsoft.com/office/drawing/2014/main" id="{F1B6B1A3-4F23-4DAD-A454-020D9037D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200400"/>
            <a:ext cx="6858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t>Integrity
complete?</a:t>
            </a:r>
          </a:p>
        </p:txBody>
      </p:sp>
      <p:sp>
        <p:nvSpPr>
          <p:cNvPr id="128" name="sla-check-bg">
            <a:extLst xmlns:a="http://schemas.openxmlformats.org/drawingml/2006/main">
              <a:ext uri="{FF2B5EF4-FFF2-40B4-BE49-F238E27FC236}">
                <a16:creationId xmlns:a16="http://schemas.microsoft.com/office/drawing/2014/main" id="{CF53733B-C811-4466-B652-F81481539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7147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19050">
            <a:solidFill>
              <a:srgbClr val="3578E5"/>
            </a:solidFill>
            <a:prstDash val="solid"/>
          </a:ln>
        </p:spPr>
      </p:sp>
      <p:sp>
        <p:nvSpPr>
          <p:cNvPr id="129" name="sla-check-number">
            <a:extLst xmlns:a="http://schemas.openxmlformats.org/drawingml/2006/main">
              <a:ext uri="{FF2B5EF4-FFF2-40B4-BE49-F238E27FC236}">
                <a16:creationId xmlns:a16="http://schemas.microsoft.com/office/drawing/2014/main" id="{824CD115-1479-4C1E-A0D4-45DE938C2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714750"/>
            <a:ext cx="342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3578E5"/>
                </a:solidFill>
                <a:latin typeface="Arial"/>
                <a:ea typeface="Arial"/>
                <a:cs typeface="Arial"/>
              </a:defRPr>
            </a:pPr>
            <a:r>
              <a:t>SLA</a:t>
            </a:r>
          </a:p>
        </p:txBody>
      </p:sp>
      <p:sp>
        <p:nvSpPr>
          <p:cNvPr id="130" name="sla-check-label">
            <a:extLst xmlns:a="http://schemas.openxmlformats.org/drawingml/2006/main">
              <a:ext uri="{FF2B5EF4-FFF2-40B4-BE49-F238E27FC236}">
                <a16:creationId xmlns:a16="http://schemas.microsoft.com/office/drawing/2014/main" id="{2AE3EBAA-FFA3-40D3-8899-E276FC703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114800"/>
            <a:ext cx="6858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t>Frozen SLA
met?</a:t>
            </a:r>
          </a:p>
        </p:txBody>
      </p:sp>
      <p:sp>
        <p:nvSpPr>
          <p:cNvPr id="131" name="stage-verify-note">
            <a:extLst xmlns:a="http://schemas.openxmlformats.org/drawingml/2006/main">
              <a:ext uri="{FF2B5EF4-FFF2-40B4-BE49-F238E27FC236}">
                <a16:creationId xmlns:a16="http://schemas.microsoft.com/office/drawing/2014/main" id="{264046EA-5E54-45D4-9932-FCC0B572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514850"/>
            <a:ext cx="6477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7749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decide only after
integrity</a:t>
            </a:r>
          </a:p>
        </p:txBody>
      </p:sp>
      <p:sp>
        <p:nvSpPr>
          <p:cNvPr id="132" name="audit-trace-strip">
            <a:extLst xmlns:a="http://schemas.openxmlformats.org/drawingml/2006/main">
              <a:ext uri="{FF2B5EF4-FFF2-40B4-BE49-F238E27FC236}">
                <a16:creationId xmlns:a16="http://schemas.microsoft.com/office/drawing/2014/main" id="{D6EA58BA-1280-4F81-8906-31A239D0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5048250"/>
            <a:ext cx="36766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9C5"/>
            </a:solidFill>
            <a:prstDash val="solid"/>
          </a:ln>
        </p:spPr>
      </p:sp>
      <p:sp>
        <p:nvSpPr>
          <p:cNvPr id="133" name="audit-trace-title">
            <a:extLst xmlns:a="http://schemas.openxmlformats.org/drawingml/2006/main">
              <a:ext uri="{FF2B5EF4-FFF2-40B4-BE49-F238E27FC236}">
                <a16:creationId xmlns:a16="http://schemas.microsoft.com/office/drawing/2014/main" id="{33D5880E-DD0F-4129-8E08-1ABE1F7B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162550"/>
            <a:ext cx="495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4A87"/>
                </a:solidFill>
                <a:latin typeface="Arial"/>
                <a:ea typeface="Arial"/>
                <a:cs typeface="Arial"/>
              </a:defRPr>
            </a:pPr>
            <a:r>
              <a:t>TRACE</a:t>
            </a:r>
          </a:p>
        </p:txBody>
      </p:sp>
      <p:sp>
        <p:nvSpPr>
          <p:cNvPr id="134" name="audit-trace-fields">
            <a:extLst xmlns:a="http://schemas.openxmlformats.org/drawingml/2006/main">
              <a:ext uri="{FF2B5EF4-FFF2-40B4-BE49-F238E27FC236}">
                <a16:creationId xmlns:a16="http://schemas.microsoft.com/office/drawing/2014/main" id="{7B1CF627-AC30-4026-8FAE-E7456340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162550"/>
            <a:ext cx="2876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source  |  frozen config  |  results  |  rationale</a:t>
            </a:r>
          </a:p>
        </p:txBody>
      </p:sp>
      <p:sp>
        <p:nvSpPr>
          <p:cNvPr id="135" name="decision-kicker">
            <a:extLst xmlns:a="http://schemas.openxmlformats.org/drawingml/2006/main">
              <a:ext uri="{FF2B5EF4-FFF2-40B4-BE49-F238E27FC236}">
                <a16:creationId xmlns:a16="http://schemas.microsoft.com/office/drawing/2014/main" id="{F297BD86-FF1A-4077-BE97-4F83E7D5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466850"/>
            <a:ext cx="1885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t>DECISION</a:t>
            </a:r>
          </a:p>
        </p:txBody>
      </p:sp>
      <p:sp>
        <p:nvSpPr>
          <p:cNvPr id="136" name="accept">
            <a:extLst xmlns:a="http://schemas.openxmlformats.org/drawingml/2006/main">
              <a:ext uri="{FF2B5EF4-FFF2-40B4-BE49-F238E27FC236}">
                <a16:creationId xmlns:a16="http://schemas.microsoft.com/office/drawing/2014/main" id="{B071C4C3-442E-4A17-9B65-E90DE107A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809750"/>
            <a:ext cx="17716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AF8F1"/>
          </a:solidFill>
          <a:ln xmlns:a="http://schemas.openxmlformats.org/drawingml/2006/main" w="9525">
            <a:solidFill>
              <a:srgbClr val="239B63"/>
            </a:solidFill>
            <a:prstDash val="solid"/>
          </a:ln>
        </p:spPr>
      </p:sp>
      <p:sp>
        <p:nvSpPr>
          <p:cNvPr id="137" name="accept-rail">
            <a:extLst xmlns:a="http://schemas.openxmlformats.org/drawingml/2006/main">
              <a:ext uri="{FF2B5EF4-FFF2-40B4-BE49-F238E27FC236}">
                <a16:creationId xmlns:a16="http://schemas.microsoft.com/office/drawing/2014/main" id="{D77297A6-A64F-4583-B8A4-2746C1710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809750"/>
            <a:ext cx="5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9B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accept-title">
            <a:extLst xmlns:a="http://schemas.openxmlformats.org/drawingml/2006/main">
              <a:ext uri="{FF2B5EF4-FFF2-40B4-BE49-F238E27FC236}">
                <a16:creationId xmlns:a16="http://schemas.microsoft.com/office/drawing/2014/main" id="{AFD021DA-1FC6-42FF-88CB-4E3170789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1866900"/>
            <a:ext cx="1466850" cy="20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39B63"/>
                </a:solidFill>
                <a:latin typeface="Arial"/>
                <a:ea typeface="Arial"/>
                <a:cs typeface="Arial"/>
              </a:defRPr>
            </a:pPr>
            <a:r>
              <a:t>Accept</a:t>
            </a:r>
          </a:p>
        </p:txBody>
      </p:sp>
      <p:sp>
        <p:nvSpPr>
          <p:cNvPr id="139" name="accept-note">
            <a:extLst xmlns:a="http://schemas.openxmlformats.org/drawingml/2006/main">
              <a:ext uri="{FF2B5EF4-FFF2-40B4-BE49-F238E27FC236}">
                <a16:creationId xmlns:a16="http://schemas.microsoft.com/office/drawing/2014/main" id="{23841601-911E-4DF9-B137-0F8CC2D6C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085975"/>
            <a:ext cx="1466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valid run; criteria met</a:t>
            </a:r>
          </a:p>
        </p:txBody>
      </p:sp>
      <p:sp>
        <p:nvSpPr>
          <p:cNvPr id="140" name="reject">
            <a:extLst xmlns:a="http://schemas.openxmlformats.org/drawingml/2006/main">
              <a:ext uri="{FF2B5EF4-FFF2-40B4-BE49-F238E27FC236}">
                <a16:creationId xmlns:a16="http://schemas.microsoft.com/office/drawing/2014/main" id="{BF1D81E3-4C60-4E3D-B4E1-6325429BF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00300"/>
            <a:ext cx="17716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0F1"/>
          </a:solidFill>
          <a:ln xmlns:a="http://schemas.openxmlformats.org/drawingml/2006/main" w="9525">
            <a:solidFill>
              <a:srgbClr val="D85B62"/>
            </a:solidFill>
            <a:prstDash val="solid"/>
          </a:ln>
        </p:spPr>
      </p:sp>
      <p:sp>
        <p:nvSpPr>
          <p:cNvPr id="141" name="reject-rail">
            <a:extLst xmlns:a="http://schemas.openxmlformats.org/drawingml/2006/main">
              <a:ext uri="{FF2B5EF4-FFF2-40B4-BE49-F238E27FC236}">
                <a16:creationId xmlns:a16="http://schemas.microsoft.com/office/drawing/2014/main" id="{970F7586-4CA1-43C5-9C95-DEA80AB04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00300"/>
            <a:ext cx="5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5B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reject-title">
            <a:extLst xmlns:a="http://schemas.openxmlformats.org/drawingml/2006/main">
              <a:ext uri="{FF2B5EF4-FFF2-40B4-BE49-F238E27FC236}">
                <a16:creationId xmlns:a16="http://schemas.microsoft.com/office/drawing/2014/main" id="{653ECA83-C33B-4136-BBC6-DE176B1A2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457450"/>
            <a:ext cx="1466850" cy="20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D85B62"/>
                </a:solidFill>
                <a:latin typeface="Arial"/>
                <a:ea typeface="Arial"/>
                <a:cs typeface="Arial"/>
              </a:defRPr>
            </a:pPr>
            <a:r>
              <a:t>Reject</a:t>
            </a:r>
          </a:p>
        </p:txBody>
      </p:sp>
      <p:sp>
        <p:nvSpPr>
          <p:cNvPr id="143" name="reject-note">
            <a:extLst xmlns:a="http://schemas.openxmlformats.org/drawingml/2006/main">
              <a:ext uri="{FF2B5EF4-FFF2-40B4-BE49-F238E27FC236}">
                <a16:creationId xmlns:a16="http://schemas.microsoft.com/office/drawing/2014/main" id="{3B934CD3-DADC-40F5-948E-BD1E71A6B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676525"/>
            <a:ext cx="1466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valid run; criteria missed</a:t>
            </a:r>
          </a:p>
        </p:txBody>
      </p:sp>
      <p:sp>
        <p:nvSpPr>
          <p:cNvPr id="144" name="invalid">
            <a:extLst xmlns:a="http://schemas.openxmlformats.org/drawingml/2006/main">
              <a:ext uri="{FF2B5EF4-FFF2-40B4-BE49-F238E27FC236}">
                <a16:creationId xmlns:a16="http://schemas.microsoft.com/office/drawing/2014/main" id="{01097D63-F7C7-40ED-83E7-0ED544D03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990850"/>
            <a:ext cx="17716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EB9C5"/>
            </a:solidFill>
            <a:prstDash val="solid"/>
          </a:ln>
        </p:spPr>
      </p:sp>
      <p:sp>
        <p:nvSpPr>
          <p:cNvPr id="145" name="invalid-rail">
            <a:extLst xmlns:a="http://schemas.openxmlformats.org/drawingml/2006/main">
              <a:ext uri="{FF2B5EF4-FFF2-40B4-BE49-F238E27FC236}">
                <a16:creationId xmlns:a16="http://schemas.microsoft.com/office/drawing/2014/main" id="{A6653B67-D21C-403F-961A-5B044D0A7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990850"/>
            <a:ext cx="5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9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" name="invalid-title">
            <a:extLst xmlns:a="http://schemas.openxmlformats.org/drawingml/2006/main">
              <a:ext uri="{FF2B5EF4-FFF2-40B4-BE49-F238E27FC236}">
                <a16:creationId xmlns:a16="http://schemas.microsoft.com/office/drawing/2014/main" id="{E6A02DB0-2E48-42EE-AB0D-2109F0E47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048000"/>
            <a:ext cx="1466850" cy="20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Invalid</a:t>
            </a:r>
          </a:p>
        </p:txBody>
      </p:sp>
      <p:sp>
        <p:nvSpPr>
          <p:cNvPr id="147" name="invalid-note">
            <a:extLst xmlns:a="http://schemas.openxmlformats.org/drawingml/2006/main">
              <a:ext uri="{FF2B5EF4-FFF2-40B4-BE49-F238E27FC236}">
                <a16:creationId xmlns:a16="http://schemas.microsoft.com/office/drawing/2014/main" id="{5CB7FA80-E265-432F-AD6D-967D4D385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267075"/>
            <a:ext cx="1466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932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incomplete or malformed run</a:t>
            </a:r>
          </a:p>
        </p:txBody>
      </p:sp>
      <p:sp>
        <p:nvSpPr>
          <p:cNvPr id="148" name="evidence-kicker">
            <a:extLst xmlns:a="http://schemas.openxmlformats.org/drawingml/2006/main">
              <a:ext uri="{FF2B5EF4-FFF2-40B4-BE49-F238E27FC236}">
                <a16:creationId xmlns:a16="http://schemas.microsoft.com/office/drawing/2014/main" id="{F93730DC-82E3-4FE8-A547-B05FDFBF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171950"/>
            <a:ext cx="1885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3578E5"/>
                </a:solidFill>
                <a:latin typeface="Arial"/>
                <a:ea typeface="Arial"/>
                <a:cs typeface="Arial"/>
              </a:defRPr>
            </a:pPr>
            <a:r>
              <a:t>EVIDENCE</a:t>
            </a:r>
          </a:p>
        </p:txBody>
      </p:sp>
      <p:sp>
        <p:nvSpPr>
          <p:cNvPr id="149" name="evidence-title">
            <a:extLst xmlns:a="http://schemas.openxmlformats.org/drawingml/2006/main">
              <a:ext uri="{FF2B5EF4-FFF2-40B4-BE49-F238E27FC236}">
                <a16:creationId xmlns:a16="http://schemas.microsoft.com/office/drawing/2014/main" id="{B3F910ED-1EEF-4F5A-ACE0-CE9F3184C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429250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t>Auditable record</a:t>
            </a:r>
          </a:p>
        </p:txBody>
      </p:sp>
      <p:sp>
        <p:nvSpPr>
          <p:cNvPr id="150" name="evidence-fields">
            <a:extLst xmlns:a="http://schemas.openxmlformats.org/drawingml/2006/main">
              <a:ext uri="{FF2B5EF4-FFF2-40B4-BE49-F238E27FC236}">
                <a16:creationId xmlns:a16="http://schemas.microsoft.com/office/drawing/2014/main" id="{D6DFDE03-F852-4465-A41E-037BDFB9F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734050"/>
            <a:ext cx="1809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9802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37080"/>
                </a:solidFill>
                <a:latin typeface="Arial"/>
                <a:ea typeface="Arial"/>
                <a:cs typeface="Arial"/>
              </a:defRPr>
            </a:pPr>
            <a:r>
              <a:t>source / config / results / rationale</a:t>
            </a:r>
          </a:p>
        </p:txBody>
      </p:sp>
      <p:pic>
        <p:nvPicPr>
          <p:cNvPr id="474" name="图片 3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6dad76a94547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87974" y="2286000"/>
            <a:ext cx="416052" cy="495300"/>
          </a:xfrm>
          <a:prstGeom xmlns:a="http://schemas.openxmlformats.org/drawingml/2006/main" prst="rect">
            <a:avLst/>
          </a:prstGeom>
        </p:spPr>
      </p:pic>
      <p:pic>
        <p:nvPicPr>
          <p:cNvPr id="475" name="图片 3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035c73b98849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83146" y="2286000"/>
            <a:ext cx="425958" cy="495300"/>
          </a:xfrm>
          <a:prstGeom xmlns:a="http://schemas.openxmlformats.org/drawingml/2006/main" prst="rect">
            <a:avLst/>
          </a:prstGeom>
        </p:spPr>
      </p:pic>
      <p:pic>
        <p:nvPicPr>
          <p:cNvPr id="476" name="图片 3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e7b38044e744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431399" y="4457700"/>
            <a:ext cx="720852" cy="838200"/>
          </a:xfrm>
          <a:prstGeom xmlns:a="http://schemas.openxmlformats.org/drawingml/2006/main" prst="rect">
            <a:avLst/>
          </a:prstGeom>
        </p:spPr>
      </p:pic>
      <p:sp>
        <p:nvSpPr>
          <p:cNvPr id="154" name="candidate-to-protocol-visible-head">
            <a:extLst xmlns:a="http://schemas.openxmlformats.org/drawingml/2006/main">
              <a:ext uri="{FF2B5EF4-FFF2-40B4-BE49-F238E27FC236}">
                <a16:creationId xmlns:a16="http://schemas.microsoft.com/office/drawing/2014/main" id="{1FE51E08-F9DE-4E3C-B5CC-249AB1A73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95600"/>
            <a:ext cx="95250" cy="114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55BFE6"/>
          </a:solidFill>
          <a:ln xmlns:a="http://schemas.openxmlformats.org/drawingml/2006/main" w="0">
            <a:solidFill>
              <a:srgbClr val="55BFE6"/>
            </a:solidFill>
            <a:prstDash val="solid"/>
          </a:ln>
        </p:spPr>
      </p:sp>
      <p:sp>
        <p:nvSpPr>
          <p:cNvPr id="155" name="visible-stage-arrow-map-freeze">
            <a:extLst xmlns:a="http://schemas.openxmlformats.org/drawingml/2006/main">
              <a:ext uri="{FF2B5EF4-FFF2-40B4-BE49-F238E27FC236}">
                <a16:creationId xmlns:a16="http://schemas.microsoft.com/office/drawing/2014/main" id="{5377E05A-B4C4-4450-97EF-94BAC8D22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181350"/>
            <a:ext cx="76200" cy="114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3578E5"/>
          </a:solidFill>
          <a:ln xmlns:a="http://schemas.openxmlformats.org/drawingml/2006/main" w="0">
            <a:solidFill>
              <a:srgbClr val="3578E5"/>
            </a:solidFill>
            <a:prstDash val="solid"/>
          </a:ln>
        </p:spPr>
      </p:sp>
      <p:sp>
        <p:nvSpPr>
          <p:cNvPr id="156" name="visible-stage-arrow-freeze-run">
            <a:extLst xmlns:a="http://schemas.openxmlformats.org/drawingml/2006/main">
              <a:ext uri="{FF2B5EF4-FFF2-40B4-BE49-F238E27FC236}">
                <a16:creationId xmlns:a16="http://schemas.microsoft.com/office/drawing/2014/main" id="{E328732D-6DA0-4C10-9E54-F6AD02273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181350"/>
            <a:ext cx="76200" cy="114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174A87"/>
          </a:solidFill>
          <a:ln xmlns:a="http://schemas.openxmlformats.org/drawingml/2006/main" w="0">
            <a:solidFill>
              <a:srgbClr val="174A87"/>
            </a:solidFill>
            <a:prstDash val="solid"/>
          </a:ln>
        </p:spPr>
      </p:sp>
      <p:sp>
        <p:nvSpPr>
          <p:cNvPr id="157" name="visible-stage-arrow-run-verify">
            <a:extLst xmlns:a="http://schemas.openxmlformats.org/drawingml/2006/main">
              <a:ext uri="{FF2B5EF4-FFF2-40B4-BE49-F238E27FC236}">
                <a16:creationId xmlns:a16="http://schemas.microsoft.com/office/drawing/2014/main" id="{31096938-266D-44D2-A65C-5BB106EBF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181350"/>
            <a:ext cx="76200" cy="114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55BFE6"/>
          </a:solidFill>
          <a:ln xmlns:a="http://schemas.openxmlformats.org/drawingml/2006/main" w="0">
            <a:solidFill>
              <a:srgbClr val="55BFE6"/>
            </a:solidFill>
            <a:prstDash val="solid"/>
          </a:ln>
        </p:spPr>
      </p:sp>
      <p:cxnSp>
        <p:nvCxnSpPr>
          <p:cNvPr id="481" name="visible-package-freeze-route"/>
          <p:cNvCxnSpPr/>
          <p:nvPr/>
        </p:nvCxnSpPr>
        <p:spPr>
          <a:xfrm xmlns:a="http://schemas.openxmlformats.org/drawingml/2006/main">
            <a:off x="5181600" y="4933950"/>
            <a:ext cx="1914525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174A87"/>
            </a:solidFill>
            <a:prstDash val="dash"/>
          </a:ln>
        </p:spPr>
      </p:cxnSp>
      <p:cxnSp>
        <p:nvCxnSpPr>
          <p:cNvPr id="482" name="visible-package-freeze-rise"/>
          <p:cNvCxnSpPr/>
          <p:nvPr/>
        </p:nvCxnSpPr>
        <p:spPr>
          <a:xfrm xmlns:a="http://schemas.openxmlformats.org/drawingml/2006/main">
            <a:off x="7096125" y="4800600"/>
            <a:ext cx="95" cy="13335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174A87"/>
            </a:solidFill>
            <a:prstDash val="dash"/>
          </a:ln>
        </p:spPr>
      </p:cxnSp>
      <p:sp>
        <p:nvSpPr>
          <p:cNvPr id="160" name="visible-package-freeze-head">
            <a:extLst xmlns:a="http://schemas.openxmlformats.org/drawingml/2006/main">
              <a:ext uri="{FF2B5EF4-FFF2-40B4-BE49-F238E27FC236}">
                <a16:creationId xmlns:a16="http://schemas.microsoft.com/office/drawing/2014/main" id="{42E15C92-4DB8-4990-B06E-4586EB8EC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705350"/>
            <a:ext cx="11430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74A87"/>
          </a:solidFill>
          <a:ln xmlns:a="http://schemas.openxmlformats.org/drawingml/2006/main" w="0">
            <a:solidFill>
              <a:srgbClr val="174A87"/>
            </a:solidFill>
            <a:prstDash val="solid"/>
          </a:ln>
        </p:spPr>
      </p:sp>
      <p:sp>
        <p:nvSpPr>
          <p:cNvPr id="323" name="external-simplifier-branch">
            <a:extLst xmlns:a="http://schemas.openxmlformats.org/drawingml/2006/main">
              <a:ext uri="{FF2B5EF4-FFF2-40B4-BE49-F238E27FC236}">
                <a16:creationId xmlns:a16="http://schemas.microsoft.com/office/drawing/2014/main" id="{DFB8458D-D666-44A8-943C-F2D9DBC04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2781300"/>
            <a:ext cx="95250" cy="6477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4BBED8"/>
          </a:solidFill>
          <a:ln xmlns:a="http://schemas.openxmlformats.org/drawingml/2006/main" w="0">
            <a:solidFill>
              <a:srgbClr val="4BBED8"/>
            </a:solidFill>
            <a:prstDash val="solid"/>
          </a:ln>
        </p:spPr>
      </p:sp>
      <p:sp>
        <p:nvSpPr>
          <p:cNvPr id="324" name="candidate-to-renderer">
            <a:extLst xmlns:a="http://schemas.openxmlformats.org/drawingml/2006/main">
              <a:ext uri="{FF2B5EF4-FFF2-40B4-BE49-F238E27FC236}">
                <a16:creationId xmlns:a16="http://schemas.microsoft.com/office/drawing/2014/main" id="{808E2914-2E6A-43BE-86AC-20237F683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571875"/>
            <a:ext cx="22860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BBED8"/>
          </a:solidFill>
          <a:ln xmlns:a="http://schemas.openxmlformats.org/drawingml/2006/main" w="0">
            <a:solidFill>
              <a:srgbClr val="4BBED8"/>
            </a:solidFill>
            <a:prstDash val="solid"/>
          </a:ln>
        </p:spPr>
      </p:sp>
      <p:sp>
        <p:nvSpPr>
          <p:cNvPr id="325" name="renderer-to-simplified">
            <a:extLst xmlns:a="http://schemas.openxmlformats.org/drawingml/2006/main">
              <a:ext uri="{FF2B5EF4-FFF2-40B4-BE49-F238E27FC236}">
                <a16:creationId xmlns:a16="http://schemas.microsoft.com/office/drawing/2014/main" id="{E91D681B-5102-49A7-A951-B28145566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571875"/>
            <a:ext cx="304800" cy="95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BBED8"/>
          </a:solidFill>
          <a:ln xmlns:a="http://schemas.openxmlformats.org/drawingml/2006/main" w="0">
            <a:solidFill>
              <a:srgbClr val="4BBED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638366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2026-07-25T07:29:55.4490000Z</dcterms:created>
  <dcterms:modified xsi:type="dcterms:W3CDTF">2026-07-25T07:29:55.4490000Z</dcterms:modified>
</coreProperties>
</file>
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50dc008481437d" /><Relationship Type="http://schemas.openxmlformats.org/officeDocument/2006/relationships/extended-properties" Target="/docProps/app.xml" Id="R6ae6589c74f742d4" /><Relationship Type="http://schemas.openxmlformats.org/officeDocument/2006/relationships/officeDocument" Target="/ppt/presentation.xml" Id="Rc673a8cb3c24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3abb00089426b"/>
  </p:sldMasterIdLst>
  <p:notesMasterIdLst>
    <p:notesMasterId xmlns:r="http://schemas.openxmlformats.org/officeDocument/2006/relationships" r:id="Rcda5c653359047d5"/>
  </p:notesMasterIdLst>
  <p:sldIdLst>
    <p:sldId xmlns:r="http://schemas.openxmlformats.org/officeDocument/2006/relationships" id="256" r:id="Rdbb886cd33644edf"/>
    <p:sldId xmlns:r="http://schemas.openxmlformats.org/officeDocument/2006/relationships" id="257" r:id="R304701bf972f46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b80259499940fd" /><Relationship Type="http://schemas.openxmlformats.org/officeDocument/2006/relationships/slideMaster" Target="/ppt/slideMasters/slideMaster1.xml" Id="Rab43abb00089426b" /><Relationship Type="http://schemas.openxmlformats.org/officeDocument/2006/relationships/notesMaster" Target="/ppt/notesMasters/notesMaster1.xml" Id="Rcda5c653359047d5" /><Relationship Type="http://schemas.openxmlformats.org/officeDocument/2006/relationships/presProps" Target="/ppt/presProps.xml" Id="Rf12c8d238cc94169" /><Relationship Type="http://schemas.openxmlformats.org/officeDocument/2006/relationships/viewProps" Target="/ppt/viewProps.xml" Id="R0de794d5713249b5" /><Relationship Type="http://schemas.openxmlformats.org/officeDocument/2006/relationships/tableStyles" Target="/ppt/tableStyles.xml" Id="R4955097419674af1" /><Relationship Type="http://schemas.openxmlformats.org/officeDocument/2006/relationships/slide" Target="/ppt/slides/slide1.xml" Id="Rdbb886cd33644edf" /><Relationship Type="http://schemas.openxmlformats.org/officeDocument/2006/relationships/slide" Target="/ppt/slides/slide2.xml" Id="R304701bf972f46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d6e3f1d6e2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eae9b56d24c2a" /><Relationship Type="http://schemas.openxmlformats.org/officeDocument/2006/relationships/notesMaster" Target="/ppt/notesMasters/notesMaster1.xml" Id="Rad9794f707e243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393fb6b894f0d" /><Relationship Type="http://schemas.openxmlformats.org/officeDocument/2006/relationships/notesMaster" Target="/ppt/notesMasters/notesMaster1.xml" Id="R0da31f6d71054a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D:/a_work/gitee/PaperToSkill/paper/effectslice_aaai/src/4.method.tex</a:t>
            </a:r>
          </a:p>
          <a:p xmlns:a="http://schemas.openxmlformats.org/drawingml/2006/main">
            <a:r>
              <a:t>- D:/a_work/gitee/PaperToSkill/paper/effectslice_aaai/images/SkillAudit_Main_Figure_v3_3.pptx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D:/a_work/gitee/PaperToSkill/paper/effectslice_aaai/src/4.method.tex</a:t>
            </a:r>
          </a:p>
          <a:p xmlns:a="http://schemas.openxmlformats.org/drawingml/2006/main">
            <a:r>
              <a:t>- D:/a_work/gitee/PaperToSkill/paper/effectslice_aaai/images/SkillAudit_Main_Figure_v3_3.pptx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610fed1bc4e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e10992c1e54f25" /><Relationship Type="http://schemas.openxmlformats.org/officeDocument/2006/relationships/slideLayout" Target="/ppt/slideLayouts/slideLayout1.xml" Id="R5969ceee1a60410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69ceee1a60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3e99467074120" /><Relationship Type="http://schemas.openxmlformats.org/officeDocument/2006/relationships/notesSlide" Target="/ppt/notesSlides/notesSlide1.xml" Id="R16a1523429b945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d13b7d332455e" /><Relationship Type="http://schemas.openxmlformats.org/officeDocument/2006/relationships/notesSlide" Target="/ppt/notesSlides/notesSlide2.xml" Id="Rea9b3ce7754341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page-title">
            <a:extLst xmlns:a="http://schemas.openxmlformats.org/drawingml/2006/main">
              <a:ext uri="{FF2B5EF4-FFF2-40B4-BE49-F238E27FC236}">
                <a16:creationId xmlns:a16="http://schemas.microsoft.com/office/drawing/2014/main" id="{5E886C94-DADB-476A-A1E3-DCF9B5D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INPUT PREPARATION (OUTSIDE SKILLAUDIT)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AB168F3-BE8B-4614-82BF-89E0EB76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Paper-derived artifacts and evaluation settings are prepared upstream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10A7B4-50D5-4CD0-B5BF-84F0E1CF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" name="paper-kicker">
            <a:extLst xmlns:a="http://schemas.openxmlformats.org/drawingml/2006/main">
              <a:ext uri="{FF2B5EF4-FFF2-40B4-BE49-F238E27FC236}">
                <a16:creationId xmlns:a16="http://schemas.microsoft.com/office/drawing/2014/main" id="{51CA59D8-18B7-43DB-B6E0-81849CE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5" name="source-paper-shadow">
            <a:extLst xmlns:a="http://schemas.openxmlformats.org/drawingml/2006/main">
              <a:ext uri="{FF2B5EF4-FFF2-40B4-BE49-F238E27FC236}">
                <a16:creationId xmlns:a16="http://schemas.microsoft.com/office/drawing/2014/main" id="{CEC7FE31-CFCA-4B0C-A1B0-F5AB483D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59" y="2091309"/>
            <a:ext cx="683514" cy="89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6" name="source-paper-page">
            <a:extLst xmlns:a="http://schemas.openxmlformats.org/drawingml/2006/main">
              <a:ext uri="{FF2B5EF4-FFF2-40B4-BE49-F238E27FC236}">
                <a16:creationId xmlns:a16="http://schemas.microsoft.com/office/drawing/2014/main" id="{3AA3C905-6D82-4579-ADA1-3C7B463E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683514" cy="893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F2933"/>
            </a:solidFill>
            <a:prstDash val="solid"/>
          </a:ln>
        </p:spPr>
      </p:sp>
      <p:sp>
        <p:nvSpPr>
          <p:cNvPr id="7" name="source-paper-bar-0">
            <a:extLst xmlns:a="http://schemas.openxmlformats.org/drawingml/2006/main">
              <a:ext uri="{FF2B5EF4-FFF2-40B4-BE49-F238E27FC236}">
                <a16:creationId xmlns:a16="http://schemas.microsoft.com/office/drawing/2014/main" id="{AE53A19B-0573-4F26-9BAB-309F0E5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" y="2345436"/>
            <a:ext cx="455676" cy="350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8" name="source-paper-bar-1">
            <a:extLst xmlns:a="http://schemas.openxmlformats.org/drawingml/2006/main">
              <a:ext uri="{FF2B5EF4-FFF2-40B4-BE49-F238E27FC236}">
                <a16:creationId xmlns:a16="http://schemas.microsoft.com/office/drawing/2014/main" id="{8CEF24A0-9537-47FD-BF88-5978BABD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" y="2494407"/>
            <a:ext cx="455676" cy="350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9" name="source-paper-bar-2">
            <a:extLst xmlns:a="http://schemas.openxmlformats.org/drawingml/2006/main">
              <a:ext uri="{FF2B5EF4-FFF2-40B4-BE49-F238E27FC236}">
                <a16:creationId xmlns:a16="http://schemas.microsoft.com/office/drawing/2014/main" id="{EDFCEA98-4A40-49F5-B976-B709B4A5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" y="2643378"/>
            <a:ext cx="455676" cy="350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0" name="source-paper-bar-3">
            <a:extLst xmlns:a="http://schemas.openxmlformats.org/drawingml/2006/main">
              <a:ext uri="{FF2B5EF4-FFF2-40B4-BE49-F238E27FC236}">
                <a16:creationId xmlns:a16="http://schemas.microsoft.com/office/drawing/2014/main" id="{BF48F199-C287-4671-B5DE-A0DC6CF7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" y="2792349"/>
            <a:ext cx="332994" cy="350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1" name="paper-label">
            <a:extLst xmlns:a="http://schemas.openxmlformats.org/drawingml/2006/main">
              <a:ext uri="{FF2B5EF4-FFF2-40B4-BE49-F238E27FC236}">
                <a16:creationId xmlns:a16="http://schemas.microsoft.com/office/drawing/2014/main" id="{E37FE30C-2803-4C09-AA18-9F8CE0BC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105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Paper  P</a:t>
            </a:r>
          </a:p>
        </p:txBody>
      </p:sp>
      <p:sp>
        <p:nvSpPr>
          <p:cNvPr id="12" name="paper-note">
            <a:extLst xmlns:a="http://schemas.openxmlformats.org/drawingml/2006/main">
              <a:ext uri="{FF2B5EF4-FFF2-40B4-BE49-F238E27FC236}">
                <a16:creationId xmlns:a16="http://schemas.microsoft.com/office/drawing/2014/main" id="{0DCF97E4-BBBD-4E8C-97CA-78BC0997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909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method description</a:t>
            </a:r>
          </a:p>
        </p:txBody>
      </p:sp>
      <p:sp>
        <p:nvSpPr>
          <p:cNvPr id="13" name="paper-to-extract">
            <a:extLst xmlns:a="http://schemas.openxmlformats.org/drawingml/2006/main">
              <a:ext uri="{FF2B5EF4-FFF2-40B4-BE49-F238E27FC236}">
                <a16:creationId xmlns:a16="http://schemas.microsoft.com/office/drawing/2014/main" id="{834BBE70-0900-4429-A118-FD60072B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4" name="extractor-box">
            <a:extLst xmlns:a="http://schemas.openxmlformats.org/drawingml/2006/main">
              <a:ext uri="{FF2B5EF4-FFF2-40B4-BE49-F238E27FC236}">
                <a16:creationId xmlns:a16="http://schemas.microsoft.com/office/drawing/2014/main" id="{50D43800-3C40-408B-86EA-A7F4DA2E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76450"/>
            <a:ext cx="1123950" cy="135255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C7D1DD"/>
            </a:solidFill>
            <a:prstDash val="solid"/>
          </a:ln>
        </p:spPr>
      </p:sp>
      <p:sp>
        <p:nvSpPr>
          <p:cNvPr id="15" name="extractor-symbol">
            <a:extLst xmlns:a="http://schemas.openxmlformats.org/drawingml/2006/main">
              <a:ext uri="{FF2B5EF4-FFF2-40B4-BE49-F238E27FC236}">
                <a16:creationId xmlns:a16="http://schemas.microsoft.com/office/drawing/2014/main" id="{9521B206-EB9F-42EE-A966-31CA169C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098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H / AI</a:t>
            </a:r>
          </a:p>
        </p:txBody>
      </p:sp>
      <p:sp>
        <p:nvSpPr>
          <p:cNvPr id="16" name="extractor-title">
            <a:extLst xmlns:a="http://schemas.openxmlformats.org/drawingml/2006/main">
              <a:ext uri="{FF2B5EF4-FFF2-40B4-BE49-F238E27FC236}">
                <a16:creationId xmlns:a16="http://schemas.microsoft.com/office/drawing/2014/main" id="{D29338F9-C674-406B-8C84-01EBE6AD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76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EXTRACT</a:t>
            </a:r>
          </a:p>
        </p:txBody>
      </p:sp>
      <p:sp>
        <p:nvSpPr>
          <p:cNvPr id="17" name="extractor-note">
            <a:extLst xmlns:a="http://schemas.openxmlformats.org/drawingml/2006/main">
              <a:ext uri="{FF2B5EF4-FFF2-40B4-BE49-F238E27FC236}">
                <a16:creationId xmlns:a16="http://schemas.microsoft.com/office/drawing/2014/main" id="{045F4988-1F2C-45BF-A59F-219A2614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622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human or agent</a:t>
            </a:r>
          </a:p>
        </p:txBody>
      </p:sp>
      <p:sp>
        <p:nvSpPr>
          <p:cNvPr id="18" name="extract-to-model">
            <a:extLst xmlns:a="http://schemas.openxmlformats.org/drawingml/2006/main">
              <a:ext uri="{FF2B5EF4-FFF2-40B4-BE49-F238E27FC236}">
                <a16:creationId xmlns:a16="http://schemas.microsoft.com/office/drawing/2014/main" id="{74E791D6-3E93-40DD-A24A-5AB03590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9" name="procedural-model-shell">
            <a:extLst xmlns:a="http://schemas.openxmlformats.org/drawingml/2006/main">
              <a:ext uri="{FF2B5EF4-FFF2-40B4-BE49-F238E27FC236}">
                <a16:creationId xmlns:a16="http://schemas.microsoft.com/office/drawing/2014/main" id="{3199D54E-53B8-4B75-85D0-EDF5C803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81150"/>
            <a:ext cx="2266950" cy="2133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478F6"/>
            </a:solidFill>
            <a:prstDash val="solid"/>
          </a:ln>
        </p:spPr>
      </p:sp>
      <p:sp>
        <p:nvSpPr>
          <p:cNvPr id="20" name="procedural-model-kicker">
            <a:extLst xmlns:a="http://schemas.openxmlformats.org/drawingml/2006/main">
              <a:ext uri="{FF2B5EF4-FFF2-40B4-BE49-F238E27FC236}">
                <a16:creationId xmlns:a16="http://schemas.microsoft.com/office/drawing/2014/main" id="{286E4ACA-F1C8-4A05-B788-D1A1969C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145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PROCEDURAL MODEL</a:t>
            </a:r>
          </a:p>
        </p:txBody>
      </p:sp>
      <p:sp>
        <p:nvSpPr>
          <p:cNvPr id="21" name="full-dag-edge-0-1">
            <a:extLst xmlns:a="http://schemas.openxmlformats.org/drawingml/2006/main">
              <a:ext uri="{FF2B5EF4-FFF2-40B4-BE49-F238E27FC236}">
                <a16:creationId xmlns:a16="http://schemas.microsoft.com/office/drawing/2014/main" id="{5E4B8CA2-5428-4232-9C27-C0FE4A87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2202180"/>
            <a:ext cx="455676" cy="3067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22" name="full-dag-edge-1-2">
            <a:extLst xmlns:a="http://schemas.openxmlformats.org/drawingml/2006/main">
              <a:ext uri="{FF2B5EF4-FFF2-40B4-BE49-F238E27FC236}">
                <a16:creationId xmlns:a16="http://schemas.microsoft.com/office/drawing/2014/main" id="{01DE354E-13B0-4DC1-89F8-7C0B4257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456" y="2202180"/>
            <a:ext cx="315468" cy="4556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23" name="full-dag-edge-1-3">
            <a:extLst xmlns:a="http://schemas.openxmlformats.org/drawingml/2006/main">
              <a:ext uri="{FF2B5EF4-FFF2-40B4-BE49-F238E27FC236}">
                <a16:creationId xmlns:a16="http://schemas.microsoft.com/office/drawing/2014/main" id="{BB41565A-5F57-4847-86EE-1B07149C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456" y="2202180"/>
            <a:ext cx="788670" cy="1927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24" name="full-dag-edge-2-4">
            <a:extLst xmlns:a="http://schemas.openxmlformats.org/drawingml/2006/main">
              <a:ext uri="{FF2B5EF4-FFF2-40B4-BE49-F238E27FC236}">
                <a16:creationId xmlns:a16="http://schemas.microsoft.com/office/drawing/2014/main" id="{F78D8760-7307-4E5C-AEE9-5B0F007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924" y="2657856"/>
            <a:ext cx="683514" cy="227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25" name="full-dag-edge-3-4">
            <a:extLst xmlns:a="http://schemas.openxmlformats.org/drawingml/2006/main">
              <a:ext uri="{FF2B5EF4-FFF2-40B4-BE49-F238E27FC236}">
                <a16:creationId xmlns:a16="http://schemas.microsoft.com/office/drawing/2014/main" id="{BFEDD748-8570-42AF-BB6D-134C6ACC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126" y="2394966"/>
            <a:ext cx="210312" cy="490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26" name="full-dag-node-0">
            <a:extLst xmlns:a="http://schemas.openxmlformats.org/drawingml/2006/main">
              <a:ext uri="{FF2B5EF4-FFF2-40B4-BE49-F238E27FC236}">
                <a16:creationId xmlns:a16="http://schemas.microsoft.com/office/drawing/2014/main" id="{60A1A233-48DB-4F95-90D5-4792A6DE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21255"/>
            <a:ext cx="175260" cy="175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27" name="full-dag-node-1">
            <a:extLst xmlns:a="http://schemas.openxmlformats.org/drawingml/2006/main">
              <a:ext uri="{FF2B5EF4-FFF2-40B4-BE49-F238E27FC236}">
                <a16:creationId xmlns:a16="http://schemas.microsoft.com/office/drawing/2014/main" id="{C2A8DA3B-7985-4C0C-8D41-CB6717FB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826" y="2114550"/>
            <a:ext cx="175260" cy="175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28" name="full-dag-node-2">
            <a:extLst xmlns:a="http://schemas.openxmlformats.org/drawingml/2006/main">
              <a:ext uri="{FF2B5EF4-FFF2-40B4-BE49-F238E27FC236}">
                <a16:creationId xmlns:a16="http://schemas.microsoft.com/office/drawing/2014/main" id="{868C5167-3068-4975-904E-D910E72B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294" y="2570226"/>
            <a:ext cx="175260" cy="175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29" name="full-dag-node-3">
            <a:extLst xmlns:a="http://schemas.openxmlformats.org/drawingml/2006/main">
              <a:ext uri="{FF2B5EF4-FFF2-40B4-BE49-F238E27FC236}">
                <a16:creationId xmlns:a16="http://schemas.microsoft.com/office/drawing/2014/main" id="{736619C5-76B9-43C3-A7D6-A8C04D3D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2307336"/>
            <a:ext cx="175260" cy="175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30" name="full-dag-node-4">
            <a:extLst xmlns:a="http://schemas.openxmlformats.org/drawingml/2006/main">
              <a:ext uri="{FF2B5EF4-FFF2-40B4-BE49-F238E27FC236}">
                <a16:creationId xmlns:a16="http://schemas.microsoft.com/office/drawing/2014/main" id="{9CE1B40F-771B-4430-843B-BF48D33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2798064"/>
            <a:ext cx="175260" cy="175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31" name="procedural-model-formula">
            <a:extLst xmlns:a="http://schemas.openxmlformats.org/drawingml/2006/main">
              <a:ext uri="{FF2B5EF4-FFF2-40B4-BE49-F238E27FC236}">
                <a16:creationId xmlns:a16="http://schemas.microsoft.com/office/drawing/2014/main" id="{62E37D98-063C-49B5-9CBD-DE860CF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Atoms  A = {aᵢ}     DAG  G = (A, E)</a:t>
            </a:r>
          </a:p>
        </p:txBody>
      </p:sp>
      <p:sp>
        <p:nvSpPr>
          <p:cNvPr id="32" name="model-branch-line">
            <a:extLst xmlns:a="http://schemas.openxmlformats.org/drawingml/2006/main">
              <a:ext uri="{FF2B5EF4-FFF2-40B4-BE49-F238E27FC236}">
                <a16:creationId xmlns:a16="http://schemas.microsoft.com/office/drawing/2014/main" id="{2A7421A0-2BB5-49A3-B4B6-E8240BFC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3" name="branch-vertical">
            <a:extLst xmlns:a="http://schemas.openxmlformats.org/drawingml/2006/main">
              <a:ext uri="{FF2B5EF4-FFF2-40B4-BE49-F238E27FC236}">
                <a16:creationId xmlns:a16="http://schemas.microsoft.com/office/drawing/2014/main" id="{266175FD-EF29-4220-B263-8528A21E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7D1DD"/>
            </a:solidFill>
            <a:prstDash val="solid"/>
          </a:ln>
        </p:spPr>
      </p:sp>
      <p:sp>
        <p:nvSpPr>
          <p:cNvPr id="34" name="branch-full-arrow">
            <a:extLst xmlns:a="http://schemas.openxmlformats.org/drawingml/2006/main">
              <a:ext uri="{FF2B5EF4-FFF2-40B4-BE49-F238E27FC236}">
                <a16:creationId xmlns:a16="http://schemas.microsoft.com/office/drawing/2014/main" id="{BE21A66B-FFEC-4BEC-9488-E2EB25A9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954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35" name="branch-candidate-arrow">
            <a:extLst xmlns:a="http://schemas.openxmlformats.org/drawingml/2006/main">
              <a:ext uri="{FF2B5EF4-FFF2-40B4-BE49-F238E27FC236}">
                <a16:creationId xmlns:a16="http://schemas.microsoft.com/office/drawing/2014/main" id="{24586200-AA96-4510-84EB-E03528AA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480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36" name="full-lane">
            <a:extLst xmlns:a="http://schemas.openxmlformats.org/drawingml/2006/main">
              <a:ext uri="{FF2B5EF4-FFF2-40B4-BE49-F238E27FC236}">
                <a16:creationId xmlns:a16="http://schemas.microsoft.com/office/drawing/2014/main" id="{8C16590D-2B6F-49C2-AE83-DDA3CE3C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04950"/>
            <a:ext cx="12573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478F6"/>
            </a:solidFill>
            <a:prstDash val="solid"/>
          </a:ln>
        </p:spPr>
      </p:sp>
      <p:sp>
        <p:nvSpPr>
          <p:cNvPr id="37" name="full-lane-kicker">
            <a:extLst xmlns:a="http://schemas.openxmlformats.org/drawingml/2006/main">
              <a:ext uri="{FF2B5EF4-FFF2-40B4-BE49-F238E27FC236}">
                <a16:creationId xmlns:a16="http://schemas.microsoft.com/office/drawing/2014/main" id="{915D06BA-2992-4175-BEAB-6D1D15C5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383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FULL</a:t>
            </a:r>
          </a:p>
        </p:txBody>
      </p:sp>
      <p:sp>
        <p:nvSpPr>
          <p:cNvPr id="38" name="full-lane-set">
            <a:extLst xmlns:a="http://schemas.openxmlformats.org/drawingml/2006/main">
              <a:ext uri="{FF2B5EF4-FFF2-40B4-BE49-F238E27FC236}">
                <a16:creationId xmlns:a16="http://schemas.microsoft.com/office/drawing/2014/main" id="{DFC0EE33-6DC8-4925-8D9A-796C58A4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A, G</a:t>
            </a:r>
          </a:p>
        </p:txBody>
      </p:sp>
      <p:sp>
        <p:nvSpPr>
          <p:cNvPr id="39" name="full-lane-note">
            <a:extLst xmlns:a="http://schemas.openxmlformats.org/drawingml/2006/main">
              <a:ext uri="{FF2B5EF4-FFF2-40B4-BE49-F238E27FC236}">
                <a16:creationId xmlns:a16="http://schemas.microsoft.com/office/drawing/2014/main" id="{2E58FB83-FCC3-4042-B85F-C4685AC3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unchanged</a:t>
            </a:r>
          </a:p>
        </p:txBody>
      </p:sp>
      <p:sp>
        <p:nvSpPr>
          <p:cNvPr id="40" name="candidate-lane">
            <a:extLst xmlns:a="http://schemas.openxmlformats.org/drawingml/2006/main">
              <a:ext uri="{FF2B5EF4-FFF2-40B4-BE49-F238E27FC236}">
                <a16:creationId xmlns:a16="http://schemas.microsoft.com/office/drawing/2014/main" id="{33CC3B51-A57D-40D8-98E2-657D0D0D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2573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BFF"/>
          </a:solidFill>
          <a:ln xmlns:a="http://schemas.openxmlformats.org/drawingml/2006/main" w="13335">
            <a:solidFill>
              <a:srgbClr val="45BCE2"/>
            </a:solidFill>
            <a:prstDash val="solid"/>
          </a:ln>
        </p:spPr>
      </p:sp>
      <p:sp>
        <p:nvSpPr>
          <p:cNvPr id="41" name="candidate-lane-kicker">
            <a:extLst xmlns:a="http://schemas.openxmlformats.org/drawingml/2006/main">
              <a:ext uri="{FF2B5EF4-FFF2-40B4-BE49-F238E27FC236}">
                <a16:creationId xmlns:a16="http://schemas.microsoft.com/office/drawing/2014/main" id="{C14FD0B5-1D71-4FAD-BF4A-FF1C9A6B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45BCE2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45BCE2"/>
                </a:solidFill>
                <a:latin typeface="Calibri"/>
                <a:ea typeface="Calibri"/>
                <a:cs typeface="Calibri"/>
              </a:rPr>
              <a:t>SIMPLIFIED</a:t>
            </a:r>
          </a:p>
        </p:txBody>
      </p:sp>
      <p:sp>
        <p:nvSpPr>
          <p:cNvPr id="42" name="candidate-lane-set">
            <a:extLst xmlns:a="http://schemas.openxmlformats.org/drawingml/2006/main">
              <a:ext uri="{FF2B5EF4-FFF2-40B4-BE49-F238E27FC236}">
                <a16:creationId xmlns:a16="http://schemas.microsoft.com/office/drawing/2014/main" id="{F153BD54-9A8D-4FAD-B757-A97888DC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Aₛ ⊂ A</a:t>
            </a:r>
          </a:p>
        </p:txBody>
      </p:sp>
      <p:sp>
        <p:nvSpPr>
          <p:cNvPr id="43" name="candidate-lane-note">
            <a:extLst xmlns:a="http://schemas.openxmlformats.org/drawingml/2006/main">
              <a:ext uri="{FF2B5EF4-FFF2-40B4-BE49-F238E27FC236}">
                <a16:creationId xmlns:a16="http://schemas.microsoft.com/office/drawing/2014/main" id="{5693351E-94FF-4B4F-AC97-8521C0B4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edited upstream</a:t>
            </a:r>
          </a:p>
        </p:txBody>
      </p:sp>
      <p:sp>
        <p:nvSpPr>
          <p:cNvPr id="44" name="candidate-drop-marker">
            <a:extLst xmlns:a="http://schemas.openxmlformats.org/drawingml/2006/main">
              <a:ext uri="{FF2B5EF4-FFF2-40B4-BE49-F238E27FC236}">
                <a16:creationId xmlns:a16="http://schemas.microsoft.com/office/drawing/2014/main" id="{D6C569FE-653A-44DF-85EB-DFE0A862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F5560"/>
            </a:solidFill>
            <a:prstDash val="solid"/>
          </a:ln>
        </p:spPr>
      </p:sp>
      <p:sp>
        <p:nvSpPr>
          <p:cNvPr id="45" name="candidate-drop-x">
            <a:extLst xmlns:a="http://schemas.openxmlformats.org/drawingml/2006/main">
              <a:ext uri="{FF2B5EF4-FFF2-40B4-BE49-F238E27FC236}">
                <a16:creationId xmlns:a16="http://schemas.microsoft.com/office/drawing/2014/main" id="{9DB8DC0B-BA3F-460D-901C-F9466656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556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DF5560"/>
                </a:solidFill>
                <a:latin typeface="Calibri"/>
                <a:ea typeface="Calibri"/>
                <a:cs typeface="Calibri"/>
              </a:rPr>
              <a:t>×</a:t>
            </a:r>
          </a:p>
        </p:txBody>
      </p:sp>
      <p:sp>
        <p:nvSpPr>
          <p:cNvPr id="46" name="full-to-render">
            <a:extLst xmlns:a="http://schemas.openxmlformats.org/drawingml/2006/main">
              <a:ext uri="{FF2B5EF4-FFF2-40B4-BE49-F238E27FC236}">
                <a16:creationId xmlns:a16="http://schemas.microsoft.com/office/drawing/2014/main" id="{53746941-A20B-4D74-B823-74D55632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47" name="candidate-to-render">
            <a:extLst xmlns:a="http://schemas.openxmlformats.org/drawingml/2006/main">
              <a:ext uri="{FF2B5EF4-FFF2-40B4-BE49-F238E27FC236}">
                <a16:creationId xmlns:a16="http://schemas.microsoft.com/office/drawing/2014/main" id="{96B17435-E1E8-4FC3-8E3E-C42B3F97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48" name="renderer">
            <a:extLst xmlns:a="http://schemas.openxmlformats.org/drawingml/2006/main">
              <a:ext uri="{FF2B5EF4-FFF2-40B4-BE49-F238E27FC236}">
                <a16:creationId xmlns:a16="http://schemas.microsoft.com/office/drawing/2014/main" id="{8EA616A8-810A-440B-92DA-ED741003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704850" cy="16764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C7D1DD"/>
            </a:solidFill>
            <a:prstDash val="solid"/>
          </a:ln>
        </p:spPr>
      </p:sp>
      <p:sp>
        <p:nvSpPr>
          <p:cNvPr id="49" name="renderer-r">
            <a:extLst xmlns:a="http://schemas.openxmlformats.org/drawingml/2006/main">
              <a:ext uri="{FF2B5EF4-FFF2-40B4-BE49-F238E27FC236}">
                <a16:creationId xmlns:a16="http://schemas.microsoft.com/office/drawing/2014/main" id="{32F14160-159F-4874-8F20-967EE435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4000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6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50" name="renderer-title">
            <a:extLst xmlns:a="http://schemas.openxmlformats.org/drawingml/2006/main">
              <a:ext uri="{FF2B5EF4-FFF2-40B4-BE49-F238E27FC236}">
                <a16:creationId xmlns:a16="http://schemas.microsoft.com/office/drawing/2014/main" id="{DB8CEA2A-444C-49F2-B192-42EF568B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RENDER</a:t>
            </a:r>
          </a:p>
        </p:txBody>
      </p:sp>
      <p:sp>
        <p:nvSpPr>
          <p:cNvPr id="51" name="renderer-note">
            <a:extLst xmlns:a="http://schemas.openxmlformats.org/drawingml/2006/main">
              <a:ext uri="{FF2B5EF4-FFF2-40B4-BE49-F238E27FC236}">
                <a16:creationId xmlns:a16="http://schemas.microsoft.com/office/drawing/2014/main" id="{C628CD42-4742-460A-9CB0-E2155E5F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same fixed</a:t>
            </a:r>
          </a:p>
          <a:p xmlns:a="http://schemas.openxmlformats.org/drawingml/2006/main">
            <a:pPr algn="ctr">
              <a:defRPr sz="788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renderer</a:t>
            </a:r>
          </a:p>
        </p:txBody>
      </p:sp>
      <p:sp>
        <p:nvSpPr>
          <p:cNvPr id="52" name="full-spec-shadow">
            <a:extLst xmlns:a="http://schemas.openxmlformats.org/drawingml/2006/main">
              <a:ext uri="{FF2B5EF4-FFF2-40B4-BE49-F238E27FC236}">
                <a16:creationId xmlns:a16="http://schemas.microsoft.com/office/drawing/2014/main" id="{C4E49FA1-74EA-4F0A-8482-365E355E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95425"/>
            <a:ext cx="838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53" name="full-spec-page">
            <a:extLst xmlns:a="http://schemas.openxmlformats.org/drawingml/2006/main">
              <a:ext uri="{FF2B5EF4-FFF2-40B4-BE49-F238E27FC236}">
                <a16:creationId xmlns:a16="http://schemas.microsoft.com/office/drawing/2014/main" id="{350C8BAC-32D1-4046-AFAB-313AA80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62100"/>
            <a:ext cx="838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54" name="full-spec-bar-0">
            <a:extLst xmlns:a="http://schemas.openxmlformats.org/drawingml/2006/main">
              <a:ext uri="{FF2B5EF4-FFF2-40B4-BE49-F238E27FC236}">
                <a16:creationId xmlns:a16="http://schemas.microsoft.com/office/drawing/2014/main" id="{C47A25EA-06D6-4EFA-A0CD-647F5672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5" name="full-spec-bar-1">
            <a:extLst xmlns:a="http://schemas.openxmlformats.org/drawingml/2006/main">
              <a:ext uri="{FF2B5EF4-FFF2-40B4-BE49-F238E27FC236}">
                <a16:creationId xmlns:a16="http://schemas.microsoft.com/office/drawing/2014/main" id="{620C1B89-A991-4270-BB42-8ECBA8D2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6" name="full-spec-bar-2">
            <a:extLst xmlns:a="http://schemas.openxmlformats.org/drawingml/2006/main">
              <a:ext uri="{FF2B5EF4-FFF2-40B4-BE49-F238E27FC236}">
                <a16:creationId xmlns:a16="http://schemas.microsoft.com/office/drawing/2014/main" id="{0FF48D4B-8AB8-4077-BA39-0C9F7AAD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7" name="full-spec-bar-3">
            <a:extLst xmlns:a="http://schemas.openxmlformats.org/drawingml/2006/main">
              <a:ext uri="{FF2B5EF4-FFF2-40B4-BE49-F238E27FC236}">
                <a16:creationId xmlns:a16="http://schemas.microsoft.com/office/drawing/2014/main" id="{B06C60B3-37D4-4D3C-86E4-FF610E54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8" name="full-spec-bar-4">
            <a:extLst xmlns:a="http://schemas.openxmlformats.org/drawingml/2006/main">
              <a:ext uri="{FF2B5EF4-FFF2-40B4-BE49-F238E27FC236}">
                <a16:creationId xmlns:a16="http://schemas.microsoft.com/office/drawing/2014/main" id="{52ED73A2-7D2B-455A-B254-F4EFFB4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9" name="full-spec-kicker">
            <a:extLst xmlns:a="http://schemas.openxmlformats.org/drawingml/2006/main">
              <a:ext uri="{FF2B5EF4-FFF2-40B4-BE49-F238E27FC236}">
                <a16:creationId xmlns:a16="http://schemas.microsoft.com/office/drawing/2014/main" id="{244D63BE-82AA-42F9-84EA-3D6EAAF6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2573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FULL SPEC.</a:t>
            </a:r>
          </a:p>
        </p:txBody>
      </p:sp>
      <p:sp>
        <p:nvSpPr>
          <p:cNvPr id="60" name="full-spec-formula">
            <a:extLst xmlns:a="http://schemas.openxmlformats.org/drawingml/2006/main">
              <a:ext uri="{FF2B5EF4-FFF2-40B4-BE49-F238E27FC236}">
                <a16:creationId xmlns:a16="http://schemas.microsoft.com/office/drawing/2014/main" id="{84B0F8AB-C3FB-433B-AD9A-3CB00C18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860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F = R(A)</a:t>
            </a:r>
          </a:p>
        </p:txBody>
      </p:sp>
      <p:sp>
        <p:nvSpPr>
          <p:cNvPr id="61" name="candidate-spec-shadow">
            <a:extLst xmlns:a="http://schemas.openxmlformats.org/drawingml/2006/main">
              <a:ext uri="{FF2B5EF4-FFF2-40B4-BE49-F238E27FC236}">
                <a16:creationId xmlns:a16="http://schemas.microsoft.com/office/drawing/2014/main" id="{51C61A20-2562-4BAB-946C-CFEEF2B5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67075"/>
            <a:ext cx="838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62" name="candidate-spec-page">
            <a:extLst xmlns:a="http://schemas.openxmlformats.org/drawingml/2006/main">
              <a:ext uri="{FF2B5EF4-FFF2-40B4-BE49-F238E27FC236}">
                <a16:creationId xmlns:a16="http://schemas.microsoft.com/office/drawing/2014/main" id="{3FE8E530-5A2B-455A-8A93-D683A0B3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33750"/>
            <a:ext cx="838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5BCE2"/>
            </a:solidFill>
            <a:prstDash val="solid"/>
          </a:ln>
        </p:spPr>
      </p:sp>
      <p:sp>
        <p:nvSpPr>
          <p:cNvPr id="63" name="candidate-spec-bar-0">
            <a:extLst xmlns:a="http://schemas.openxmlformats.org/drawingml/2006/main">
              <a:ext uri="{FF2B5EF4-FFF2-40B4-BE49-F238E27FC236}">
                <a16:creationId xmlns:a16="http://schemas.microsoft.com/office/drawing/2014/main" id="{5ED89541-802F-4A74-91A1-9DB86AFA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052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64" name="candidate-spec-bar-1">
            <a:extLst xmlns:a="http://schemas.openxmlformats.org/drawingml/2006/main">
              <a:ext uri="{FF2B5EF4-FFF2-40B4-BE49-F238E27FC236}">
                <a16:creationId xmlns:a16="http://schemas.microsoft.com/office/drawing/2014/main" id="{97EA480D-A110-4597-ACE1-2087B616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57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65" name="candidate-spec-bar-2">
            <a:extLst xmlns:a="http://schemas.openxmlformats.org/drawingml/2006/main">
              <a:ext uri="{FF2B5EF4-FFF2-40B4-BE49-F238E27FC236}">
                <a16:creationId xmlns:a16="http://schemas.microsoft.com/office/drawing/2014/main" id="{1674A1D1-05D1-4B8E-99AE-B275FBDF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100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66" name="candidate-spec-bar-3">
            <a:extLst xmlns:a="http://schemas.openxmlformats.org/drawingml/2006/main">
              <a:ext uri="{FF2B5EF4-FFF2-40B4-BE49-F238E27FC236}">
                <a16:creationId xmlns:a16="http://schemas.microsoft.com/office/drawing/2014/main" id="{AAC56531-EF94-414A-9814-3262200D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62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67" name="candidate-spec-bar-4">
            <a:extLst xmlns:a="http://schemas.openxmlformats.org/drawingml/2006/main">
              <a:ext uri="{FF2B5EF4-FFF2-40B4-BE49-F238E27FC236}">
                <a16:creationId xmlns:a16="http://schemas.microsoft.com/office/drawing/2014/main" id="{FE9D6687-6663-490D-9D41-15C3AC64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14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68" name="candidate-spec-kicker">
            <a:extLst xmlns:a="http://schemas.openxmlformats.org/drawingml/2006/main">
              <a:ext uri="{FF2B5EF4-FFF2-40B4-BE49-F238E27FC236}">
                <a16:creationId xmlns:a16="http://schemas.microsoft.com/office/drawing/2014/main" id="{7A64510E-6B79-49E1-9130-EBDCFA4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289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45BCE2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45BCE2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69" name="candidate-spec-formula">
            <a:extLst xmlns:a="http://schemas.openxmlformats.org/drawingml/2006/main">
              <a:ext uri="{FF2B5EF4-FFF2-40B4-BE49-F238E27FC236}">
                <a16:creationId xmlns:a16="http://schemas.microsoft.com/office/drawing/2014/main" id="{3D7F251E-5E9B-4141-B469-655B8E8C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577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 = R(Aₛ)</a:t>
            </a:r>
          </a:p>
        </p:txBody>
      </p:sp>
      <p:sp>
        <p:nvSpPr>
          <p:cNvPr id="70" name="renderer-to-full">
            <a:extLst xmlns:a="http://schemas.openxmlformats.org/drawingml/2006/main">
              <a:ext uri="{FF2B5EF4-FFF2-40B4-BE49-F238E27FC236}">
                <a16:creationId xmlns:a16="http://schemas.microsoft.com/office/drawing/2014/main" id="{3D7396FE-930D-430E-8DAA-73CBB615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19300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71" name="renderer-to-candidate">
            <a:extLst xmlns:a="http://schemas.openxmlformats.org/drawingml/2006/main">
              <a:ext uri="{FF2B5EF4-FFF2-40B4-BE49-F238E27FC236}">
                <a16:creationId xmlns:a16="http://schemas.microsoft.com/office/drawing/2014/main" id="{B9E79495-1345-4E9C-B234-FF591FC0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90950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72" name="evaluation-boundary">
            <a:extLst xmlns:a="http://schemas.openxmlformats.org/drawingml/2006/main">
              <a:ext uri="{FF2B5EF4-FFF2-40B4-BE49-F238E27FC236}">
                <a16:creationId xmlns:a16="http://schemas.microsoft.com/office/drawing/2014/main" id="{5B975451-307F-4CB3-BACA-F75AF938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9650"/>
            <a:ext cx="68008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3"/>
            </a:solidFill>
            <a:prstDash val="solid"/>
          </a:ln>
        </p:spPr>
      </p:sp>
      <p:sp>
        <p:nvSpPr>
          <p:cNvPr id="73" name="evaluation-tab">
            <a:extLst xmlns:a="http://schemas.openxmlformats.org/drawingml/2006/main">
              <a:ext uri="{FF2B5EF4-FFF2-40B4-BE49-F238E27FC236}">
                <a16:creationId xmlns:a16="http://schemas.microsoft.com/office/drawing/2014/main" id="{81467271-16E0-421E-9D04-51250A7E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74" name="evaluation-tab-text">
            <a:extLst xmlns:a="http://schemas.openxmlformats.org/drawingml/2006/main">
              <a:ext uri="{FF2B5EF4-FFF2-40B4-BE49-F238E27FC236}">
                <a16:creationId xmlns:a16="http://schemas.microsoft.com/office/drawing/2014/main" id="{8C41AE28-8EEE-4FB9-98BF-79B5072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 SETTINGS</a:t>
            </a:r>
          </a:p>
        </p:txBody>
      </p:sp>
      <p:sp>
        <p:nvSpPr>
          <p:cNvPr id="75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E6C14F7D-D81D-431A-8540-98B8BB8E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101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Target task, workspace, tests, scorer, model/tools, budget, seed, and acceptance rule</a:t>
            </a:r>
          </a:p>
        </p:txBody>
      </p:sp>
      <p:sp>
        <p:nvSpPr>
          <p:cNvPr id="76" name="evaluation-symbols">
            <a:extLst xmlns:a="http://schemas.openxmlformats.org/drawingml/2006/main">
              <a:ext uri="{FF2B5EF4-FFF2-40B4-BE49-F238E27FC236}">
                <a16:creationId xmlns:a16="http://schemas.microsoft.com/office/drawing/2014/main" id="{30693EB6-8C9A-43A7-BA39-8F1CAD1B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62575"/>
            <a:ext cx="622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t   W   M   T   U   Q   σ   τ   γ</a:t>
            </a:r>
          </a:p>
        </p:txBody>
      </p:sp>
      <p:sp>
        <p:nvSpPr>
          <p:cNvPr id="77" name="specs-to-bundle">
            <a:extLst xmlns:a="http://schemas.openxmlformats.org/drawingml/2006/main">
              <a:ext uri="{FF2B5EF4-FFF2-40B4-BE49-F238E27FC236}">
                <a16:creationId xmlns:a16="http://schemas.microsoft.com/office/drawing/2014/main" id="{B9A2D7DF-807A-4D11-82B0-A09A49EA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098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78" name="candidate-to-bundle">
            <a:extLst xmlns:a="http://schemas.openxmlformats.org/drawingml/2006/main">
              <a:ext uri="{FF2B5EF4-FFF2-40B4-BE49-F238E27FC236}">
                <a16:creationId xmlns:a16="http://schemas.microsoft.com/office/drawing/2014/main" id="{E6F05A8C-63C7-4617-8348-F27D515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3434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BCE2"/>
            </a:solidFill>
            <a:prstDash val="solid"/>
          </a:ln>
        </p:spPr>
      </p:sp>
      <p:sp>
        <p:nvSpPr>
          <p:cNvPr id="79" name="evaluation-to-bundle-a">
            <a:extLst xmlns:a="http://schemas.openxmlformats.org/drawingml/2006/main">
              <a:ext uri="{FF2B5EF4-FFF2-40B4-BE49-F238E27FC236}">
                <a16:creationId xmlns:a16="http://schemas.microsoft.com/office/drawing/2014/main" id="{5E36C15D-5872-4E17-A660-484E3E83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149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F2933"/>
            </a:solidFill>
            <a:prstDash val="dash"/>
          </a:ln>
        </p:spPr>
      </p:sp>
      <p:sp>
        <p:nvSpPr>
          <p:cNvPr id="80" name="evaluation-to-bundle-b">
            <a:extLst xmlns:a="http://schemas.openxmlformats.org/drawingml/2006/main">
              <a:ext uri="{FF2B5EF4-FFF2-40B4-BE49-F238E27FC236}">
                <a16:creationId xmlns:a16="http://schemas.microsoft.com/office/drawing/2014/main" id="{77A6FC93-7874-4228-BD18-BFA6F13A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625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F2933"/>
            </a:solidFill>
            <a:prstDash val="dash"/>
          </a:ln>
        </p:spPr>
      </p:sp>
      <p:sp>
        <p:nvSpPr>
          <p:cNvPr id="81" name="evaluation-to-bundle-head">
            <a:extLst xmlns:a="http://schemas.openxmlformats.org/drawingml/2006/main">
              <a:ext uri="{FF2B5EF4-FFF2-40B4-BE49-F238E27FC236}">
                <a16:creationId xmlns:a16="http://schemas.microsoft.com/office/drawing/2014/main" id="{176F45C9-453B-4A0B-9EBB-77CFE891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95875"/>
            <a:ext cx="2476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82" name="registered-bundle-shell">
            <a:extLst xmlns:a="http://schemas.openxmlformats.org/drawingml/2006/main">
              <a:ext uri="{FF2B5EF4-FFF2-40B4-BE49-F238E27FC236}">
                <a16:creationId xmlns:a16="http://schemas.microsoft.com/office/drawing/2014/main" id="{77E5A35D-F14A-4765-945B-BA97377C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581150"/>
            <a:ext cx="1409700" cy="4248150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83" name="registered-bundle-tab">
            <a:extLst xmlns:a="http://schemas.openxmlformats.org/drawingml/2006/main">
              <a:ext uri="{FF2B5EF4-FFF2-40B4-BE49-F238E27FC236}">
                <a16:creationId xmlns:a16="http://schemas.microsoft.com/office/drawing/2014/main" id="{51A83672-21A5-4468-A6D3-8E0B8A2E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85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84" name="registered-bundle-tab-text">
            <a:extLst xmlns:a="http://schemas.openxmlformats.org/drawingml/2006/main">
              <a:ext uri="{FF2B5EF4-FFF2-40B4-BE49-F238E27FC236}">
                <a16:creationId xmlns:a16="http://schemas.microsoft.com/office/drawing/2014/main" id="{6EF787B8-363C-45ED-8E2D-4FCCB624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85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REGISTERED INPUT</a:t>
            </a:r>
          </a:p>
        </p:txBody>
      </p:sp>
      <p:sp>
        <p:nvSpPr>
          <p:cNvPr id="85" name="registered-bundle-omega">
            <a:extLst xmlns:a="http://schemas.openxmlformats.org/drawingml/2006/main">
              <a:ext uri="{FF2B5EF4-FFF2-40B4-BE49-F238E27FC236}">
                <a16:creationId xmlns:a16="http://schemas.microsoft.com/office/drawing/2014/main" id="{C847575E-CCFC-41F9-BA46-F1EEEC1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28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Ω</a:t>
            </a:r>
          </a:p>
        </p:txBody>
      </p:sp>
      <p:sp>
        <p:nvSpPr>
          <p:cNvPr id="86" name="bundle-row-0">
            <a:extLst xmlns:a="http://schemas.openxmlformats.org/drawingml/2006/main">
              <a:ext uri="{FF2B5EF4-FFF2-40B4-BE49-F238E27FC236}">
                <a16:creationId xmlns:a16="http://schemas.microsoft.com/office/drawing/2014/main" id="{3A0E8EDA-108F-4220-92DE-13F8F573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81275"/>
            <a:ext cx="10668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87" name="bundle-row-title-0">
            <a:extLst xmlns:a="http://schemas.openxmlformats.org/drawingml/2006/main">
              <a:ext uri="{FF2B5EF4-FFF2-40B4-BE49-F238E27FC236}">
                <a16:creationId xmlns:a16="http://schemas.microsoft.com/office/drawing/2014/main" id="{BB118C8F-1CF1-47DB-B220-ECE12033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1937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SOURCE MODEL</a:t>
            </a:r>
          </a:p>
        </p:txBody>
      </p:sp>
      <p:sp>
        <p:nvSpPr>
          <p:cNvPr id="88" name="bundle-row-detail-0">
            <a:extLst xmlns:a="http://schemas.openxmlformats.org/drawingml/2006/main">
              <a:ext uri="{FF2B5EF4-FFF2-40B4-BE49-F238E27FC236}">
                <a16:creationId xmlns:a16="http://schemas.microsoft.com/office/drawing/2014/main" id="{46734983-0B46-4259-9936-40EA67D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717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P, A, G</a:t>
            </a:r>
          </a:p>
        </p:txBody>
      </p:sp>
      <p:sp>
        <p:nvSpPr>
          <p:cNvPr id="89" name="bundle-row-1">
            <a:extLst xmlns:a="http://schemas.openxmlformats.org/drawingml/2006/main">
              <a:ext uri="{FF2B5EF4-FFF2-40B4-BE49-F238E27FC236}">
                <a16:creationId xmlns:a16="http://schemas.microsoft.com/office/drawing/2014/main" id="{4B5AB88B-CD82-483C-973E-F49878B1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33725"/>
            <a:ext cx="10668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0" name="bundle-row-title-1">
            <a:extLst xmlns:a="http://schemas.openxmlformats.org/drawingml/2006/main">
              <a:ext uri="{FF2B5EF4-FFF2-40B4-BE49-F238E27FC236}">
                <a16:creationId xmlns:a16="http://schemas.microsoft.com/office/drawing/2014/main" id="{B26568E9-12C2-4721-9EF5-B013EFF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17182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SPECIFICATIONS</a:t>
            </a:r>
          </a:p>
        </p:txBody>
      </p:sp>
      <p:sp>
        <p:nvSpPr>
          <p:cNvPr id="91" name="bundle-row-detail-1">
            <a:extLst xmlns:a="http://schemas.openxmlformats.org/drawingml/2006/main">
              <a:ext uri="{FF2B5EF4-FFF2-40B4-BE49-F238E27FC236}">
                <a16:creationId xmlns:a16="http://schemas.microsoft.com/office/drawing/2014/main" id="{32AFE2A1-4785-43E5-A845-3494C3DA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3242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F, S</a:t>
            </a:r>
          </a:p>
        </p:txBody>
      </p:sp>
      <p:sp>
        <p:nvSpPr>
          <p:cNvPr id="92" name="bundle-row-2">
            <a:extLst xmlns:a="http://schemas.openxmlformats.org/drawingml/2006/main">
              <a:ext uri="{FF2B5EF4-FFF2-40B4-BE49-F238E27FC236}">
                <a16:creationId xmlns:a16="http://schemas.microsoft.com/office/drawing/2014/main" id="{063321F8-C919-42EE-8458-7E56EB5B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686175"/>
            <a:ext cx="10668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3" name="bundle-row-title-2">
            <a:extLst xmlns:a="http://schemas.openxmlformats.org/drawingml/2006/main">
              <a:ext uri="{FF2B5EF4-FFF2-40B4-BE49-F238E27FC236}">
                <a16:creationId xmlns:a16="http://schemas.microsoft.com/office/drawing/2014/main" id="{2388C4B1-152F-4929-B2A9-A74B5247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2427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TASK BOUNDARY</a:t>
            </a:r>
          </a:p>
        </p:txBody>
      </p:sp>
      <p:sp>
        <p:nvSpPr>
          <p:cNvPr id="94" name="bundle-row-detail-2">
            <a:extLst xmlns:a="http://schemas.openxmlformats.org/drawingml/2006/main">
              <a:ext uri="{FF2B5EF4-FFF2-40B4-BE49-F238E27FC236}">
                <a16:creationId xmlns:a16="http://schemas.microsoft.com/office/drawing/2014/main" id="{D2DE527D-3024-4142-BFC2-C40DCE9A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8766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t, W, M, T, U, Q</a:t>
            </a:r>
          </a:p>
        </p:txBody>
      </p:sp>
      <p:sp>
        <p:nvSpPr>
          <p:cNvPr id="95" name="bundle-row-3">
            <a:extLst xmlns:a="http://schemas.openxmlformats.org/drawingml/2006/main">
              <a:ext uri="{FF2B5EF4-FFF2-40B4-BE49-F238E27FC236}">
                <a16:creationId xmlns:a16="http://schemas.microsoft.com/office/drawing/2014/main" id="{E78A89D6-4F4F-4423-8C43-93888D5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238625"/>
            <a:ext cx="10668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</p:sp>
      <p:sp>
        <p:nvSpPr>
          <p:cNvPr id="96" name="bundle-row-title-3">
            <a:extLst xmlns:a="http://schemas.openxmlformats.org/drawingml/2006/main">
              <a:ext uri="{FF2B5EF4-FFF2-40B4-BE49-F238E27FC236}">
                <a16:creationId xmlns:a16="http://schemas.microsoft.com/office/drawing/2014/main" id="{A408361A-D564-4971-B2FA-E903FB2E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7672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RUN POLICY</a:t>
            </a:r>
          </a:p>
        </p:txBody>
      </p:sp>
      <p:sp>
        <p:nvSpPr>
          <p:cNvPr id="97" name="bundle-row-detail-3">
            <a:extLst xmlns:a="http://schemas.openxmlformats.org/drawingml/2006/main">
              <a:ext uri="{FF2B5EF4-FFF2-40B4-BE49-F238E27FC236}">
                <a16:creationId xmlns:a16="http://schemas.microsoft.com/office/drawing/2014/main" id="{E3EE99D0-B778-492C-9B86-EB9BF07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4291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σ, τ, γ</a:t>
            </a:r>
          </a:p>
        </p:txBody>
      </p:sp>
      <p:sp>
        <p:nvSpPr>
          <p:cNvPr id="98" name="bundle-note">
            <a:extLst xmlns:a="http://schemas.openxmlformats.org/drawingml/2006/main">
              <a:ext uri="{FF2B5EF4-FFF2-40B4-BE49-F238E27FC236}">
                <a16:creationId xmlns:a16="http://schemas.microsoft.com/office/drawing/2014/main" id="{2B22C3C4-57EE-4F2D-A8BF-01DF6EC7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29250"/>
            <a:ext cx="106680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78F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7240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All inputs fixed before SkillAudit</a:t>
            </a:r>
          </a:p>
        </p:txBody>
      </p:sp>
    </p:spTree>
    <p:extLst>
      <p:ext uri="{BB962C8B-B14F-4D97-AF65-F5344CB8AC3E}">
        <p14:creationId xmlns:p14="http://schemas.microsoft.com/office/powerpoint/2010/main" val="989153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age-title">
            <a:extLst xmlns:a="http://schemas.openxmlformats.org/drawingml/2006/main">
              <a:ext uri="{FF2B5EF4-FFF2-40B4-BE49-F238E27FC236}">
                <a16:creationId xmlns:a16="http://schemas.microsoft.com/office/drawing/2014/main" id="{3797DA7B-269E-4B66-A8E4-3B2C861D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SKILLAUDIT: VALIDATION &amp; OUTPUTS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3C5DC89-6E6F-4768-9050-632EC13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The registered input bundle Ω is now fixed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724C813-60E9-4F78-88D3-0718F894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A8B"/>
            </a:solidFill>
            <a:prstDash val="solid"/>
          </a:ln>
        </p:spPr>
      </p:sp>
      <p:sp>
        <p:nvSpPr>
          <p:cNvPr id="4" name="input-bundle-compact">
            <a:extLst xmlns:a="http://schemas.openxmlformats.org/drawingml/2006/main">
              <a:ext uri="{FF2B5EF4-FFF2-40B4-BE49-F238E27FC236}">
                <a16:creationId xmlns:a16="http://schemas.microsoft.com/office/drawing/2014/main" id="{CA9222A0-6CBD-4F3F-8CEA-9BFD4D0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390650" cy="33147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5" name="input-bundle-tab">
            <a:extLst xmlns:a="http://schemas.openxmlformats.org/drawingml/2006/main">
              <a:ext uri="{FF2B5EF4-FFF2-40B4-BE49-F238E27FC236}">
                <a16:creationId xmlns:a16="http://schemas.microsoft.com/office/drawing/2014/main" id="{3C8F27D5-9F88-4296-A205-6A3BEFDB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6" name="input-bundle-tab-text">
            <a:extLst xmlns:a="http://schemas.openxmlformats.org/drawingml/2006/main">
              <a:ext uri="{FF2B5EF4-FFF2-40B4-BE49-F238E27FC236}">
                <a16:creationId xmlns:a16="http://schemas.microsoft.com/office/drawing/2014/main" id="{A6F573CF-E192-4DF9-9AFF-77F1C7C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REGISTERED INPUT</a:t>
            </a:r>
          </a:p>
        </p:txBody>
      </p:sp>
      <p:sp>
        <p:nvSpPr>
          <p:cNvPr id="7" name="input-bundle-omega">
            <a:extLst xmlns:a="http://schemas.openxmlformats.org/drawingml/2006/main">
              <a:ext uri="{FF2B5EF4-FFF2-40B4-BE49-F238E27FC236}">
                <a16:creationId xmlns:a16="http://schemas.microsoft.com/office/drawing/2014/main" id="{A5940106-99D8-47C7-B4F6-4A380B9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7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Ω</a:t>
            </a:r>
          </a:p>
        </p:txBody>
      </p:sp>
      <p:sp>
        <p:nvSpPr>
          <p:cNvPr id="8" name="input-bundle-line-0">
            <a:extLst xmlns:a="http://schemas.openxmlformats.org/drawingml/2006/main">
              <a:ext uri="{FF2B5EF4-FFF2-40B4-BE49-F238E27FC236}">
                <a16:creationId xmlns:a16="http://schemas.microsoft.com/office/drawing/2014/main" id="{EF377D59-4596-4D85-BDC8-803B495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10477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P, A, G</a:t>
            </a:r>
          </a:p>
        </p:txBody>
      </p:sp>
      <p:sp>
        <p:nvSpPr>
          <p:cNvPr id="9" name="input-bundle-line-1">
            <a:extLst xmlns:a="http://schemas.openxmlformats.org/drawingml/2006/main">
              <a:ext uri="{FF2B5EF4-FFF2-40B4-BE49-F238E27FC236}">
                <a16:creationId xmlns:a16="http://schemas.microsoft.com/office/drawing/2014/main" id="{BE2106F4-302F-4E29-9A76-2EA87968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0477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F, S</a:t>
            </a:r>
          </a:p>
        </p:txBody>
      </p:sp>
      <p:sp>
        <p:nvSpPr>
          <p:cNvPr id="10" name="input-bundle-line-2">
            <a:extLst xmlns:a="http://schemas.openxmlformats.org/drawingml/2006/main">
              <a:ext uri="{FF2B5EF4-FFF2-40B4-BE49-F238E27FC236}">
                <a16:creationId xmlns:a16="http://schemas.microsoft.com/office/drawing/2014/main" id="{1716D0D2-0E7D-438F-B8B1-7AE6056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10477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t, W, M</a:t>
            </a:r>
          </a:p>
        </p:txBody>
      </p:sp>
      <p:sp>
        <p:nvSpPr>
          <p:cNvPr id="11" name="input-bundle-line-3">
            <a:extLst xmlns:a="http://schemas.openxmlformats.org/drawingml/2006/main">
              <a:ext uri="{FF2B5EF4-FFF2-40B4-BE49-F238E27FC236}">
                <a16:creationId xmlns:a16="http://schemas.microsoft.com/office/drawing/2014/main" id="{84D2F769-A8B9-4EA5-A741-7CEF8D2C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0477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T, U, Q</a:t>
            </a:r>
          </a:p>
        </p:txBody>
      </p:sp>
      <p:sp>
        <p:nvSpPr>
          <p:cNvPr id="12" name="input-bundle-line-4">
            <a:extLst xmlns:a="http://schemas.openxmlformats.org/drawingml/2006/main">
              <a:ext uri="{FF2B5EF4-FFF2-40B4-BE49-F238E27FC236}">
                <a16:creationId xmlns:a16="http://schemas.microsoft.com/office/drawing/2014/main" id="{8C1787AA-13DD-4B83-B7AA-79BEED74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0477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σ, τ, γ</a:t>
            </a:r>
          </a:p>
        </p:txBody>
      </p:sp>
      <p:sp>
        <p:nvSpPr>
          <p:cNvPr id="13" name="input-bundle-note">
            <a:extLst xmlns:a="http://schemas.openxmlformats.org/drawingml/2006/main">
              <a:ext uri="{FF2B5EF4-FFF2-40B4-BE49-F238E27FC236}">
                <a16:creationId xmlns:a16="http://schemas.microsoft.com/office/drawing/2014/main" id="{2BA7F1EA-2C91-4178-8DF2-A0B96644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fixed before validation</a:t>
            </a:r>
          </a:p>
        </p:txBody>
      </p:sp>
      <p:sp>
        <p:nvSpPr>
          <p:cNvPr id="14" name="bundle-to-stage-1">
            <a:extLst xmlns:a="http://schemas.openxmlformats.org/drawingml/2006/main">
              <a:ext uri="{FF2B5EF4-FFF2-40B4-BE49-F238E27FC236}">
                <a16:creationId xmlns:a16="http://schemas.microsoft.com/office/drawing/2014/main" id="{A240424E-2E5E-4D0C-9628-3314DF88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8135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5" name="stage-provenance-shell">
            <a:extLst xmlns:a="http://schemas.openxmlformats.org/drawingml/2006/main">
              <a:ext uri="{FF2B5EF4-FFF2-40B4-BE49-F238E27FC236}">
                <a16:creationId xmlns:a16="http://schemas.microsoft.com/office/drawing/2014/main" id="{52EFB5B3-8361-4A21-B5C9-F3699AE3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19250"/>
            <a:ext cx="1390650" cy="3314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478F6"/>
            </a:solidFill>
            <a:prstDash val="solid"/>
          </a:ln>
        </p:spPr>
      </p:sp>
      <p:sp>
        <p:nvSpPr>
          <p:cNvPr id="16" name="stage-provenance-index">
            <a:extLst xmlns:a="http://schemas.openxmlformats.org/drawingml/2006/main">
              <a:ext uri="{FF2B5EF4-FFF2-40B4-BE49-F238E27FC236}">
                <a16:creationId xmlns:a16="http://schemas.microsoft.com/office/drawing/2014/main" id="{95293DD9-5D54-4CDB-AFCF-697CABFE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14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7" name="stage-provenance-index-text">
            <a:extLst xmlns:a="http://schemas.openxmlformats.org/drawingml/2006/main">
              <a:ext uri="{FF2B5EF4-FFF2-40B4-BE49-F238E27FC236}">
                <a16:creationId xmlns:a16="http://schemas.microsoft.com/office/drawing/2014/main" id="{61ABCFA9-7570-403E-859F-552DB720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14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stage-provenance-title">
            <a:extLst xmlns:a="http://schemas.openxmlformats.org/drawingml/2006/main">
              <a:ext uri="{FF2B5EF4-FFF2-40B4-BE49-F238E27FC236}">
                <a16:creationId xmlns:a16="http://schemas.microsoft.com/office/drawing/2014/main" id="{FE25B819-B40D-45AB-8F3A-D8289F0D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PROVENANCE &amp;</a:t>
            </a:r>
          </a:p>
          <a:p xmlns:a="http://schemas.openxmlformats.org/drawingml/2006/main">
            <a:pPr algn="ctr">
              <a:defRPr sz="1088" b="1">
                <a:solidFill>
                  <a:srgbClr val="3478F6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3478F6"/>
                </a:solidFill>
                <a:latin typeface="Calibri"/>
                <a:ea typeface="Calibri"/>
                <a:cs typeface="Calibri"/>
              </a:rPr>
              <a:t>CLOSURE AUDIT</a:t>
            </a:r>
          </a:p>
        </p:txBody>
      </p:sp>
      <p:sp>
        <p:nvSpPr>
          <p:cNvPr id="19" name="stage-provenance-line-0">
            <a:extLst xmlns:a="http://schemas.openxmlformats.org/drawingml/2006/main">
              <a:ext uri="{FF2B5EF4-FFF2-40B4-BE49-F238E27FC236}">
                <a16:creationId xmlns:a16="http://schemas.microsoft.com/office/drawing/2014/main" id="{2DC6CDB0-8DDD-4C45-947D-943AC3C5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source ↔ atom</a:t>
            </a:r>
          </a:p>
        </p:txBody>
      </p:sp>
      <p:sp>
        <p:nvSpPr>
          <p:cNvPr id="20" name="stage-provenance-line-1">
            <a:extLst xmlns:a="http://schemas.openxmlformats.org/drawingml/2006/main">
              <a:ext uri="{FF2B5EF4-FFF2-40B4-BE49-F238E27FC236}">
                <a16:creationId xmlns:a16="http://schemas.microsoft.com/office/drawing/2014/main" id="{B18E50A3-4887-4B44-97EF-800B4C9A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Aₛ ⊆ A</a:t>
            </a:r>
          </a:p>
        </p:txBody>
      </p:sp>
      <p:sp>
        <p:nvSpPr>
          <p:cNvPr id="21" name="stage-provenance-line-2">
            <a:extLst xmlns:a="http://schemas.openxmlformats.org/drawingml/2006/main">
              <a:ext uri="{FF2B5EF4-FFF2-40B4-BE49-F238E27FC236}">
                <a16:creationId xmlns:a16="http://schemas.microsoft.com/office/drawing/2014/main" id="{B3533289-6EE6-457F-8BD3-B1127B43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dependency closure</a:t>
            </a:r>
          </a:p>
        </p:txBody>
      </p:sp>
      <p:sp>
        <p:nvSpPr>
          <p:cNvPr id="22" name="stage-provenance-line-3">
            <a:extLst xmlns:a="http://schemas.openxmlformats.org/drawingml/2006/main">
              <a:ext uri="{FF2B5EF4-FFF2-40B4-BE49-F238E27FC236}">
                <a16:creationId xmlns:a16="http://schemas.microsoft.com/office/drawing/2014/main" id="{F1EEFFFB-0474-4347-BEB0-768869B1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957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audit before execution</a:t>
            </a:r>
          </a:p>
        </p:txBody>
      </p:sp>
      <p:sp>
        <p:nvSpPr>
          <p:cNvPr id="23" name="stage-freeze-shell">
            <a:extLst xmlns:a="http://schemas.openxmlformats.org/drawingml/2006/main">
              <a:ext uri="{FF2B5EF4-FFF2-40B4-BE49-F238E27FC236}">
                <a16:creationId xmlns:a16="http://schemas.microsoft.com/office/drawing/2014/main" id="{D3027C97-423C-4AA0-9B12-7ED06D6D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1390650" cy="3314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3335">
            <a:solidFill>
              <a:srgbClr val="174A8B"/>
            </a:solidFill>
            <a:prstDash val="solid"/>
          </a:ln>
        </p:spPr>
      </p:sp>
      <p:sp>
        <p:nvSpPr>
          <p:cNvPr id="24" name="stage-freeze-index">
            <a:extLst xmlns:a="http://schemas.openxmlformats.org/drawingml/2006/main">
              <a:ext uri="{FF2B5EF4-FFF2-40B4-BE49-F238E27FC236}">
                <a16:creationId xmlns:a16="http://schemas.microsoft.com/office/drawing/2014/main" id="{373EBB29-AB33-45D1-802A-AF1CA645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8B"/>
          </a:solidFill>
          <a:ln xmlns:a="http://schemas.openxmlformats.org/drawingml/2006/main" w="0">
            <a:solidFill>
              <a:srgbClr val="174A8B"/>
            </a:solidFill>
            <a:prstDash val="solid"/>
          </a:ln>
        </p:spPr>
      </p:sp>
      <p:sp>
        <p:nvSpPr>
          <p:cNvPr id="25" name="stage-freeze-index-text">
            <a:extLst xmlns:a="http://schemas.openxmlformats.org/drawingml/2006/main">
              <a:ext uri="{FF2B5EF4-FFF2-40B4-BE49-F238E27FC236}">
                <a16:creationId xmlns:a16="http://schemas.microsoft.com/office/drawing/2014/main" id="{11BBE34B-9FA6-42FA-B49F-06C7BBC2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6" name="stage-freeze-title">
            <a:extLst xmlns:a="http://schemas.openxmlformats.org/drawingml/2006/main">
              <a:ext uri="{FF2B5EF4-FFF2-40B4-BE49-F238E27FC236}">
                <a16:creationId xmlns:a16="http://schemas.microsoft.com/office/drawing/2014/main" id="{F0711A7A-0A4C-46EC-9E09-D91D2E6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7645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DETERMINISTIC</a:t>
            </a:r>
          </a:p>
          <a:p xmlns:a="http://schemas.openxmlformats.org/drawingml/2006/main">
            <a:pPr algn="ctr">
              <a:defRPr sz="1088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RENDER &amp; FREEZE</a:t>
            </a:r>
          </a:p>
        </p:txBody>
      </p:sp>
      <p:sp>
        <p:nvSpPr>
          <p:cNvPr id="27" name="stage-freeze-line-0">
            <a:extLst xmlns:a="http://schemas.openxmlformats.org/drawingml/2006/main">
              <a:ext uri="{FF2B5EF4-FFF2-40B4-BE49-F238E27FC236}">
                <a16:creationId xmlns:a16="http://schemas.microsoft.com/office/drawing/2014/main" id="{336E4EAE-B6BC-4A42-B2F1-1EEF8C94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F = R(A)</a:t>
            </a:r>
          </a:p>
        </p:txBody>
      </p:sp>
      <p:sp>
        <p:nvSpPr>
          <p:cNvPr id="28" name="stage-freeze-line-1">
            <a:extLst xmlns:a="http://schemas.openxmlformats.org/drawingml/2006/main">
              <a:ext uri="{FF2B5EF4-FFF2-40B4-BE49-F238E27FC236}">
                <a16:creationId xmlns:a16="http://schemas.microsoft.com/office/drawing/2014/main" id="{BED10381-16DE-4ECB-B8E4-4002CFD4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S = R(Aₛ)</a:t>
            </a:r>
          </a:p>
        </p:txBody>
      </p:sp>
      <p:sp>
        <p:nvSpPr>
          <p:cNvPr id="29" name="stage-freeze-line-2">
            <a:extLst xmlns:a="http://schemas.openxmlformats.org/drawingml/2006/main">
              <a:ext uri="{FF2B5EF4-FFF2-40B4-BE49-F238E27FC236}">
                <a16:creationId xmlns:a16="http://schemas.microsoft.com/office/drawing/2014/main" id="{A003F499-87F8-4D28-8A7F-54CC16A6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freeze B / F / S / Ω</a:t>
            </a:r>
          </a:p>
        </p:txBody>
      </p:sp>
      <p:sp>
        <p:nvSpPr>
          <p:cNvPr id="30" name="stage-freeze-line-3">
            <a:extLst xmlns:a="http://schemas.openxmlformats.org/drawingml/2006/main">
              <a:ext uri="{FF2B5EF4-FFF2-40B4-BE49-F238E27FC236}">
                <a16:creationId xmlns:a16="http://schemas.microsoft.com/office/drawing/2014/main" id="{40AF6A04-7774-4AAF-84E6-9525B574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no post-test edits</a:t>
            </a:r>
          </a:p>
        </p:txBody>
      </p:sp>
      <p:sp>
        <p:nvSpPr>
          <p:cNvPr id="31" name="stage-execute-shell">
            <a:extLst xmlns:a="http://schemas.openxmlformats.org/drawingml/2006/main">
              <a:ext uri="{FF2B5EF4-FFF2-40B4-BE49-F238E27FC236}">
                <a16:creationId xmlns:a16="http://schemas.microsoft.com/office/drawing/2014/main" id="{23D37042-6AED-4413-8C24-3FE0022C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390650" cy="3314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BFF"/>
          </a:solidFill>
          <a:ln xmlns:a="http://schemas.openxmlformats.org/drawingml/2006/main" w="13335">
            <a:solidFill>
              <a:srgbClr val="45BCE2"/>
            </a:solidFill>
            <a:prstDash val="solid"/>
          </a:ln>
        </p:spPr>
      </p:sp>
      <p:sp>
        <p:nvSpPr>
          <p:cNvPr id="32" name="stage-execute-index">
            <a:extLst xmlns:a="http://schemas.openxmlformats.org/drawingml/2006/main">
              <a:ext uri="{FF2B5EF4-FFF2-40B4-BE49-F238E27FC236}">
                <a16:creationId xmlns:a16="http://schemas.microsoft.com/office/drawing/2014/main" id="{129340C6-E714-4FEA-AFD3-0FDC3999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14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33" name="stage-execute-index-text">
            <a:extLst xmlns:a="http://schemas.openxmlformats.org/drawingml/2006/main">
              <a:ext uri="{FF2B5EF4-FFF2-40B4-BE49-F238E27FC236}">
                <a16:creationId xmlns:a16="http://schemas.microsoft.com/office/drawing/2014/main" id="{13AFE057-049E-433D-8448-F0123198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14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stage-execute-title">
            <a:extLst xmlns:a="http://schemas.openxmlformats.org/drawingml/2006/main">
              <a:ext uri="{FF2B5EF4-FFF2-40B4-BE49-F238E27FC236}">
                <a16:creationId xmlns:a16="http://schemas.microsoft.com/office/drawing/2014/main" id="{1878765A-5095-47B1-8EFF-65F2034C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45BCE2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45BCE2"/>
                </a:solidFill>
                <a:latin typeface="Calibri"/>
                <a:ea typeface="Calibri"/>
                <a:cs typeface="Calibri"/>
              </a:rPr>
              <a:t>MATCHED B / F / S</a:t>
            </a:r>
          </a:p>
          <a:p xmlns:a="http://schemas.openxmlformats.org/drawingml/2006/main">
            <a:pPr algn="ctr">
              <a:defRPr sz="1088" b="1">
                <a:solidFill>
                  <a:srgbClr val="45BCE2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45BCE2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35" name="stage-execute-line-0">
            <a:extLst xmlns:a="http://schemas.openxmlformats.org/drawingml/2006/main">
              <a:ext uri="{FF2B5EF4-FFF2-40B4-BE49-F238E27FC236}">
                <a16:creationId xmlns:a16="http://schemas.microsoft.com/office/drawing/2014/main" id="{D4EEE316-7C29-470F-A26D-404F4B27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same task</a:t>
            </a:r>
          </a:p>
        </p:txBody>
      </p:sp>
      <p:sp>
        <p:nvSpPr>
          <p:cNvPr id="36" name="stage-execute-line-1">
            <a:extLst xmlns:a="http://schemas.openxmlformats.org/drawingml/2006/main">
              <a:ext uri="{FF2B5EF4-FFF2-40B4-BE49-F238E27FC236}">
                <a16:creationId xmlns:a16="http://schemas.microsoft.com/office/drawing/2014/main" id="{A7DAC8CC-1889-4F9A-8C29-ADFD911F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same boundary</a:t>
            </a:r>
          </a:p>
        </p:txBody>
      </p:sp>
      <p:sp>
        <p:nvSpPr>
          <p:cNvPr id="37" name="stage-execute-line-2">
            <a:extLst xmlns:a="http://schemas.openxmlformats.org/drawingml/2006/main">
              <a:ext uri="{FF2B5EF4-FFF2-40B4-BE49-F238E27FC236}">
                <a16:creationId xmlns:a16="http://schemas.microsoft.com/office/drawing/2014/main" id="{8A56E5AC-DC5D-4B4F-811E-FEE2C90E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independent runs</a:t>
            </a:r>
          </a:p>
        </p:txBody>
      </p:sp>
      <p:sp>
        <p:nvSpPr>
          <p:cNvPr id="38" name="stage-execute-line-3">
            <a:extLst xmlns:a="http://schemas.openxmlformats.org/drawingml/2006/main">
              <a:ext uri="{FF2B5EF4-FFF2-40B4-BE49-F238E27FC236}">
                <a16:creationId xmlns:a16="http://schemas.microsoft.com/office/drawing/2014/main" id="{F5D0A6ED-F97F-4072-AFEB-B5E2870D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957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score + contract</a:t>
            </a:r>
          </a:p>
        </p:txBody>
      </p:sp>
      <p:sp>
        <p:nvSpPr>
          <p:cNvPr id="39" name="stage-score-shell">
            <a:extLst xmlns:a="http://schemas.openxmlformats.org/drawingml/2006/main">
              <a:ext uri="{FF2B5EF4-FFF2-40B4-BE49-F238E27FC236}">
                <a16:creationId xmlns:a16="http://schemas.microsoft.com/office/drawing/2014/main" id="{CFDC9E81-2B3B-448F-A7E4-3264F6F7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1390650" cy="3314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13335">
            <a:solidFill>
              <a:srgbClr val="24A566"/>
            </a:solidFill>
            <a:prstDash val="solid"/>
          </a:ln>
        </p:spPr>
      </p:sp>
      <p:sp>
        <p:nvSpPr>
          <p:cNvPr id="40" name="stage-score-index">
            <a:extLst xmlns:a="http://schemas.openxmlformats.org/drawingml/2006/main">
              <a:ext uri="{FF2B5EF4-FFF2-40B4-BE49-F238E27FC236}">
                <a16:creationId xmlns:a16="http://schemas.microsoft.com/office/drawing/2014/main" id="{0D416A02-9EF2-4209-A016-0DFCD7FA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14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566"/>
          </a:solidFill>
          <a:ln xmlns:a="http://schemas.openxmlformats.org/drawingml/2006/main" w="0">
            <a:solidFill>
              <a:srgbClr val="24A566"/>
            </a:solidFill>
            <a:prstDash val="solid"/>
          </a:ln>
        </p:spPr>
      </p:sp>
      <p:sp>
        <p:nvSpPr>
          <p:cNvPr id="41" name="stage-score-index-text">
            <a:extLst xmlns:a="http://schemas.openxmlformats.org/drawingml/2006/main">
              <a:ext uri="{FF2B5EF4-FFF2-40B4-BE49-F238E27FC236}">
                <a16:creationId xmlns:a16="http://schemas.microsoft.com/office/drawing/2014/main" id="{70FE053A-0430-4E2F-B705-044E0FD4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14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2" name="stage-score-title">
            <a:extLst xmlns:a="http://schemas.openxmlformats.org/drawingml/2006/main">
              <a:ext uri="{FF2B5EF4-FFF2-40B4-BE49-F238E27FC236}">
                <a16:creationId xmlns:a16="http://schemas.microsoft.com/office/drawing/2014/main" id="{8ED7BE67-3E73-4363-B0F8-124B257C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4A566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24A566"/>
                </a:solidFill>
                <a:latin typeface="Calibri"/>
                <a:ea typeface="Calibri"/>
                <a:cs typeface="Calibri"/>
              </a:rPr>
              <a:t>VALIDITY-FIRST</a:t>
            </a:r>
          </a:p>
          <a:p xmlns:a="http://schemas.openxmlformats.org/drawingml/2006/main">
            <a:pPr algn="ctr">
              <a:defRPr sz="1088" b="1">
                <a:solidFill>
                  <a:srgbClr val="24A566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24A566"/>
                </a:solidFill>
                <a:latin typeface="Calibri"/>
                <a:ea typeface="Calibri"/>
                <a:cs typeface="Calibri"/>
              </a:rPr>
              <a:t>SCORING</a:t>
            </a:r>
          </a:p>
        </p:txBody>
      </p:sp>
      <p:sp>
        <p:nvSpPr>
          <p:cNvPr id="43" name="stage-score-line-0">
            <a:extLst xmlns:a="http://schemas.openxmlformats.org/drawingml/2006/main">
              <a:ext uri="{FF2B5EF4-FFF2-40B4-BE49-F238E27FC236}">
                <a16:creationId xmlns:a16="http://schemas.microsoft.com/office/drawing/2014/main" id="{FCF06B63-2EA0-44A8-952B-253D8F90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integrity checks</a:t>
            </a:r>
          </a:p>
        </p:txBody>
      </p:sp>
      <p:sp>
        <p:nvSpPr>
          <p:cNvPr id="44" name="stage-score-line-1">
            <a:extLst xmlns:a="http://schemas.openxmlformats.org/drawingml/2006/main">
              <a:ext uri="{FF2B5EF4-FFF2-40B4-BE49-F238E27FC236}">
                <a16:creationId xmlns:a16="http://schemas.microsoft.com/office/drawing/2014/main" id="{7150C7F3-CB14-4CA2-9A1E-F7E60F05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transport status</a:t>
            </a:r>
          </a:p>
        </p:txBody>
      </p:sp>
      <p:sp>
        <p:nvSpPr>
          <p:cNvPr id="45" name="stage-score-line-2">
            <a:extLst xmlns:a="http://schemas.openxmlformats.org/drawingml/2006/main">
              <a:ext uri="{FF2B5EF4-FFF2-40B4-BE49-F238E27FC236}">
                <a16:creationId xmlns:a16="http://schemas.microsoft.com/office/drawing/2014/main" id="{32FE052D-2B9F-4340-ABC7-C7AB2959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task score</a:t>
            </a:r>
          </a:p>
        </p:txBody>
      </p:sp>
      <p:sp>
        <p:nvSpPr>
          <p:cNvPr id="46" name="stage-score-line-3">
            <a:extLst xmlns:a="http://schemas.openxmlformats.org/drawingml/2006/main">
              <a:ext uri="{FF2B5EF4-FFF2-40B4-BE49-F238E27FC236}">
                <a16:creationId xmlns:a16="http://schemas.microsoft.com/office/drawing/2014/main" id="{95C07ADF-D498-4029-962C-8DFF65C6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invalid before decision</a:t>
            </a:r>
          </a:p>
        </p:txBody>
      </p:sp>
      <p:sp>
        <p:nvSpPr>
          <p:cNvPr id="47" name="stage-gate-shell">
            <a:extLst xmlns:a="http://schemas.openxmlformats.org/drawingml/2006/main">
              <a:ext uri="{FF2B5EF4-FFF2-40B4-BE49-F238E27FC236}">
                <a16:creationId xmlns:a16="http://schemas.microsoft.com/office/drawing/2014/main" id="{3B5E8117-146D-4E49-8291-ED155F88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1390650" cy="3314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3335">
            <a:solidFill>
              <a:srgbClr val="D89216"/>
            </a:solidFill>
            <a:prstDash val="solid"/>
          </a:ln>
        </p:spPr>
      </p:sp>
      <p:sp>
        <p:nvSpPr>
          <p:cNvPr id="48" name="stage-gate-index">
            <a:extLst xmlns:a="http://schemas.openxmlformats.org/drawingml/2006/main">
              <a:ext uri="{FF2B5EF4-FFF2-40B4-BE49-F238E27FC236}">
                <a16:creationId xmlns:a16="http://schemas.microsoft.com/office/drawing/2014/main" id="{DD1C37BC-D4D4-4A7B-9B0B-0309F6A3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216"/>
          </a:solidFill>
          <a:ln xmlns:a="http://schemas.openxmlformats.org/drawingml/2006/main" w="0">
            <a:solidFill>
              <a:srgbClr val="D89216"/>
            </a:solidFill>
            <a:prstDash val="solid"/>
          </a:ln>
        </p:spPr>
      </p:sp>
      <p:sp>
        <p:nvSpPr>
          <p:cNvPr id="49" name="stage-gate-index-text">
            <a:extLst xmlns:a="http://schemas.openxmlformats.org/drawingml/2006/main">
              <a:ext uri="{FF2B5EF4-FFF2-40B4-BE49-F238E27FC236}">
                <a16:creationId xmlns:a16="http://schemas.microsoft.com/office/drawing/2014/main" id="{610B8649-D7A3-45A5-A9A7-7C99115C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0" name="stage-gate-title">
            <a:extLst xmlns:a="http://schemas.openxmlformats.org/drawingml/2006/main">
              <a:ext uri="{FF2B5EF4-FFF2-40B4-BE49-F238E27FC236}">
                <a16:creationId xmlns:a16="http://schemas.microsoft.com/office/drawing/2014/main" id="{DF4D49EE-1B5A-4C4F-A92B-8C4FAFB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D89216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D89216"/>
                </a:solidFill>
                <a:latin typeface="Calibri"/>
                <a:ea typeface="Calibri"/>
                <a:cs typeface="Calibri"/>
              </a:rPr>
              <a:t>PRESPECIFIED</a:t>
            </a:r>
          </a:p>
          <a:p xmlns:a="http://schemas.openxmlformats.org/drawingml/2006/main">
            <a:pPr algn="ctr">
              <a:defRPr sz="1088" b="1">
                <a:solidFill>
                  <a:srgbClr val="D89216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D89216"/>
                </a:solidFill>
                <a:latin typeface="Calibri"/>
                <a:ea typeface="Calibri"/>
                <a:cs typeface="Calibri"/>
              </a:rPr>
              <a:t>ADMISSION GATE</a:t>
            </a:r>
          </a:p>
        </p:txBody>
      </p:sp>
      <p:sp>
        <p:nvSpPr>
          <p:cNvPr id="51" name="stage-gate-line-0">
            <a:extLst xmlns:a="http://schemas.openxmlformats.org/drawingml/2006/main">
              <a:ext uri="{FF2B5EF4-FFF2-40B4-BE49-F238E27FC236}">
                <a16:creationId xmlns:a16="http://schemas.microsoft.com/office/drawing/2014/main" id="{3A349A6D-DFB9-4A87-B246-620B081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B below ceiling?</a:t>
            </a:r>
          </a:p>
        </p:txBody>
      </p:sp>
      <p:sp>
        <p:nvSpPr>
          <p:cNvPr id="52" name="stage-gate-line-1">
            <a:extLst xmlns:a="http://schemas.openxmlformats.org/drawingml/2006/main">
              <a:ext uri="{FF2B5EF4-FFF2-40B4-BE49-F238E27FC236}">
                <a16:creationId xmlns:a16="http://schemas.microsoft.com/office/drawing/2014/main" id="{FBE816F1-BACF-465A-98E9-ACC820EB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F sufficient?</a:t>
            </a:r>
          </a:p>
        </p:txBody>
      </p:sp>
      <p:sp>
        <p:nvSpPr>
          <p:cNvPr id="53" name="stage-gate-line-2">
            <a:extLst xmlns:a="http://schemas.openxmlformats.org/drawingml/2006/main">
              <a:ext uri="{FF2B5EF4-FFF2-40B4-BE49-F238E27FC236}">
                <a16:creationId xmlns:a16="http://schemas.microsoft.com/office/drawing/2014/main" id="{EE518081-7529-4C51-84A6-F6FFD46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S substitutes?</a:t>
            </a:r>
          </a:p>
        </p:txBody>
      </p:sp>
      <p:sp>
        <p:nvSpPr>
          <p:cNvPr id="54" name="stage-gate-line-3">
            <a:extLst xmlns:a="http://schemas.openxmlformats.org/drawingml/2006/main">
              <a:ext uri="{FF2B5EF4-FFF2-40B4-BE49-F238E27FC236}">
                <a16:creationId xmlns:a16="http://schemas.microsoft.com/office/drawing/2014/main" id="{8E2B69E2-F698-4E1D-B77E-1E71674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apply fixed rule</a:t>
            </a:r>
          </a:p>
        </p:txBody>
      </p:sp>
      <p:sp>
        <p:nvSpPr>
          <p:cNvPr id="55" name="stage-arrow-0">
            <a:extLst xmlns:a="http://schemas.openxmlformats.org/drawingml/2006/main">
              <a:ext uri="{FF2B5EF4-FFF2-40B4-BE49-F238E27FC236}">
                <a16:creationId xmlns:a16="http://schemas.microsoft.com/office/drawing/2014/main" id="{4726BDEE-DDA2-4FB6-9E2C-ACFED2C8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6" name="stage-arrow-1">
            <a:extLst xmlns:a="http://schemas.openxmlformats.org/drawingml/2006/main">
              <a:ext uri="{FF2B5EF4-FFF2-40B4-BE49-F238E27FC236}">
                <a16:creationId xmlns:a16="http://schemas.microsoft.com/office/drawing/2014/main" id="{12D7806E-D505-4C0F-8B97-35A704E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8135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7" name="stage-arrow-2">
            <a:extLst xmlns:a="http://schemas.openxmlformats.org/drawingml/2006/main">
              <a:ext uri="{FF2B5EF4-FFF2-40B4-BE49-F238E27FC236}">
                <a16:creationId xmlns:a16="http://schemas.microsoft.com/office/drawing/2014/main" id="{3AA15D93-4FC3-45F2-85AB-058ABE8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BCE2"/>
          </a:solidFill>
          <a:ln xmlns:a="http://schemas.openxmlformats.org/drawingml/2006/main" w="0">
            <a:solidFill>
              <a:srgbClr val="45BCE2"/>
            </a:solidFill>
            <a:prstDash val="solid"/>
          </a:ln>
        </p:spPr>
      </p:sp>
      <p:sp>
        <p:nvSpPr>
          <p:cNvPr id="58" name="stage-arrow-3">
            <a:extLst xmlns:a="http://schemas.openxmlformats.org/drawingml/2006/main">
              <a:ext uri="{FF2B5EF4-FFF2-40B4-BE49-F238E27FC236}">
                <a16:creationId xmlns:a16="http://schemas.microsoft.com/office/drawing/2014/main" id="{01551253-CF21-4AFE-8473-598F183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59" name="gate-to-output-line">
            <a:extLst xmlns:a="http://schemas.openxmlformats.org/drawingml/2006/main">
              <a:ext uri="{FF2B5EF4-FFF2-40B4-BE49-F238E27FC236}">
                <a16:creationId xmlns:a16="http://schemas.microsoft.com/office/drawing/2014/main" id="{4050849F-4AA6-44D4-8263-1CB37B41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480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2933"/>
            </a:solidFill>
            <a:prstDash val="solid"/>
          </a:ln>
        </p:spPr>
      </p:sp>
      <p:sp>
        <p:nvSpPr>
          <p:cNvPr id="60" name="gate-to-output-head">
            <a:extLst xmlns:a="http://schemas.openxmlformats.org/drawingml/2006/main">
              <a:ext uri="{FF2B5EF4-FFF2-40B4-BE49-F238E27FC236}">
                <a16:creationId xmlns:a16="http://schemas.microsoft.com/office/drawing/2014/main" id="{9292D32E-5454-44FF-8968-4BD1642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813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61" name="decision-kicker">
            <a:extLst xmlns:a="http://schemas.openxmlformats.org/drawingml/2006/main">
              <a:ext uri="{FF2B5EF4-FFF2-40B4-BE49-F238E27FC236}">
                <a16:creationId xmlns:a16="http://schemas.microsoft.com/office/drawing/2014/main" id="{F16AD558-4AF5-41AF-B41B-C0AE11A7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5430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62" name="accept-card">
            <a:extLst xmlns:a="http://schemas.openxmlformats.org/drawingml/2006/main">
              <a:ext uri="{FF2B5EF4-FFF2-40B4-BE49-F238E27FC236}">
                <a16:creationId xmlns:a16="http://schemas.microsoft.com/office/drawing/2014/main" id="{A7A7D5E9-45F4-4915-9F64-F7F86D61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24050"/>
            <a:ext cx="1790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24A566"/>
            </a:solidFill>
            <a:prstDash val="solid"/>
          </a:ln>
        </p:spPr>
      </p:sp>
      <p:sp>
        <p:nvSpPr>
          <p:cNvPr id="63" name="accept-rail">
            <a:extLst xmlns:a="http://schemas.openxmlformats.org/drawingml/2006/main">
              <a:ext uri="{FF2B5EF4-FFF2-40B4-BE49-F238E27FC236}">
                <a16:creationId xmlns:a16="http://schemas.microsoft.com/office/drawing/2014/main" id="{A3FCB154-F0F4-45BD-B34A-0E88EE7B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240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566"/>
          </a:solidFill>
          <a:ln xmlns:a="http://schemas.openxmlformats.org/drawingml/2006/main" w="0">
            <a:solidFill>
              <a:srgbClr val="24A566"/>
            </a:solidFill>
            <a:prstDash val="solid"/>
          </a:ln>
        </p:spPr>
      </p:sp>
      <p:sp>
        <p:nvSpPr>
          <p:cNvPr id="64" name="accept-title">
            <a:extLst xmlns:a="http://schemas.openxmlformats.org/drawingml/2006/main">
              <a:ext uri="{FF2B5EF4-FFF2-40B4-BE49-F238E27FC236}">
                <a16:creationId xmlns:a16="http://schemas.microsoft.com/office/drawing/2014/main" id="{BD640ED0-F417-49ED-92F6-53C4BC04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A56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4A566"/>
                </a:solidFill>
                <a:latin typeface="Calibri"/>
                <a:ea typeface="Calibri"/>
                <a:cs typeface="Calibri"/>
              </a:rPr>
              <a:t>Accept</a:t>
            </a:r>
          </a:p>
        </p:txBody>
      </p:sp>
      <p:sp>
        <p:nvSpPr>
          <p:cNvPr id="65" name="accept-note">
            <a:extLst xmlns:a="http://schemas.openxmlformats.org/drawingml/2006/main">
              <a:ext uri="{FF2B5EF4-FFF2-40B4-BE49-F238E27FC236}">
                <a16:creationId xmlns:a16="http://schemas.microsoft.com/office/drawing/2014/main" id="{3A42E946-19C9-48B2-892F-6D9518E7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002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valid; criteria met</a:t>
            </a:r>
          </a:p>
        </p:txBody>
      </p:sp>
      <p:sp>
        <p:nvSpPr>
          <p:cNvPr id="66" name="reject-card">
            <a:extLst xmlns:a="http://schemas.openxmlformats.org/drawingml/2006/main">
              <a:ext uri="{FF2B5EF4-FFF2-40B4-BE49-F238E27FC236}">
                <a16:creationId xmlns:a16="http://schemas.microsoft.com/office/drawing/2014/main" id="{63D62A1E-A00A-410B-A29E-3FE26BD0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790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F5560"/>
            </a:solidFill>
            <a:prstDash val="solid"/>
          </a:ln>
        </p:spPr>
      </p:sp>
      <p:sp>
        <p:nvSpPr>
          <p:cNvPr id="67" name="reject-rail">
            <a:extLst xmlns:a="http://schemas.openxmlformats.org/drawingml/2006/main">
              <a:ext uri="{FF2B5EF4-FFF2-40B4-BE49-F238E27FC236}">
                <a16:creationId xmlns:a16="http://schemas.microsoft.com/office/drawing/2014/main" id="{94D9A419-848A-49E4-873C-BC7C8E4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5560"/>
          </a:solidFill>
          <a:ln xmlns:a="http://schemas.openxmlformats.org/drawingml/2006/main" w="0">
            <a:solidFill>
              <a:srgbClr val="DF5560"/>
            </a:solidFill>
            <a:prstDash val="solid"/>
          </a:ln>
        </p:spPr>
      </p:sp>
      <p:sp>
        <p:nvSpPr>
          <p:cNvPr id="68" name="reject-title">
            <a:extLst xmlns:a="http://schemas.openxmlformats.org/drawingml/2006/main">
              <a:ext uri="{FF2B5EF4-FFF2-40B4-BE49-F238E27FC236}">
                <a16:creationId xmlns:a16="http://schemas.microsoft.com/office/drawing/2014/main" id="{F216E148-957C-4D03-91BF-939138E4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F556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DF5560"/>
                </a:solidFill>
                <a:latin typeface="Calibri"/>
                <a:ea typeface="Calibri"/>
                <a:cs typeface="Calibri"/>
              </a:rPr>
              <a:t>Reject</a:t>
            </a:r>
          </a:p>
        </p:txBody>
      </p:sp>
      <p:sp>
        <p:nvSpPr>
          <p:cNvPr id="69" name="reject-note">
            <a:extLst xmlns:a="http://schemas.openxmlformats.org/drawingml/2006/main">
              <a:ext uri="{FF2B5EF4-FFF2-40B4-BE49-F238E27FC236}">
                <a16:creationId xmlns:a16="http://schemas.microsoft.com/office/drawing/2014/main" id="{C3E46F15-0F72-4AAA-8C48-6A975BB8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479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valid; criteria missed</a:t>
            </a:r>
          </a:p>
        </p:txBody>
      </p:sp>
      <p:sp>
        <p:nvSpPr>
          <p:cNvPr id="70" name="invalid-card">
            <a:extLst xmlns:a="http://schemas.openxmlformats.org/drawingml/2006/main">
              <a:ext uri="{FF2B5EF4-FFF2-40B4-BE49-F238E27FC236}">
                <a16:creationId xmlns:a16="http://schemas.microsoft.com/office/drawing/2014/main" id="{6FB9561B-FD7A-492A-8E36-27F11A22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19450"/>
            <a:ext cx="1790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657386"/>
            </a:solidFill>
            <a:prstDash val="solid"/>
          </a:ln>
        </p:spPr>
      </p:sp>
      <p:sp>
        <p:nvSpPr>
          <p:cNvPr id="71" name="invalid-rail">
            <a:extLst xmlns:a="http://schemas.openxmlformats.org/drawingml/2006/main">
              <a:ext uri="{FF2B5EF4-FFF2-40B4-BE49-F238E27FC236}">
                <a16:creationId xmlns:a16="http://schemas.microsoft.com/office/drawing/2014/main" id="{EB141994-80E2-4FF8-926C-D1E6A865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194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386"/>
          </a:solidFill>
          <a:ln xmlns:a="http://schemas.openxmlformats.org/drawingml/2006/main" w="0">
            <a:solidFill>
              <a:srgbClr val="657386"/>
            </a:solidFill>
            <a:prstDash val="solid"/>
          </a:ln>
        </p:spPr>
      </p:sp>
      <p:sp>
        <p:nvSpPr>
          <p:cNvPr id="72" name="invalid-title">
            <a:extLst xmlns:a="http://schemas.openxmlformats.org/drawingml/2006/main">
              <a:ext uri="{FF2B5EF4-FFF2-40B4-BE49-F238E27FC236}">
                <a16:creationId xmlns:a16="http://schemas.microsoft.com/office/drawing/2014/main" id="{707CF038-3A27-4F9C-96A3-56560A1F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670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Invalid</a:t>
            </a:r>
          </a:p>
        </p:txBody>
      </p:sp>
      <p:sp>
        <p:nvSpPr>
          <p:cNvPr id="73" name="invalid-note">
            <a:extLst xmlns:a="http://schemas.openxmlformats.org/drawingml/2006/main">
              <a:ext uri="{FF2B5EF4-FFF2-40B4-BE49-F238E27FC236}">
                <a16:creationId xmlns:a16="http://schemas.microsoft.com/office/drawing/2014/main" id="{DB8598E2-150F-47DF-8287-B28678AB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956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incomplete or malformed</a:t>
            </a:r>
          </a:p>
        </p:txBody>
      </p:sp>
      <p:sp>
        <p:nvSpPr>
          <p:cNvPr id="74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1B23C99A-77D3-4C67-86BF-ED37B2B5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76850"/>
            <a:ext cx="96393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1DD"/>
            </a:solidFill>
            <a:prstDash val="solid"/>
          </a:ln>
        </p:spPr>
      </p:sp>
      <p:sp>
        <p:nvSpPr>
          <p:cNvPr id="75" name="evidence-strip-rail">
            <a:extLst xmlns:a="http://schemas.openxmlformats.org/drawingml/2006/main">
              <a:ext uri="{FF2B5EF4-FFF2-40B4-BE49-F238E27FC236}">
                <a16:creationId xmlns:a16="http://schemas.microsoft.com/office/drawing/2014/main" id="{7D83D458-13AD-4BC3-8B01-D377CAF2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768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76" name="evidence-strip-title">
            <a:extLst xmlns:a="http://schemas.openxmlformats.org/drawingml/2006/main">
              <a:ext uri="{FF2B5EF4-FFF2-40B4-BE49-F238E27FC236}">
                <a16:creationId xmlns:a16="http://schemas.microsoft.com/office/drawing/2014/main" id="{2D673776-8643-41EA-97B0-65BD0737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72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A8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4A8B"/>
                </a:solidFill>
                <a:latin typeface="Calibri"/>
                <a:ea typeface="Calibri"/>
                <a:cs typeface="Calibri"/>
              </a:rPr>
              <a:t>AUDITABLE EVIDENCE RECORD</a:t>
            </a:r>
          </a:p>
        </p:txBody>
      </p:sp>
      <p:sp>
        <p:nvSpPr>
          <p:cNvPr id="77" name="evidence-strip-fields">
            <a:extLst xmlns:a="http://schemas.openxmlformats.org/drawingml/2006/main">
              <a:ext uri="{FF2B5EF4-FFF2-40B4-BE49-F238E27FC236}">
                <a16:creationId xmlns:a16="http://schemas.microsoft.com/office/drawing/2014/main" id="{14F13696-A9EF-4A10-8C9B-A9C24931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5305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57386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657386"/>
                </a:solidFill>
                <a:latin typeface="Calibri"/>
                <a:ea typeface="Calibri"/>
                <a:cs typeface="Calibri"/>
              </a:rPr>
              <a:t>source provenance   |   frozen configuration   |   run validity   |   test results   |   decision rationale</a:t>
            </a:r>
          </a:p>
        </p:txBody>
      </p:sp>
      <p:sp>
        <p:nvSpPr>
          <p:cNvPr id="78" name="evidence-strip-note">
            <a:extLst xmlns:a="http://schemas.openxmlformats.org/drawingml/2006/main">
              <a:ext uri="{FF2B5EF4-FFF2-40B4-BE49-F238E27FC236}">
                <a16:creationId xmlns:a16="http://schemas.microsoft.com/office/drawing/2014/main" id="{9A50707D-71E8-488B-9DDD-80024C2D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38800"/>
            <a:ext cx="918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Every Accept / Reject / Invalid outcome is traceable to the registered inputs and observed run evidence.</a:t>
            </a:r>
          </a:p>
        </p:txBody>
      </p:sp>
    </p:spTree>
    <p:extLst>
      <p:ext uri="{BB962C8B-B14F-4D97-AF65-F5344CB8AC3E}">
        <p14:creationId xmlns:p14="http://schemas.microsoft.com/office/powerpoint/2010/main" val="989153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2026-07-26T04:35:52.8880000Z</dcterms:created>
  <dcterms:modified xsi:type="dcterms:W3CDTF">2026-07-26T04:35:52.8880000Z</dcterms:modified>
</coreProperties>
</file>
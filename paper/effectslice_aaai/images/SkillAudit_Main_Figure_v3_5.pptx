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8" r:id="rId3"/>
    <p:sldId id="259" r:id="rId5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D:/a_work/gitee/PaperToSkill/paper/effectslice_aaai/src/4.method.tex</a:t>
            </a:r>
          </a:p>
          <a:p>
            <a:r>
              <a:t>- D:/a_work/gitee/PaperToSkill/paper/effectslice_aaai/images/SkillAudit_Main_Figure_v3_4.pptx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D:/a_work/gitee/PaperToSkill/paper/effectslice_aaai/src/4.method.tex</a:t>
            </a:r>
          </a:p>
          <a:p>
            <a:r>
              <a:t>- D:/a_work/gitee/PaperToSkill/paper/effectslice_aaai/images/SkillAudit_Main_Figure_v3_4.pptx</a:t>
            </a:r>
          </a:p>
          <a:p>
            <a:r>
              <a:t>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full-to-render-line"/>
          <p:cNvSpPr>
            <a:spLocks noGrp="1"/>
          </p:cNvSpPr>
          <p:nvPr/>
        </p:nvSpPr>
        <p:spPr>
          <a:xfrm>
            <a:off x="6972300" y="2171700"/>
            <a:ext cx="95250" cy="0"/>
          </a:xfrm>
          <a:prstGeom prst="line">
            <a:avLst/>
          </a:prstGeom>
          <a:noFill/>
          <a:ln w="21431">
            <a:solidFill>
              <a:srgbClr val="6E7CF6"/>
            </a:solidFill>
            <a:prstDash val="solid"/>
          </a:ln>
        </p:spPr>
      </p:sp>
      <p:sp>
        <p:nvSpPr>
          <p:cNvPr id="11" name="candidate-to-render-line"/>
          <p:cNvSpPr>
            <a:spLocks noGrp="1"/>
          </p:cNvSpPr>
          <p:nvPr/>
        </p:nvSpPr>
        <p:spPr>
          <a:xfrm>
            <a:off x="6972300" y="3876675"/>
            <a:ext cx="95250" cy="0"/>
          </a:xfrm>
          <a:prstGeom prst="line">
            <a:avLst/>
          </a:prstGeom>
          <a:noFill/>
          <a:ln w="21431">
            <a:solidFill>
              <a:srgbClr val="53C3C3"/>
            </a:solidFill>
            <a:prstDash val="solid"/>
          </a:ln>
        </p:spPr>
      </p:sp>
      <p:sp>
        <p:nvSpPr>
          <p:cNvPr id="12" name="render-input-merge"/>
          <p:cNvSpPr>
            <a:spLocks noGrp="1"/>
          </p:cNvSpPr>
          <p:nvPr/>
        </p:nvSpPr>
        <p:spPr>
          <a:xfrm rot="5400000">
            <a:off x="6215063" y="3024188"/>
            <a:ext cx="1704975" cy="0"/>
          </a:xfrm>
          <a:prstGeom prst="line">
            <a:avLst/>
          </a:prstGeom>
          <a:noFill/>
          <a:ln w="14288">
            <a:solidFill>
              <a:srgbClr val="C9D2DF"/>
            </a:solidFill>
            <a:prstDash val="solid"/>
          </a:ln>
        </p:spPr>
      </p:sp>
      <p:sp>
        <p:nvSpPr>
          <p:cNvPr id="13" name="render-input-arrow"/>
          <p:cNvSpPr>
            <a:spLocks noGrp="1"/>
          </p:cNvSpPr>
          <p:nvPr/>
        </p:nvSpPr>
        <p:spPr>
          <a:xfrm>
            <a:off x="7067550" y="2952750"/>
            <a:ext cx="190500" cy="152400"/>
          </a:xfrm>
          <a:prstGeom prst="rightArrow">
            <a:avLst/>
          </a:prstGeom>
          <a:solidFill>
            <a:srgbClr val="4F5BC9"/>
          </a:solidFill>
          <a:ln w="0">
            <a:solidFill>
              <a:srgbClr val="4F5BC9"/>
            </a:solidFill>
            <a:prstDash val="solid"/>
          </a:ln>
        </p:spPr>
      </p:sp>
      <p:sp>
        <p:nvSpPr>
          <p:cNvPr id="14" name="render-output-arrow"/>
          <p:cNvSpPr>
            <a:spLocks noGrp="1"/>
          </p:cNvSpPr>
          <p:nvPr/>
        </p:nvSpPr>
        <p:spPr>
          <a:xfrm>
            <a:off x="7962900" y="2952750"/>
            <a:ext cx="361950" cy="152400"/>
          </a:xfrm>
          <a:prstGeom prst="rightArrow">
            <a:avLst/>
          </a:prstGeom>
          <a:solidFill>
            <a:srgbClr val="4F5BC9"/>
          </a:solidFill>
          <a:ln w="0">
            <a:solidFill>
              <a:srgbClr val="4F5BC9"/>
            </a:solidFill>
            <a:prstDash val="solid"/>
          </a:ln>
        </p:spPr>
      </p:sp>
      <p:sp>
        <p:nvSpPr>
          <p:cNvPr id="15" name="render-output-split"/>
          <p:cNvSpPr>
            <a:spLocks noGrp="1"/>
          </p:cNvSpPr>
          <p:nvPr/>
        </p:nvSpPr>
        <p:spPr>
          <a:xfrm rot="5400000">
            <a:off x="7472363" y="3024188"/>
            <a:ext cx="1704975" cy="0"/>
          </a:xfrm>
          <a:prstGeom prst="line">
            <a:avLst/>
          </a:prstGeom>
          <a:noFill/>
          <a:ln w="14288">
            <a:solidFill>
              <a:srgbClr val="C9D2DF"/>
            </a:solidFill>
            <a:prstDash val="solid"/>
          </a:ln>
        </p:spPr>
      </p:sp>
      <p:sp>
        <p:nvSpPr>
          <p:cNvPr id="16" name="render-to-full-line"/>
          <p:cNvSpPr>
            <a:spLocks noGrp="1"/>
          </p:cNvSpPr>
          <p:nvPr/>
        </p:nvSpPr>
        <p:spPr>
          <a:xfrm>
            <a:off x="8324850" y="2171700"/>
            <a:ext cx="152400" cy="0"/>
          </a:xfrm>
          <a:prstGeom prst="line">
            <a:avLst/>
          </a:prstGeom>
          <a:noFill/>
          <a:ln w="21431">
            <a:solidFill>
              <a:srgbClr val="6E7CF6"/>
            </a:solidFill>
            <a:prstDash val="solid"/>
          </a:ln>
        </p:spPr>
      </p:sp>
      <p:sp>
        <p:nvSpPr>
          <p:cNvPr id="17" name="render-to-candidate-line"/>
          <p:cNvSpPr>
            <a:spLocks noGrp="1"/>
          </p:cNvSpPr>
          <p:nvPr/>
        </p:nvSpPr>
        <p:spPr>
          <a:xfrm>
            <a:off x="8324850" y="3876675"/>
            <a:ext cx="152400" cy="0"/>
          </a:xfrm>
          <a:prstGeom prst="line">
            <a:avLst/>
          </a:prstGeom>
          <a:noFill/>
          <a:ln w="21431">
            <a:solidFill>
              <a:srgbClr val="53C3C3"/>
            </a:solidFill>
            <a:prstDash val="solid"/>
          </a:ln>
        </p:spPr>
      </p:sp>
      <p:sp>
        <p:nvSpPr>
          <p:cNvPr id="18" name="spec-merge-vertical"/>
          <p:cNvSpPr>
            <a:spLocks noGrp="1"/>
          </p:cNvSpPr>
          <p:nvPr/>
        </p:nvSpPr>
        <p:spPr>
          <a:xfrm rot="5400000">
            <a:off x="8767763" y="3024188"/>
            <a:ext cx="1704975" cy="0"/>
          </a:xfrm>
          <a:prstGeom prst="line">
            <a:avLst/>
          </a:prstGeom>
          <a:noFill/>
          <a:ln w="14288">
            <a:solidFill>
              <a:srgbClr val="C9D2DF"/>
            </a:solidFill>
            <a:prstDash val="solid"/>
          </a:ln>
        </p:spPr>
      </p:sp>
      <p:sp>
        <p:nvSpPr>
          <p:cNvPr id="19" name="full-to-merge"/>
          <p:cNvSpPr>
            <a:spLocks noGrp="1"/>
          </p:cNvSpPr>
          <p:nvPr/>
        </p:nvSpPr>
        <p:spPr>
          <a:xfrm>
            <a:off x="9448800" y="2171700"/>
            <a:ext cx="171450" cy="0"/>
          </a:xfrm>
          <a:prstGeom prst="line">
            <a:avLst/>
          </a:prstGeom>
          <a:noFill/>
          <a:ln w="21431">
            <a:solidFill>
              <a:srgbClr val="6E7CF6"/>
            </a:solidFill>
            <a:prstDash val="solid"/>
          </a:ln>
        </p:spPr>
      </p:sp>
      <p:sp>
        <p:nvSpPr>
          <p:cNvPr id="20" name="candidate-to-merge"/>
          <p:cNvSpPr>
            <a:spLocks noGrp="1"/>
          </p:cNvSpPr>
          <p:nvPr/>
        </p:nvSpPr>
        <p:spPr>
          <a:xfrm>
            <a:off x="9448800" y="3876675"/>
            <a:ext cx="171450" cy="0"/>
          </a:xfrm>
          <a:prstGeom prst="line">
            <a:avLst/>
          </a:prstGeom>
          <a:noFill/>
          <a:ln w="21431">
            <a:solidFill>
              <a:srgbClr val="53C3C3"/>
            </a:solidFill>
            <a:prstDash val="solid"/>
          </a:ln>
        </p:spPr>
      </p:sp>
      <p:sp>
        <p:nvSpPr>
          <p:cNvPr id="21" name="merge-to-boundary-arrow"/>
          <p:cNvSpPr>
            <a:spLocks noGrp="1"/>
          </p:cNvSpPr>
          <p:nvPr/>
        </p:nvSpPr>
        <p:spPr>
          <a:xfrm>
            <a:off x="9620250" y="2943225"/>
            <a:ext cx="457200" cy="152400"/>
          </a:xfrm>
          <a:prstGeom prst="rightArrow">
            <a:avLst/>
          </a:prstGeom>
          <a:solidFill>
            <a:srgbClr val="6E7CF6"/>
          </a:solidFill>
          <a:ln w="0">
            <a:solidFill>
              <a:srgbClr val="6E7CF6"/>
            </a:solidFill>
            <a:prstDash val="solid"/>
          </a:ln>
        </p:spPr>
      </p:sp>
      <p:sp>
        <p:nvSpPr>
          <p:cNvPr id="22" name="eval-to-boundary-horizontal"/>
          <p:cNvSpPr>
            <a:spLocks noGrp="1"/>
          </p:cNvSpPr>
          <p:nvPr/>
        </p:nvSpPr>
        <p:spPr>
          <a:xfrm>
            <a:off x="8810625" y="5705475"/>
            <a:ext cx="2095500" cy="0"/>
          </a:xfrm>
          <a:prstGeom prst="line">
            <a:avLst/>
          </a:prstGeom>
          <a:noFill/>
          <a:ln w="21431">
            <a:solidFill>
              <a:srgbClr val="E3B84C"/>
            </a:solidFill>
            <a:prstDash val="solid"/>
          </a:ln>
        </p:spPr>
      </p:sp>
      <p:sp>
        <p:nvSpPr>
          <p:cNvPr id="23" name="eval-to-boundary-vertical"/>
          <p:cNvSpPr>
            <a:spLocks noGrp="1"/>
          </p:cNvSpPr>
          <p:nvPr/>
        </p:nvSpPr>
        <p:spPr>
          <a:xfrm rot="-5400000">
            <a:off x="10367963" y="5167313"/>
            <a:ext cx="1076325" cy="0"/>
          </a:xfrm>
          <a:prstGeom prst="line">
            <a:avLst/>
          </a:prstGeom>
          <a:noFill/>
          <a:ln w="21431">
            <a:solidFill>
              <a:srgbClr val="E3B84C"/>
            </a:solidFill>
            <a:prstDash val="solid"/>
          </a:ln>
        </p:spPr>
      </p:sp>
      <p:sp>
        <p:nvSpPr>
          <p:cNvPr id="24" name="eval-to-boundary-arrow"/>
          <p:cNvSpPr>
            <a:spLocks noGrp="1"/>
          </p:cNvSpPr>
          <p:nvPr/>
        </p:nvSpPr>
        <p:spPr>
          <a:xfrm>
            <a:off x="10829925" y="4438650"/>
            <a:ext cx="152400" cy="209550"/>
          </a:xfrm>
          <a:prstGeom prst="upArrow">
            <a:avLst/>
          </a:prstGeom>
          <a:solidFill>
            <a:srgbClr val="E3B84C"/>
          </a:solidFill>
          <a:ln w="0">
            <a:solidFill>
              <a:srgbClr val="E3B84C"/>
            </a:solidFill>
            <a:prstDash val="solid"/>
          </a:ln>
        </p:spPr>
      </p:sp>
      <p:sp>
        <p:nvSpPr>
          <p:cNvPr id="25" name="method-path-label"/>
          <p:cNvSpPr>
            <a:spLocks noGrp="1"/>
          </p:cNvSpPr>
          <p:nvPr/>
        </p:nvSpPr>
        <p:spPr>
          <a:xfrm>
            <a:off x="457200" y="971550"/>
            <a:ext cx="1809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725" b="1">
                <a:solidFill>
                  <a:srgbClr val="6E7CF6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725" b="1">
                <a:solidFill>
                  <a:srgbClr val="6E7CF6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METHOD PATH</a:t>
            </a:r>
            <a:endParaRPr sz="1725" b="1">
              <a:solidFill>
                <a:srgbClr val="6E7CF6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26" name="source-paper-shadow"/>
          <p:cNvSpPr>
            <a:spLocks noGrp="1"/>
          </p:cNvSpPr>
          <p:nvPr/>
        </p:nvSpPr>
        <p:spPr>
          <a:xfrm>
            <a:off x="628650" y="1700530"/>
            <a:ext cx="895350" cy="1162050"/>
          </a:xfrm>
          <a:prstGeom prst="roundRect">
            <a:avLst>
              <a:gd name="adj" fmla="val 7447"/>
            </a:avLst>
          </a:prstGeom>
          <a:solidFill>
            <a:srgbClr val="E6E0D8"/>
          </a:solidFill>
          <a:ln w="0">
            <a:solidFill>
              <a:srgbClr val="E6E0D8"/>
            </a:solidFill>
            <a:prstDash val="solid"/>
          </a:ln>
        </p:spPr>
      </p:sp>
      <p:sp>
        <p:nvSpPr>
          <p:cNvPr id="27" name="source-paper-back"/>
          <p:cNvSpPr>
            <a:spLocks noGrp="1"/>
          </p:cNvSpPr>
          <p:nvPr/>
        </p:nvSpPr>
        <p:spPr>
          <a:xfrm>
            <a:off x="495300" y="1567180"/>
            <a:ext cx="876300" cy="1143000"/>
          </a:xfrm>
          <a:prstGeom prst="rect">
            <a:avLst/>
          </a:prstGeom>
          <a:solidFill>
            <a:srgbClr val="F0F1FF"/>
          </a:solidFill>
          <a:ln w="11906">
            <a:solidFill>
              <a:srgbClr val="C9D2DF"/>
            </a:solidFill>
            <a:prstDash val="solid"/>
          </a:ln>
        </p:spPr>
      </p:sp>
      <p:sp>
        <p:nvSpPr>
          <p:cNvPr id="28" name="source-paper-page"/>
          <p:cNvSpPr>
            <a:spLocks noGrp="1"/>
          </p:cNvSpPr>
          <p:nvPr/>
        </p:nvSpPr>
        <p:spPr>
          <a:xfrm>
            <a:off x="581025" y="1643380"/>
            <a:ext cx="895350" cy="1162050"/>
          </a:xfrm>
          <a:prstGeom prst="rect">
            <a:avLst/>
          </a:prstGeom>
          <a:solidFill>
            <a:srgbClr val="FFFFFF"/>
          </a:solidFill>
          <a:ln w="14288">
            <a:solidFill>
              <a:srgbClr val="28334A"/>
            </a:solidFill>
            <a:prstDash val="solid"/>
          </a:ln>
        </p:spPr>
      </p:sp>
      <p:sp>
        <p:nvSpPr>
          <p:cNvPr id="29" name="source-paper-title-bar"/>
          <p:cNvSpPr>
            <a:spLocks noGrp="1"/>
          </p:cNvSpPr>
          <p:nvPr/>
        </p:nvSpPr>
        <p:spPr>
          <a:xfrm>
            <a:off x="714375" y="1795780"/>
            <a:ext cx="552450" cy="57150"/>
          </a:xfrm>
          <a:prstGeom prst="rect">
            <a:avLst/>
          </a:prstGeom>
          <a:solidFill>
            <a:srgbClr val="28334A"/>
          </a:solidFill>
          <a:ln w="0">
            <a:solidFill>
              <a:srgbClr val="28334A"/>
            </a:solidFill>
            <a:prstDash val="solid"/>
          </a:ln>
        </p:spPr>
      </p:sp>
      <p:sp>
        <p:nvSpPr>
          <p:cNvPr id="30" name="source-paper-line-0"/>
          <p:cNvSpPr>
            <a:spLocks noGrp="1"/>
          </p:cNvSpPr>
          <p:nvPr/>
        </p:nvSpPr>
        <p:spPr>
          <a:xfrm>
            <a:off x="714375" y="1986280"/>
            <a:ext cx="628650" cy="38100"/>
          </a:xfrm>
          <a:prstGeom prst="rect">
            <a:avLst/>
          </a:prstGeom>
          <a:solidFill>
            <a:srgbClr val="C9D2DF"/>
          </a:solidFill>
          <a:ln w="0">
            <a:solidFill>
              <a:srgbClr val="C9D2DF"/>
            </a:solidFill>
            <a:prstDash val="solid"/>
          </a:ln>
        </p:spPr>
      </p:sp>
      <p:sp>
        <p:nvSpPr>
          <p:cNvPr id="31" name="source-paper-line-1"/>
          <p:cNvSpPr>
            <a:spLocks noGrp="1"/>
          </p:cNvSpPr>
          <p:nvPr/>
        </p:nvSpPr>
        <p:spPr>
          <a:xfrm>
            <a:off x="714375" y="2129155"/>
            <a:ext cx="571500" cy="38100"/>
          </a:xfrm>
          <a:prstGeom prst="rect">
            <a:avLst/>
          </a:prstGeom>
          <a:solidFill>
            <a:srgbClr val="C9D2DF"/>
          </a:solidFill>
          <a:ln w="0">
            <a:solidFill>
              <a:srgbClr val="C9D2DF"/>
            </a:solidFill>
            <a:prstDash val="solid"/>
          </a:ln>
        </p:spPr>
      </p:sp>
      <p:sp>
        <p:nvSpPr>
          <p:cNvPr id="32" name="source-paper-line-2"/>
          <p:cNvSpPr>
            <a:spLocks noGrp="1"/>
          </p:cNvSpPr>
          <p:nvPr/>
        </p:nvSpPr>
        <p:spPr>
          <a:xfrm>
            <a:off x="714375" y="2272030"/>
            <a:ext cx="419100" cy="76200"/>
          </a:xfrm>
          <a:prstGeom prst="rect">
            <a:avLst/>
          </a:prstGeom>
          <a:solidFill>
            <a:srgbClr val="53C3C3"/>
          </a:solidFill>
          <a:ln w="0">
            <a:solidFill>
              <a:srgbClr val="53C3C3"/>
            </a:solidFill>
            <a:prstDash val="solid"/>
          </a:ln>
        </p:spPr>
      </p:sp>
      <p:sp>
        <p:nvSpPr>
          <p:cNvPr id="33" name="source-paper-line-3"/>
          <p:cNvSpPr>
            <a:spLocks noGrp="1"/>
          </p:cNvSpPr>
          <p:nvPr/>
        </p:nvSpPr>
        <p:spPr>
          <a:xfrm>
            <a:off x="714375" y="2414905"/>
            <a:ext cx="647700" cy="38100"/>
          </a:xfrm>
          <a:prstGeom prst="rect">
            <a:avLst/>
          </a:prstGeom>
          <a:solidFill>
            <a:srgbClr val="C9D2DF"/>
          </a:solidFill>
          <a:ln w="0">
            <a:solidFill>
              <a:srgbClr val="C9D2DF"/>
            </a:solidFill>
            <a:prstDash val="solid"/>
          </a:ln>
        </p:spPr>
      </p:sp>
      <p:sp>
        <p:nvSpPr>
          <p:cNvPr id="34" name="source-paper-line-4"/>
          <p:cNvSpPr>
            <a:spLocks noGrp="1"/>
          </p:cNvSpPr>
          <p:nvPr/>
        </p:nvSpPr>
        <p:spPr>
          <a:xfrm>
            <a:off x="714375" y="2557780"/>
            <a:ext cx="495300" cy="38100"/>
          </a:xfrm>
          <a:prstGeom prst="rect">
            <a:avLst/>
          </a:prstGeom>
          <a:solidFill>
            <a:srgbClr val="C9D2DF"/>
          </a:solidFill>
          <a:ln w="0">
            <a:solidFill>
              <a:srgbClr val="C9D2DF"/>
            </a:solidFill>
            <a:prstDash val="solid"/>
          </a:ln>
        </p:spPr>
      </p:sp>
      <p:sp>
        <p:nvSpPr>
          <p:cNvPr id="35" name="source-paper-clip"/>
          <p:cNvSpPr>
            <a:spLocks noGrp="1"/>
          </p:cNvSpPr>
          <p:nvPr/>
        </p:nvSpPr>
        <p:spPr>
          <a:xfrm>
            <a:off x="1266825" y="1671955"/>
            <a:ext cx="133350" cy="133350"/>
          </a:xfrm>
          <a:prstGeom prst="ellipse">
            <a:avLst/>
          </a:prstGeom>
          <a:solidFill>
            <a:srgbClr val="FFF8DE"/>
          </a:solidFill>
          <a:ln w="11906">
            <a:solidFill>
              <a:srgbClr val="E3B84C"/>
            </a:solidFill>
            <a:prstDash val="solid"/>
          </a:ln>
        </p:spPr>
      </p:sp>
      <p:sp>
        <p:nvSpPr>
          <p:cNvPr id="36" name="source-paper-label"/>
          <p:cNvSpPr>
            <a:spLocks noGrp="1"/>
          </p:cNvSpPr>
          <p:nvPr/>
        </p:nvSpPr>
        <p:spPr>
          <a:xfrm>
            <a:off x="438150" y="2900680"/>
            <a:ext cx="11811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0909"/>
          </a:bodyPr>
          <a:lstStyle/>
          <a:p>
            <a:pPr algn="ctr">
              <a:defRPr sz="1650" b="1">
                <a:solidFill>
                  <a:srgbClr val="2833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650" b="1">
                <a:solidFill>
                  <a:srgbClr val="2833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Paper  P</a:t>
            </a:r>
            <a:endParaRPr sz="1650" b="1">
              <a:solidFill>
                <a:srgbClr val="2833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37" name="extractor-human-head"/>
          <p:cNvSpPr>
            <a:spLocks noGrp="1"/>
          </p:cNvSpPr>
          <p:nvPr/>
        </p:nvSpPr>
        <p:spPr>
          <a:xfrm>
            <a:off x="1818005" y="2972435"/>
            <a:ext cx="266700" cy="266700"/>
          </a:xfrm>
          <a:prstGeom prst="ellipse">
            <a:avLst/>
          </a:prstGeom>
          <a:solidFill>
            <a:srgbClr val="FFF8DE"/>
          </a:solidFill>
          <a:ln w="14288">
            <a:solidFill>
              <a:srgbClr val="4F5BC9"/>
            </a:solidFill>
            <a:prstDash val="solid"/>
          </a:ln>
        </p:spPr>
      </p:sp>
      <p:sp>
        <p:nvSpPr>
          <p:cNvPr id="38" name="extractor-human-body"/>
          <p:cNvSpPr>
            <a:spLocks noGrp="1"/>
          </p:cNvSpPr>
          <p:nvPr/>
        </p:nvSpPr>
        <p:spPr>
          <a:xfrm>
            <a:off x="1751330" y="3296285"/>
            <a:ext cx="400050" cy="438150"/>
          </a:xfrm>
          <a:prstGeom prst="roundRect">
            <a:avLst>
              <a:gd name="adj" fmla="val 16667"/>
            </a:avLst>
          </a:prstGeom>
          <a:solidFill>
            <a:srgbClr val="FFF8DE"/>
          </a:solidFill>
          <a:ln w="14288">
            <a:solidFill>
              <a:srgbClr val="4F5BC9"/>
            </a:solidFill>
            <a:prstDash val="solid"/>
          </a:ln>
        </p:spPr>
      </p:sp>
      <p:sp>
        <p:nvSpPr>
          <p:cNvPr id="39" name="extractor-slash"/>
          <p:cNvSpPr>
            <a:spLocks noGrp="1"/>
          </p:cNvSpPr>
          <p:nvPr/>
        </p:nvSpPr>
        <p:spPr>
          <a:xfrm rot="5400000">
            <a:off x="1547495" y="3205480"/>
            <a:ext cx="1570355" cy="915035"/>
          </a:xfrm>
          <a:prstGeom prst="line">
            <a:avLst/>
          </a:prstGeom>
          <a:noFill/>
          <a:ln w="21431">
            <a:solidFill>
              <a:srgbClr val="C9D2DF"/>
            </a:solidFill>
            <a:prstDash val="solid"/>
          </a:ln>
        </p:spPr>
      </p:sp>
      <p:sp>
        <p:nvSpPr>
          <p:cNvPr id="40" name="extractor-bot-head"/>
          <p:cNvSpPr>
            <a:spLocks noGrp="1"/>
          </p:cNvSpPr>
          <p:nvPr/>
        </p:nvSpPr>
        <p:spPr>
          <a:xfrm>
            <a:off x="2438400" y="3639185"/>
            <a:ext cx="457200" cy="361950"/>
          </a:xfrm>
          <a:prstGeom prst="roundRect">
            <a:avLst>
              <a:gd name="adj" fmla="val 18421"/>
            </a:avLst>
          </a:prstGeom>
          <a:solidFill>
            <a:srgbClr val="F0F1FF"/>
          </a:solidFill>
          <a:ln w="14288">
            <a:solidFill>
              <a:srgbClr val="6E7CF6"/>
            </a:solidFill>
            <a:prstDash val="solid"/>
          </a:ln>
        </p:spPr>
      </p:sp>
      <p:sp>
        <p:nvSpPr>
          <p:cNvPr id="41" name="extractor-bot-eye-1"/>
          <p:cNvSpPr>
            <a:spLocks noGrp="1"/>
          </p:cNvSpPr>
          <p:nvPr/>
        </p:nvSpPr>
        <p:spPr>
          <a:xfrm>
            <a:off x="2533650" y="3772535"/>
            <a:ext cx="57150" cy="57150"/>
          </a:xfrm>
          <a:prstGeom prst="ellipse">
            <a:avLst/>
          </a:prstGeom>
          <a:solidFill>
            <a:srgbClr val="6E7CF6"/>
          </a:solidFill>
          <a:ln w="0">
            <a:solidFill>
              <a:srgbClr val="6E7CF6"/>
            </a:solidFill>
            <a:prstDash val="solid"/>
          </a:ln>
        </p:spPr>
      </p:sp>
      <p:sp>
        <p:nvSpPr>
          <p:cNvPr id="42" name="extractor-bot-eye-2"/>
          <p:cNvSpPr>
            <a:spLocks noGrp="1"/>
          </p:cNvSpPr>
          <p:nvPr/>
        </p:nvSpPr>
        <p:spPr>
          <a:xfrm>
            <a:off x="2743200" y="3772535"/>
            <a:ext cx="57150" cy="57150"/>
          </a:xfrm>
          <a:prstGeom prst="ellipse">
            <a:avLst/>
          </a:prstGeom>
          <a:solidFill>
            <a:srgbClr val="6E7CF6"/>
          </a:solidFill>
          <a:ln w="0">
            <a:solidFill>
              <a:srgbClr val="6E7CF6"/>
            </a:solidFill>
            <a:prstDash val="solid"/>
          </a:ln>
        </p:spPr>
      </p:sp>
      <p:sp>
        <p:nvSpPr>
          <p:cNvPr id="43" name="extractor-antenna"/>
          <p:cNvSpPr>
            <a:spLocks noGrp="1"/>
          </p:cNvSpPr>
          <p:nvPr/>
        </p:nvSpPr>
        <p:spPr>
          <a:xfrm rot="5400000">
            <a:off x="2609850" y="3582035"/>
            <a:ext cx="114300" cy="0"/>
          </a:xfrm>
          <a:prstGeom prst="line">
            <a:avLst/>
          </a:prstGeom>
          <a:noFill/>
          <a:ln w="14288">
            <a:solidFill>
              <a:srgbClr val="6E7CF6"/>
            </a:solidFill>
            <a:prstDash val="solid"/>
          </a:ln>
        </p:spPr>
      </p:sp>
      <p:sp>
        <p:nvSpPr>
          <p:cNvPr id="44" name="extractor-antenna-dot"/>
          <p:cNvSpPr>
            <a:spLocks noGrp="1"/>
          </p:cNvSpPr>
          <p:nvPr/>
        </p:nvSpPr>
        <p:spPr>
          <a:xfrm>
            <a:off x="2628900" y="3477260"/>
            <a:ext cx="76200" cy="76200"/>
          </a:xfrm>
          <a:prstGeom prst="ellipse">
            <a:avLst/>
          </a:prstGeom>
          <a:solidFill>
            <a:srgbClr val="53C3C3"/>
          </a:solidFill>
          <a:ln w="0">
            <a:solidFill>
              <a:srgbClr val="53C3C3"/>
            </a:solidFill>
            <a:prstDash val="solid"/>
          </a:ln>
        </p:spPr>
      </p:sp>
      <p:sp>
        <p:nvSpPr>
          <p:cNvPr id="45" name="extractor-bot-body"/>
          <p:cNvSpPr>
            <a:spLocks noGrp="1"/>
          </p:cNvSpPr>
          <p:nvPr/>
        </p:nvSpPr>
        <p:spPr>
          <a:xfrm>
            <a:off x="2476500" y="4077335"/>
            <a:ext cx="381000" cy="314325"/>
          </a:xfrm>
          <a:prstGeom prst="roundRect">
            <a:avLst>
              <a:gd name="adj" fmla="val 21212"/>
            </a:avLst>
          </a:prstGeom>
          <a:solidFill>
            <a:srgbClr val="ECFAF8"/>
          </a:solidFill>
          <a:ln w="14288">
            <a:solidFill>
              <a:srgbClr val="6E7CF6"/>
            </a:solidFill>
            <a:prstDash val="solid"/>
          </a:ln>
        </p:spPr>
      </p:sp>
      <p:sp>
        <p:nvSpPr>
          <p:cNvPr id="47" name="procedure-title"/>
          <p:cNvSpPr>
            <a:spLocks noGrp="1"/>
          </p:cNvSpPr>
          <p:nvPr/>
        </p:nvSpPr>
        <p:spPr>
          <a:xfrm>
            <a:off x="3486150" y="1066800"/>
            <a:ext cx="3486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75" b="1">
                <a:solidFill>
                  <a:srgbClr val="4F5BC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575" b="1">
                <a:solidFill>
                  <a:srgbClr val="4F5BC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SOURCE-ADDRESSED PROCEDURE</a:t>
            </a:r>
            <a:endParaRPr sz="1575" b="1">
              <a:solidFill>
                <a:srgbClr val="4F5BC9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48" name="procedure-rule"/>
          <p:cNvSpPr>
            <a:spLocks noGrp="1"/>
          </p:cNvSpPr>
          <p:nvPr/>
        </p:nvSpPr>
        <p:spPr>
          <a:xfrm>
            <a:off x="3486150" y="1390650"/>
            <a:ext cx="3486150" cy="0"/>
          </a:xfrm>
          <a:prstGeom prst="line">
            <a:avLst/>
          </a:prstGeom>
          <a:noFill/>
          <a:ln w="14288">
            <a:solidFill>
              <a:srgbClr val="C9D2DF"/>
            </a:solidFill>
            <a:prstDash val="solid"/>
          </a:ln>
        </p:spPr>
      </p:sp>
      <p:sp>
        <p:nvSpPr>
          <p:cNvPr id="49" name="source-span-0"/>
          <p:cNvSpPr>
            <a:spLocks noGrp="1"/>
          </p:cNvSpPr>
          <p:nvPr/>
        </p:nvSpPr>
        <p:spPr>
          <a:xfrm>
            <a:off x="3486150" y="1676400"/>
            <a:ext cx="876300" cy="276225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1906">
            <a:solidFill>
              <a:srgbClr val="C9D2DF"/>
            </a:solidFill>
            <a:prstDash val="solid"/>
          </a:ln>
        </p:spPr>
      </p:sp>
      <p:sp>
        <p:nvSpPr>
          <p:cNvPr id="50" name="source-span-text-0"/>
          <p:cNvSpPr>
            <a:spLocks noGrp="1"/>
          </p:cNvSpPr>
          <p:nvPr/>
        </p:nvSpPr>
        <p:spPr>
          <a:xfrm>
            <a:off x="3486150" y="1676400"/>
            <a:ext cx="8763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75" b="0">
                <a:solidFill>
                  <a:srgbClr val="68758A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1575" b="0">
                <a:solidFill>
                  <a:srgbClr val="68758A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p.4 : 18</a:t>
            </a:r>
            <a:endParaRPr sz="1575" b="0">
              <a:solidFill>
                <a:srgbClr val="68758A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51" name="source-span-1"/>
          <p:cNvSpPr>
            <a:spLocks noGrp="1"/>
          </p:cNvSpPr>
          <p:nvPr/>
        </p:nvSpPr>
        <p:spPr>
          <a:xfrm>
            <a:off x="3486150" y="2057400"/>
            <a:ext cx="876300" cy="276225"/>
          </a:xfrm>
          <a:prstGeom prst="roundRect">
            <a:avLst>
              <a:gd name="adj" fmla="val 24138"/>
            </a:avLst>
          </a:prstGeom>
          <a:solidFill>
            <a:srgbClr val="ECFAF8"/>
          </a:solidFill>
          <a:ln w="11906">
            <a:solidFill>
              <a:srgbClr val="53C3C3"/>
            </a:solidFill>
            <a:prstDash val="solid"/>
          </a:ln>
        </p:spPr>
      </p:sp>
      <p:sp>
        <p:nvSpPr>
          <p:cNvPr id="52" name="source-span-text-1"/>
          <p:cNvSpPr>
            <a:spLocks noGrp="1"/>
          </p:cNvSpPr>
          <p:nvPr/>
        </p:nvSpPr>
        <p:spPr>
          <a:xfrm>
            <a:off x="3486150" y="2057400"/>
            <a:ext cx="8763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75" b="1">
                <a:solidFill>
                  <a:srgbClr val="4F5BC9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1575" b="1">
                <a:solidFill>
                  <a:srgbClr val="4F5BC9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Eq. 2</a:t>
            </a:r>
            <a:endParaRPr sz="1575" b="1">
              <a:solidFill>
                <a:srgbClr val="4F5BC9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53" name="source-span-2"/>
          <p:cNvSpPr>
            <a:spLocks noGrp="1"/>
          </p:cNvSpPr>
          <p:nvPr/>
        </p:nvSpPr>
        <p:spPr>
          <a:xfrm>
            <a:off x="3486150" y="2438400"/>
            <a:ext cx="876300" cy="276225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1906">
            <a:solidFill>
              <a:srgbClr val="C9D2DF"/>
            </a:solidFill>
            <a:prstDash val="solid"/>
          </a:ln>
        </p:spPr>
      </p:sp>
      <p:sp>
        <p:nvSpPr>
          <p:cNvPr id="54" name="source-span-text-2"/>
          <p:cNvSpPr>
            <a:spLocks noGrp="1"/>
          </p:cNvSpPr>
          <p:nvPr/>
        </p:nvSpPr>
        <p:spPr>
          <a:xfrm>
            <a:off x="3486150" y="2438400"/>
            <a:ext cx="876300" cy="2762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75" b="0">
                <a:solidFill>
                  <a:srgbClr val="68758A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1575" b="0">
                <a:solidFill>
                  <a:srgbClr val="68758A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Alg. 1</a:t>
            </a:r>
            <a:endParaRPr sz="1575" b="0">
              <a:solidFill>
                <a:srgbClr val="68758A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55" name="source-map-1"/>
          <p:cNvSpPr>
            <a:spLocks noGrp="1"/>
          </p:cNvSpPr>
          <p:nvPr/>
        </p:nvSpPr>
        <p:spPr>
          <a:xfrm>
            <a:off x="4362450" y="1809750"/>
            <a:ext cx="590550" cy="0"/>
          </a:xfrm>
          <a:prstGeom prst="line">
            <a:avLst/>
          </a:prstGeom>
          <a:noFill/>
          <a:ln w="11906">
            <a:solidFill>
              <a:srgbClr val="93A0B1"/>
            </a:solidFill>
            <a:prstDash val="dash"/>
          </a:ln>
        </p:spPr>
      </p:sp>
      <p:sp>
        <p:nvSpPr>
          <p:cNvPr id="56" name="source-map-2"/>
          <p:cNvSpPr>
            <a:spLocks noGrp="1"/>
          </p:cNvSpPr>
          <p:nvPr/>
        </p:nvSpPr>
        <p:spPr>
          <a:xfrm rot="-463310">
            <a:off x="4357307" y="2114550"/>
            <a:ext cx="1134235" cy="0"/>
          </a:xfrm>
          <a:prstGeom prst="line">
            <a:avLst/>
          </a:prstGeom>
          <a:noFill/>
          <a:ln w="11906">
            <a:solidFill>
              <a:srgbClr val="93A0B1"/>
            </a:solidFill>
            <a:prstDash val="dash"/>
          </a:ln>
        </p:spPr>
      </p:sp>
      <p:sp>
        <p:nvSpPr>
          <p:cNvPr id="57" name="source-map-3"/>
          <p:cNvSpPr>
            <a:spLocks noGrp="1"/>
          </p:cNvSpPr>
          <p:nvPr/>
        </p:nvSpPr>
        <p:spPr>
          <a:xfrm rot="-437337">
            <a:off x="4355776" y="2466975"/>
            <a:ext cx="1651647" cy="0"/>
          </a:xfrm>
          <a:prstGeom prst="line">
            <a:avLst/>
          </a:prstGeom>
          <a:noFill/>
          <a:ln w="11906">
            <a:solidFill>
              <a:srgbClr val="93A0B1"/>
            </a:solidFill>
            <a:prstDash val="dash"/>
          </a:ln>
        </p:spPr>
      </p:sp>
      <p:sp>
        <p:nvSpPr>
          <p:cNvPr id="58" name="full-dag-0-node"/>
          <p:cNvSpPr>
            <a:spLocks noGrp="1"/>
          </p:cNvSpPr>
          <p:nvPr/>
        </p:nvSpPr>
        <p:spPr>
          <a:xfrm>
            <a:off x="4953000" y="1971675"/>
            <a:ext cx="323850" cy="323850"/>
          </a:xfrm>
          <a:prstGeom prst="ellipse">
            <a:avLst/>
          </a:prstGeom>
          <a:solidFill>
            <a:srgbClr val="6E7CF6"/>
          </a:solidFill>
          <a:ln w="19050">
            <a:solidFill>
              <a:srgbClr val="6E7CF6"/>
            </a:solidFill>
            <a:prstDash val="solid"/>
          </a:ln>
        </p:spPr>
      </p:sp>
      <p:sp>
        <p:nvSpPr>
          <p:cNvPr id="59" name="full-dag-0-label"/>
          <p:cNvSpPr>
            <a:spLocks noGrp="1"/>
          </p:cNvSpPr>
          <p:nvPr/>
        </p:nvSpPr>
        <p:spPr>
          <a:xfrm>
            <a:off x="4953000" y="1971675"/>
            <a:ext cx="323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75" b="1">
                <a:solidFill>
                  <a:srgbClr val="FFFFFF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1575" b="1">
                <a:solidFill>
                  <a:srgbClr val="FFFFFF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a1</a:t>
            </a:r>
            <a:endParaRPr sz="1575" b="1">
              <a:solidFill>
                <a:srgbClr val="FFFFFF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60" name="full-dag-1-node"/>
          <p:cNvSpPr>
            <a:spLocks noGrp="1"/>
          </p:cNvSpPr>
          <p:nvPr/>
        </p:nvSpPr>
        <p:spPr>
          <a:xfrm>
            <a:off x="5543550" y="1628775"/>
            <a:ext cx="323850" cy="323850"/>
          </a:xfrm>
          <a:prstGeom prst="ellipse">
            <a:avLst/>
          </a:prstGeom>
          <a:solidFill>
            <a:srgbClr val="6E7CF6"/>
          </a:solidFill>
          <a:ln w="19050">
            <a:solidFill>
              <a:srgbClr val="6E7CF6"/>
            </a:solidFill>
            <a:prstDash val="solid"/>
          </a:ln>
        </p:spPr>
      </p:sp>
      <p:sp>
        <p:nvSpPr>
          <p:cNvPr id="61" name="full-dag-1-label"/>
          <p:cNvSpPr>
            <a:spLocks noGrp="1"/>
          </p:cNvSpPr>
          <p:nvPr/>
        </p:nvSpPr>
        <p:spPr>
          <a:xfrm>
            <a:off x="5543550" y="1628775"/>
            <a:ext cx="323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75" b="1">
                <a:solidFill>
                  <a:srgbClr val="FFFFFF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1575" b="1">
                <a:solidFill>
                  <a:srgbClr val="FFFFFF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a2</a:t>
            </a:r>
            <a:endParaRPr sz="1575" b="1">
              <a:solidFill>
                <a:srgbClr val="FFFFFF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62" name="full-dag-2-node"/>
          <p:cNvSpPr>
            <a:spLocks noGrp="1"/>
          </p:cNvSpPr>
          <p:nvPr/>
        </p:nvSpPr>
        <p:spPr>
          <a:xfrm>
            <a:off x="5619750" y="2324100"/>
            <a:ext cx="323850" cy="323850"/>
          </a:xfrm>
          <a:prstGeom prst="ellipse">
            <a:avLst/>
          </a:prstGeom>
          <a:solidFill>
            <a:srgbClr val="6E7CF6"/>
          </a:solidFill>
          <a:ln w="19050">
            <a:solidFill>
              <a:srgbClr val="6E7CF6"/>
            </a:solidFill>
            <a:prstDash val="solid"/>
          </a:ln>
        </p:spPr>
      </p:sp>
      <p:sp>
        <p:nvSpPr>
          <p:cNvPr id="63" name="full-dag-2-label"/>
          <p:cNvSpPr>
            <a:spLocks noGrp="1"/>
          </p:cNvSpPr>
          <p:nvPr/>
        </p:nvSpPr>
        <p:spPr>
          <a:xfrm>
            <a:off x="5619750" y="2324100"/>
            <a:ext cx="323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75" b="1">
                <a:solidFill>
                  <a:srgbClr val="FFFFFF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1575" b="1">
                <a:solidFill>
                  <a:srgbClr val="FFFFFF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a3</a:t>
            </a:r>
            <a:endParaRPr sz="1575" b="1">
              <a:solidFill>
                <a:srgbClr val="FFFFFF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64" name="full-dag-3-node"/>
          <p:cNvSpPr>
            <a:spLocks noGrp="1"/>
          </p:cNvSpPr>
          <p:nvPr/>
        </p:nvSpPr>
        <p:spPr>
          <a:xfrm>
            <a:off x="6334125" y="1790700"/>
            <a:ext cx="323850" cy="323850"/>
          </a:xfrm>
          <a:prstGeom prst="ellipse">
            <a:avLst/>
          </a:prstGeom>
          <a:solidFill>
            <a:srgbClr val="53C3C3"/>
          </a:solidFill>
          <a:ln w="19050">
            <a:solidFill>
              <a:srgbClr val="53C3C3"/>
            </a:solidFill>
            <a:prstDash val="solid"/>
          </a:ln>
        </p:spPr>
      </p:sp>
      <p:sp>
        <p:nvSpPr>
          <p:cNvPr id="65" name="full-dag-3-label"/>
          <p:cNvSpPr>
            <a:spLocks noGrp="1"/>
          </p:cNvSpPr>
          <p:nvPr/>
        </p:nvSpPr>
        <p:spPr>
          <a:xfrm>
            <a:off x="6334125" y="1790700"/>
            <a:ext cx="323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75" b="1">
                <a:solidFill>
                  <a:srgbClr val="FFFFFF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1575" b="1">
                <a:solidFill>
                  <a:srgbClr val="FFFFFF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a4</a:t>
            </a:r>
            <a:endParaRPr sz="1575" b="1">
              <a:solidFill>
                <a:srgbClr val="FFFFFF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66" name="full-dag-4-node"/>
          <p:cNvSpPr>
            <a:spLocks noGrp="1"/>
          </p:cNvSpPr>
          <p:nvPr/>
        </p:nvSpPr>
        <p:spPr>
          <a:xfrm>
            <a:off x="6610350" y="2352675"/>
            <a:ext cx="323850" cy="323850"/>
          </a:xfrm>
          <a:prstGeom prst="ellipse">
            <a:avLst/>
          </a:prstGeom>
          <a:solidFill>
            <a:srgbClr val="53C3C3"/>
          </a:solidFill>
          <a:ln w="19050">
            <a:solidFill>
              <a:srgbClr val="53C3C3"/>
            </a:solidFill>
            <a:prstDash val="solid"/>
          </a:ln>
        </p:spPr>
      </p:sp>
      <p:sp>
        <p:nvSpPr>
          <p:cNvPr id="67" name="full-dag-4-label"/>
          <p:cNvSpPr>
            <a:spLocks noGrp="1"/>
          </p:cNvSpPr>
          <p:nvPr/>
        </p:nvSpPr>
        <p:spPr>
          <a:xfrm>
            <a:off x="6610350" y="2352675"/>
            <a:ext cx="323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75" b="1">
                <a:solidFill>
                  <a:srgbClr val="FFFFFF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1575" b="1">
                <a:solidFill>
                  <a:srgbClr val="FFFFFF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a5</a:t>
            </a:r>
            <a:endParaRPr sz="1575" b="1">
              <a:solidFill>
                <a:srgbClr val="FFFFFF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cxnSp>
        <p:nvCxnSpPr>
          <p:cNvPr id="212" name="full-dag-edge-0-1"/>
          <p:cNvCxnSpPr>
            <a:stCxn id="58" idx="7"/>
            <a:endCxn id="60" idx="3"/>
          </p:cNvCxnSpPr>
          <p:nvPr/>
        </p:nvCxnSpPr>
        <p:spPr>
          <a:xfrm flipV="1">
            <a:off x="5229423" y="1905198"/>
            <a:ext cx="361553" cy="113903"/>
          </a:xfrm>
          <a:prstGeom prst="straightConnector1">
            <a:avLst/>
          </a:prstGeom>
          <a:ln w="19050">
            <a:solidFill>
              <a:srgbClr val="6E7CF6"/>
            </a:solidFill>
            <a:prstDash val="solid"/>
            <a:tailEnd type="triangle" w="sm" len="sm"/>
          </a:ln>
        </p:spPr>
      </p:cxnSp>
      <p:cxnSp>
        <p:nvCxnSpPr>
          <p:cNvPr id="213" name="full-dag-edge-0-2"/>
          <p:cNvCxnSpPr>
            <a:stCxn id="58" idx="5"/>
            <a:endCxn id="62" idx="1"/>
          </p:cNvCxnSpPr>
          <p:nvPr/>
        </p:nvCxnSpPr>
        <p:spPr>
          <a:xfrm>
            <a:off x="5229423" y="2248098"/>
            <a:ext cx="437753" cy="123428"/>
          </a:xfrm>
          <a:prstGeom prst="straightConnector1">
            <a:avLst/>
          </a:prstGeom>
          <a:ln w="19050">
            <a:solidFill>
              <a:srgbClr val="6E7CF6"/>
            </a:solidFill>
            <a:prstDash val="solid"/>
            <a:tailEnd type="triangle" w="sm" len="sm"/>
          </a:ln>
        </p:spPr>
      </p:cxnSp>
      <p:cxnSp>
        <p:nvCxnSpPr>
          <p:cNvPr id="214" name="full-dag-edge-1-3"/>
          <p:cNvCxnSpPr>
            <a:stCxn id="60" idx="6"/>
            <a:endCxn id="64" idx="2"/>
          </p:cNvCxnSpPr>
          <p:nvPr/>
        </p:nvCxnSpPr>
        <p:spPr>
          <a:xfrm>
            <a:off x="5867400" y="1790700"/>
            <a:ext cx="466725" cy="161925"/>
          </a:xfrm>
          <a:prstGeom prst="straightConnector1">
            <a:avLst/>
          </a:prstGeom>
          <a:ln w="19050">
            <a:solidFill>
              <a:srgbClr val="6E7CF6"/>
            </a:solidFill>
            <a:prstDash val="solid"/>
            <a:tailEnd type="triangle" w="sm" len="sm"/>
          </a:ln>
        </p:spPr>
      </p:cxnSp>
      <p:cxnSp>
        <p:nvCxnSpPr>
          <p:cNvPr id="215" name="full-dag-edge-1-2"/>
          <p:cNvCxnSpPr>
            <a:stCxn id="60" idx="4"/>
            <a:endCxn id="62" idx="0"/>
          </p:cNvCxnSpPr>
          <p:nvPr/>
        </p:nvCxnSpPr>
        <p:spPr>
          <a:xfrm>
            <a:off x="5705475" y="1952625"/>
            <a:ext cx="76200" cy="371475"/>
          </a:xfrm>
          <a:prstGeom prst="straightConnector1">
            <a:avLst/>
          </a:prstGeom>
          <a:ln w="19050">
            <a:solidFill>
              <a:srgbClr val="6E7CF6"/>
            </a:solidFill>
            <a:prstDash val="solid"/>
            <a:tailEnd type="triangle" w="sm" len="sm"/>
          </a:ln>
        </p:spPr>
      </p:cxnSp>
      <p:cxnSp>
        <p:nvCxnSpPr>
          <p:cNvPr id="216" name="full-dag-edge-2-4"/>
          <p:cNvCxnSpPr>
            <a:stCxn id="62" idx="6"/>
            <a:endCxn id="66" idx="2"/>
          </p:cNvCxnSpPr>
          <p:nvPr/>
        </p:nvCxnSpPr>
        <p:spPr>
          <a:xfrm>
            <a:off x="5943600" y="2486025"/>
            <a:ext cx="666750" cy="28575"/>
          </a:xfrm>
          <a:prstGeom prst="straightConnector1">
            <a:avLst/>
          </a:prstGeom>
          <a:ln w="19050">
            <a:solidFill>
              <a:srgbClr val="6E7CF6"/>
            </a:solidFill>
            <a:prstDash val="solid"/>
            <a:tailEnd type="triangle" w="sm" len="sm"/>
          </a:ln>
        </p:spPr>
      </p:cxnSp>
      <p:cxnSp>
        <p:nvCxnSpPr>
          <p:cNvPr id="217" name="full-dag-edge-3-4"/>
          <p:cNvCxnSpPr>
            <a:stCxn id="64" idx="4"/>
            <a:endCxn id="66" idx="1"/>
          </p:cNvCxnSpPr>
          <p:nvPr/>
        </p:nvCxnSpPr>
        <p:spPr>
          <a:xfrm>
            <a:off x="6496050" y="2114550"/>
            <a:ext cx="161727" cy="285552"/>
          </a:xfrm>
          <a:prstGeom prst="straightConnector1">
            <a:avLst/>
          </a:prstGeom>
          <a:ln w="19050">
            <a:solidFill>
              <a:srgbClr val="6E7CF6"/>
            </a:solidFill>
            <a:prstDash val="solid"/>
            <a:tailEnd type="triangle" w="sm" len="sm"/>
          </a:ln>
        </p:spPr>
      </p:cxnSp>
      <p:sp>
        <p:nvSpPr>
          <p:cNvPr id="75" name="candidate-divider"/>
          <p:cNvSpPr>
            <a:spLocks noGrp="1"/>
          </p:cNvSpPr>
          <p:nvPr/>
        </p:nvSpPr>
        <p:spPr>
          <a:xfrm>
            <a:off x="3486150" y="3181350"/>
            <a:ext cx="3486150" cy="0"/>
          </a:xfrm>
          <a:prstGeom prst="line">
            <a:avLst/>
          </a:prstGeom>
          <a:noFill/>
          <a:ln w="11906">
            <a:solidFill>
              <a:srgbClr val="C9D2DF"/>
            </a:solidFill>
            <a:prstDash val="solid"/>
          </a:ln>
        </p:spPr>
      </p:sp>
      <p:sp>
        <p:nvSpPr>
          <p:cNvPr id="76" name="candidate-edit-label"/>
          <p:cNvSpPr>
            <a:spLocks noGrp="1"/>
          </p:cNvSpPr>
          <p:nvPr/>
        </p:nvSpPr>
        <p:spPr>
          <a:xfrm>
            <a:off x="3431540" y="3134360"/>
            <a:ext cx="1409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75" b="1">
                <a:solidFill>
                  <a:srgbClr val="53C3C3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575" b="1">
                <a:solidFill>
                  <a:srgbClr val="53C3C3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EDIT</a:t>
            </a:r>
            <a:endParaRPr sz="1575" b="1">
              <a:solidFill>
                <a:srgbClr val="53C3C3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77" name="candidate-edit-arrow"/>
          <p:cNvSpPr>
            <a:spLocks noGrp="1"/>
          </p:cNvSpPr>
          <p:nvPr/>
        </p:nvSpPr>
        <p:spPr>
          <a:xfrm>
            <a:off x="3188335" y="3629025"/>
            <a:ext cx="1652905" cy="152400"/>
          </a:xfrm>
          <a:prstGeom prst="rightArrow">
            <a:avLst>
              <a:gd name="adj1" fmla="val 50000"/>
              <a:gd name="adj2" fmla="val 163333"/>
            </a:avLst>
          </a:prstGeom>
          <a:solidFill>
            <a:srgbClr val="53C3C3"/>
          </a:solidFill>
          <a:ln w="0">
            <a:solidFill>
              <a:srgbClr val="53C3C3"/>
            </a:solidFill>
            <a:prstDash val="solid"/>
          </a:ln>
        </p:spPr>
      </p:sp>
      <p:sp>
        <p:nvSpPr>
          <p:cNvPr id="78" name="candidate-dag-0-node"/>
          <p:cNvSpPr>
            <a:spLocks noGrp="1"/>
          </p:cNvSpPr>
          <p:nvPr/>
        </p:nvSpPr>
        <p:spPr>
          <a:xfrm>
            <a:off x="4953000" y="3552825"/>
            <a:ext cx="323850" cy="323850"/>
          </a:xfrm>
          <a:prstGeom prst="ellipse">
            <a:avLst/>
          </a:prstGeom>
          <a:solidFill>
            <a:srgbClr val="6E7CF6"/>
          </a:solidFill>
          <a:ln w="19050">
            <a:solidFill>
              <a:srgbClr val="6E7CF6"/>
            </a:solidFill>
            <a:prstDash val="solid"/>
          </a:ln>
        </p:spPr>
      </p:sp>
      <p:sp>
        <p:nvSpPr>
          <p:cNvPr id="79" name="candidate-dag-0-label"/>
          <p:cNvSpPr>
            <a:spLocks noGrp="1"/>
          </p:cNvSpPr>
          <p:nvPr/>
        </p:nvSpPr>
        <p:spPr>
          <a:xfrm>
            <a:off x="4953000" y="3552825"/>
            <a:ext cx="323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75" b="1">
                <a:solidFill>
                  <a:srgbClr val="FFFFFF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1575" b="1">
                <a:solidFill>
                  <a:srgbClr val="FFFFFF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a1</a:t>
            </a:r>
            <a:endParaRPr sz="1575" b="1">
              <a:solidFill>
                <a:srgbClr val="FFFFFF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80" name="candidate-dag-1-node"/>
          <p:cNvSpPr>
            <a:spLocks noGrp="1"/>
          </p:cNvSpPr>
          <p:nvPr/>
        </p:nvSpPr>
        <p:spPr>
          <a:xfrm>
            <a:off x="5543550" y="3209925"/>
            <a:ext cx="323850" cy="323850"/>
          </a:xfrm>
          <a:prstGeom prst="ellipse">
            <a:avLst/>
          </a:prstGeom>
          <a:solidFill>
            <a:srgbClr val="6E7CF6"/>
          </a:solidFill>
          <a:ln w="19050">
            <a:solidFill>
              <a:srgbClr val="6E7CF6"/>
            </a:solidFill>
            <a:prstDash val="solid"/>
          </a:ln>
        </p:spPr>
      </p:sp>
      <p:sp>
        <p:nvSpPr>
          <p:cNvPr id="81" name="candidate-dag-1-label"/>
          <p:cNvSpPr>
            <a:spLocks noGrp="1"/>
          </p:cNvSpPr>
          <p:nvPr/>
        </p:nvSpPr>
        <p:spPr>
          <a:xfrm>
            <a:off x="5543550" y="3209925"/>
            <a:ext cx="323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75" b="1">
                <a:solidFill>
                  <a:srgbClr val="FFFFFF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1575" b="1">
                <a:solidFill>
                  <a:srgbClr val="FFFFFF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a2</a:t>
            </a:r>
            <a:endParaRPr sz="1575" b="1">
              <a:solidFill>
                <a:srgbClr val="FFFFFF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82" name="candidate-dag-2-node"/>
          <p:cNvSpPr>
            <a:spLocks noGrp="1"/>
          </p:cNvSpPr>
          <p:nvPr/>
        </p:nvSpPr>
        <p:spPr>
          <a:xfrm>
            <a:off x="5619750" y="3905250"/>
            <a:ext cx="323850" cy="32385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E7778"/>
            </a:solidFill>
            <a:prstDash val="solid"/>
          </a:ln>
        </p:spPr>
      </p:sp>
      <p:sp>
        <p:nvSpPr>
          <p:cNvPr id="83" name="candidate-dag-2-label"/>
          <p:cNvSpPr>
            <a:spLocks noGrp="1"/>
          </p:cNvSpPr>
          <p:nvPr/>
        </p:nvSpPr>
        <p:spPr>
          <a:xfrm>
            <a:off x="5619750" y="3905250"/>
            <a:ext cx="323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75" b="1">
                <a:solidFill>
                  <a:srgbClr val="EE7778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1575" b="1">
                <a:solidFill>
                  <a:srgbClr val="EE7778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a3</a:t>
            </a:r>
            <a:endParaRPr sz="1575" b="1">
              <a:solidFill>
                <a:srgbClr val="EE7778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84" name="candidate-dag-3-node"/>
          <p:cNvSpPr>
            <a:spLocks noGrp="1"/>
          </p:cNvSpPr>
          <p:nvPr/>
        </p:nvSpPr>
        <p:spPr>
          <a:xfrm>
            <a:off x="6334125" y="3371850"/>
            <a:ext cx="323850" cy="323850"/>
          </a:xfrm>
          <a:prstGeom prst="ellipse">
            <a:avLst/>
          </a:prstGeom>
          <a:solidFill>
            <a:srgbClr val="53C3C3"/>
          </a:solidFill>
          <a:ln w="19050">
            <a:solidFill>
              <a:srgbClr val="53C3C3"/>
            </a:solidFill>
            <a:prstDash val="solid"/>
          </a:ln>
        </p:spPr>
      </p:sp>
      <p:sp>
        <p:nvSpPr>
          <p:cNvPr id="85" name="candidate-dag-3-label"/>
          <p:cNvSpPr>
            <a:spLocks noGrp="1"/>
          </p:cNvSpPr>
          <p:nvPr/>
        </p:nvSpPr>
        <p:spPr>
          <a:xfrm>
            <a:off x="6334125" y="3371850"/>
            <a:ext cx="323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75" b="1">
                <a:solidFill>
                  <a:srgbClr val="FFFFFF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1575" b="1">
                <a:solidFill>
                  <a:srgbClr val="FFFFFF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a4</a:t>
            </a:r>
            <a:endParaRPr sz="1575" b="1">
              <a:solidFill>
                <a:srgbClr val="FFFFFF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86" name="candidate-dag-4-node"/>
          <p:cNvSpPr>
            <a:spLocks noGrp="1"/>
          </p:cNvSpPr>
          <p:nvPr/>
        </p:nvSpPr>
        <p:spPr>
          <a:xfrm>
            <a:off x="6610350" y="3933825"/>
            <a:ext cx="323850" cy="323850"/>
          </a:xfrm>
          <a:prstGeom prst="ellipse">
            <a:avLst/>
          </a:prstGeom>
          <a:solidFill>
            <a:srgbClr val="53C3C3"/>
          </a:solidFill>
          <a:ln w="19050">
            <a:solidFill>
              <a:srgbClr val="53C3C3"/>
            </a:solidFill>
            <a:prstDash val="solid"/>
          </a:ln>
        </p:spPr>
      </p:sp>
      <p:sp>
        <p:nvSpPr>
          <p:cNvPr id="87" name="candidate-dag-4-label"/>
          <p:cNvSpPr>
            <a:spLocks noGrp="1"/>
          </p:cNvSpPr>
          <p:nvPr/>
        </p:nvSpPr>
        <p:spPr>
          <a:xfrm>
            <a:off x="6610350" y="3933825"/>
            <a:ext cx="323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75" b="1">
                <a:solidFill>
                  <a:srgbClr val="FFFFFF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1575" b="1">
                <a:solidFill>
                  <a:srgbClr val="FFFFFF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a5</a:t>
            </a:r>
            <a:endParaRPr sz="1575" b="1">
              <a:solidFill>
                <a:srgbClr val="FFFFFF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cxnSp>
        <p:nvCxnSpPr>
          <p:cNvPr id="232" name="candidate-dag-edge-0-1"/>
          <p:cNvCxnSpPr>
            <a:stCxn id="78" idx="7"/>
            <a:endCxn id="80" idx="3"/>
          </p:cNvCxnSpPr>
          <p:nvPr/>
        </p:nvCxnSpPr>
        <p:spPr>
          <a:xfrm flipV="1">
            <a:off x="5229423" y="3486348"/>
            <a:ext cx="361553" cy="113903"/>
          </a:xfrm>
          <a:prstGeom prst="straightConnector1">
            <a:avLst/>
          </a:prstGeom>
          <a:ln w="19050">
            <a:solidFill>
              <a:srgbClr val="6E7CF6"/>
            </a:solidFill>
            <a:prstDash val="solid"/>
            <a:tailEnd type="triangle" w="sm" len="sm"/>
          </a:ln>
        </p:spPr>
      </p:cxnSp>
      <p:cxnSp>
        <p:nvCxnSpPr>
          <p:cNvPr id="233" name="candidate-dag-edge-0-2"/>
          <p:cNvCxnSpPr>
            <a:stCxn id="78" idx="5"/>
            <a:endCxn id="82" idx="1"/>
          </p:cNvCxnSpPr>
          <p:nvPr/>
        </p:nvCxnSpPr>
        <p:spPr>
          <a:xfrm>
            <a:off x="5229423" y="3829248"/>
            <a:ext cx="437753" cy="123428"/>
          </a:xfrm>
          <a:prstGeom prst="straightConnector1">
            <a:avLst/>
          </a:prstGeom>
          <a:ln w="11906">
            <a:solidFill>
              <a:srgbClr val="EE7778"/>
            </a:solidFill>
            <a:prstDash val="dash"/>
            <a:tailEnd type="triangle" w="sm" len="sm"/>
          </a:ln>
        </p:spPr>
      </p:cxnSp>
      <p:cxnSp>
        <p:nvCxnSpPr>
          <p:cNvPr id="234" name="candidate-dag-edge-1-3"/>
          <p:cNvCxnSpPr>
            <a:stCxn id="80" idx="6"/>
            <a:endCxn id="84" idx="2"/>
          </p:cNvCxnSpPr>
          <p:nvPr/>
        </p:nvCxnSpPr>
        <p:spPr>
          <a:xfrm>
            <a:off x="5867400" y="3371850"/>
            <a:ext cx="466725" cy="161925"/>
          </a:xfrm>
          <a:prstGeom prst="straightConnector1">
            <a:avLst/>
          </a:prstGeom>
          <a:ln w="19050">
            <a:solidFill>
              <a:srgbClr val="6E7CF6"/>
            </a:solidFill>
            <a:prstDash val="solid"/>
            <a:tailEnd type="triangle" w="sm" len="sm"/>
          </a:ln>
        </p:spPr>
      </p:cxnSp>
      <p:cxnSp>
        <p:nvCxnSpPr>
          <p:cNvPr id="235" name="candidate-dag-edge-1-2"/>
          <p:cNvCxnSpPr>
            <a:stCxn id="80" idx="4"/>
            <a:endCxn id="82" idx="0"/>
          </p:cNvCxnSpPr>
          <p:nvPr/>
        </p:nvCxnSpPr>
        <p:spPr>
          <a:xfrm>
            <a:off x="5705475" y="3533775"/>
            <a:ext cx="76200" cy="371475"/>
          </a:xfrm>
          <a:prstGeom prst="straightConnector1">
            <a:avLst/>
          </a:prstGeom>
          <a:ln w="11906">
            <a:solidFill>
              <a:srgbClr val="EE7778"/>
            </a:solidFill>
            <a:prstDash val="dash"/>
            <a:tailEnd type="triangle" w="sm" len="sm"/>
          </a:ln>
        </p:spPr>
      </p:cxnSp>
      <p:cxnSp>
        <p:nvCxnSpPr>
          <p:cNvPr id="236" name="candidate-dag-edge-2-4"/>
          <p:cNvCxnSpPr>
            <a:stCxn id="82" idx="6"/>
            <a:endCxn id="86" idx="2"/>
          </p:cNvCxnSpPr>
          <p:nvPr/>
        </p:nvCxnSpPr>
        <p:spPr>
          <a:xfrm>
            <a:off x="5943600" y="4067175"/>
            <a:ext cx="666750" cy="28575"/>
          </a:xfrm>
          <a:prstGeom prst="straightConnector1">
            <a:avLst/>
          </a:prstGeom>
          <a:ln w="11906">
            <a:solidFill>
              <a:srgbClr val="EE7778"/>
            </a:solidFill>
            <a:prstDash val="dash"/>
            <a:tailEnd type="triangle" w="sm" len="sm"/>
          </a:ln>
        </p:spPr>
      </p:cxnSp>
      <p:cxnSp>
        <p:nvCxnSpPr>
          <p:cNvPr id="237" name="candidate-dag-edge-3-4"/>
          <p:cNvCxnSpPr>
            <a:stCxn id="84" idx="4"/>
            <a:endCxn id="86" idx="1"/>
          </p:cNvCxnSpPr>
          <p:nvPr/>
        </p:nvCxnSpPr>
        <p:spPr>
          <a:xfrm>
            <a:off x="6496050" y="3695700"/>
            <a:ext cx="161727" cy="285552"/>
          </a:xfrm>
          <a:prstGeom prst="straightConnector1">
            <a:avLst/>
          </a:prstGeom>
          <a:ln w="19050">
            <a:solidFill>
              <a:srgbClr val="6E7CF6"/>
            </a:solidFill>
            <a:prstDash val="solid"/>
            <a:tailEnd type="triangle" w="sm" len="sm"/>
          </a:ln>
        </p:spPr>
      </p:cxnSp>
      <p:sp>
        <p:nvSpPr>
          <p:cNvPr id="94" name="candidate-dag-x-a"/>
          <p:cNvSpPr>
            <a:spLocks noGrp="1"/>
          </p:cNvSpPr>
          <p:nvPr/>
        </p:nvSpPr>
        <p:spPr>
          <a:xfrm rot="2700000">
            <a:off x="5660442" y="4067175"/>
            <a:ext cx="242467" cy="0"/>
          </a:xfrm>
          <a:prstGeom prst="line">
            <a:avLst/>
          </a:prstGeom>
          <a:noFill/>
          <a:ln w="19050">
            <a:solidFill>
              <a:srgbClr val="EE7778"/>
            </a:solidFill>
            <a:prstDash val="solid"/>
          </a:ln>
        </p:spPr>
      </p:sp>
      <p:sp>
        <p:nvSpPr>
          <p:cNvPr id="95" name="candidate-dag-x-b"/>
          <p:cNvSpPr>
            <a:spLocks noGrp="1"/>
          </p:cNvSpPr>
          <p:nvPr/>
        </p:nvSpPr>
        <p:spPr>
          <a:xfrm rot="8100000">
            <a:off x="5660442" y="4067175"/>
            <a:ext cx="242467" cy="0"/>
          </a:xfrm>
          <a:prstGeom prst="line">
            <a:avLst/>
          </a:prstGeom>
          <a:noFill/>
          <a:ln w="19050">
            <a:solidFill>
              <a:srgbClr val="EE7778"/>
            </a:solidFill>
            <a:prstDash val="solid"/>
          </a:ln>
        </p:spPr>
      </p:sp>
      <p:sp>
        <p:nvSpPr>
          <p:cNvPr id="98" name="renderer-body"/>
          <p:cNvSpPr>
            <a:spLocks noGrp="1"/>
          </p:cNvSpPr>
          <p:nvPr/>
        </p:nvSpPr>
        <p:spPr>
          <a:xfrm>
            <a:off x="7239000" y="2466975"/>
            <a:ext cx="723900" cy="1200150"/>
          </a:xfrm>
          <a:prstGeom prst="roundRect">
            <a:avLst>
              <a:gd name="adj" fmla="val 9211"/>
            </a:avLst>
          </a:prstGeom>
          <a:solidFill>
            <a:srgbClr val="F0F1FF"/>
          </a:solidFill>
          <a:ln w="14288">
            <a:solidFill>
              <a:srgbClr val="4F5BC9"/>
            </a:solidFill>
            <a:prstDash val="solid"/>
          </a:ln>
        </p:spPr>
      </p:sp>
      <p:sp>
        <p:nvSpPr>
          <p:cNvPr id="99" name="renderer-r-circle"/>
          <p:cNvSpPr>
            <a:spLocks noGrp="1"/>
          </p:cNvSpPr>
          <p:nvPr/>
        </p:nvSpPr>
        <p:spPr>
          <a:xfrm>
            <a:off x="7419975" y="2609850"/>
            <a:ext cx="361950" cy="361950"/>
          </a:xfrm>
          <a:prstGeom prst="ellipse">
            <a:avLst/>
          </a:prstGeom>
          <a:solidFill>
            <a:srgbClr val="FFFFFF"/>
          </a:solidFill>
          <a:ln w="14288">
            <a:solidFill>
              <a:srgbClr val="4F5BC9"/>
            </a:solidFill>
            <a:prstDash val="solid"/>
          </a:ln>
        </p:spPr>
      </p:sp>
      <p:sp>
        <p:nvSpPr>
          <p:cNvPr id="100" name="renderer-r"/>
          <p:cNvSpPr>
            <a:spLocks noGrp="1"/>
          </p:cNvSpPr>
          <p:nvPr/>
        </p:nvSpPr>
        <p:spPr>
          <a:xfrm>
            <a:off x="7419975" y="2609850"/>
            <a:ext cx="361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725" b="1">
                <a:solidFill>
                  <a:srgbClr val="4F5BC9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1725" b="1">
                <a:solidFill>
                  <a:srgbClr val="4F5BC9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R</a:t>
            </a:r>
            <a:endParaRPr sz="1725" b="1">
              <a:solidFill>
                <a:srgbClr val="4F5BC9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101" name="renderer-title"/>
          <p:cNvSpPr>
            <a:spLocks noGrp="1"/>
          </p:cNvSpPr>
          <p:nvPr/>
        </p:nvSpPr>
        <p:spPr>
          <a:xfrm>
            <a:off x="7239000" y="3114675"/>
            <a:ext cx="723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75" b="1">
                <a:solidFill>
                  <a:srgbClr val="68758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575" b="1">
                <a:solidFill>
                  <a:srgbClr val="68758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FIXED</a:t>
            </a:r>
            <a:endParaRPr sz="1575" b="1">
              <a:solidFill>
                <a:srgbClr val="68758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02" name="full-spec-shadow"/>
          <p:cNvSpPr>
            <a:spLocks noGrp="1"/>
          </p:cNvSpPr>
          <p:nvPr/>
        </p:nvSpPr>
        <p:spPr>
          <a:xfrm>
            <a:off x="8524875" y="1733550"/>
            <a:ext cx="971550" cy="1000125"/>
          </a:xfrm>
          <a:prstGeom prst="roundRect">
            <a:avLst>
              <a:gd name="adj" fmla="val 6863"/>
            </a:avLst>
          </a:prstGeom>
          <a:solidFill>
            <a:srgbClr val="E6E0D8"/>
          </a:solidFill>
          <a:ln w="0">
            <a:solidFill>
              <a:srgbClr val="E6E0D8"/>
            </a:solidFill>
            <a:prstDash val="solid"/>
          </a:ln>
        </p:spPr>
      </p:sp>
      <p:sp>
        <p:nvSpPr>
          <p:cNvPr id="103" name="full-spec-back"/>
          <p:cNvSpPr>
            <a:spLocks noGrp="1"/>
          </p:cNvSpPr>
          <p:nvPr/>
        </p:nvSpPr>
        <p:spPr>
          <a:xfrm>
            <a:off x="8410575" y="1619250"/>
            <a:ext cx="914400" cy="962025"/>
          </a:xfrm>
          <a:prstGeom prst="rect">
            <a:avLst/>
          </a:prstGeom>
          <a:solidFill>
            <a:srgbClr val="F0F1FF"/>
          </a:solidFill>
          <a:ln w="11906">
            <a:solidFill>
              <a:srgbClr val="C9D2DF"/>
            </a:solidFill>
            <a:prstDash val="solid"/>
          </a:ln>
        </p:spPr>
      </p:sp>
      <p:sp>
        <p:nvSpPr>
          <p:cNvPr id="104" name="full-spec-page"/>
          <p:cNvSpPr>
            <a:spLocks noGrp="1"/>
          </p:cNvSpPr>
          <p:nvPr/>
        </p:nvSpPr>
        <p:spPr>
          <a:xfrm>
            <a:off x="8477250" y="1676400"/>
            <a:ext cx="971550" cy="1000125"/>
          </a:xfrm>
          <a:prstGeom prst="rect">
            <a:avLst/>
          </a:prstGeom>
          <a:solidFill>
            <a:srgbClr val="FFFFFF"/>
          </a:solidFill>
          <a:ln w="14288">
            <a:solidFill>
              <a:srgbClr val="6E7CF6"/>
            </a:solidFill>
            <a:prstDash val="solid"/>
          </a:ln>
        </p:spPr>
      </p:sp>
      <p:sp>
        <p:nvSpPr>
          <p:cNvPr id="105" name="full-spec-line-0"/>
          <p:cNvSpPr>
            <a:spLocks noGrp="1"/>
          </p:cNvSpPr>
          <p:nvPr/>
        </p:nvSpPr>
        <p:spPr>
          <a:xfrm>
            <a:off x="8610600" y="1847850"/>
            <a:ext cx="685800" cy="47625"/>
          </a:xfrm>
          <a:prstGeom prst="rect">
            <a:avLst/>
          </a:prstGeom>
          <a:solidFill>
            <a:srgbClr val="6E7CF6"/>
          </a:solidFill>
          <a:ln w="0">
            <a:solidFill>
              <a:srgbClr val="6E7CF6"/>
            </a:solidFill>
            <a:prstDash val="solid"/>
          </a:ln>
        </p:spPr>
      </p:sp>
      <p:sp>
        <p:nvSpPr>
          <p:cNvPr id="106" name="full-spec-line-1"/>
          <p:cNvSpPr>
            <a:spLocks noGrp="1"/>
          </p:cNvSpPr>
          <p:nvPr/>
        </p:nvSpPr>
        <p:spPr>
          <a:xfrm>
            <a:off x="8610600" y="2009775"/>
            <a:ext cx="685800" cy="47625"/>
          </a:xfrm>
          <a:prstGeom prst="rect">
            <a:avLst/>
          </a:prstGeom>
          <a:solidFill>
            <a:srgbClr val="6E7CF6"/>
          </a:solidFill>
          <a:ln w="0">
            <a:solidFill>
              <a:srgbClr val="6E7CF6"/>
            </a:solidFill>
            <a:prstDash val="solid"/>
          </a:ln>
        </p:spPr>
      </p:sp>
      <p:sp>
        <p:nvSpPr>
          <p:cNvPr id="107" name="full-spec-line-2"/>
          <p:cNvSpPr>
            <a:spLocks noGrp="1"/>
          </p:cNvSpPr>
          <p:nvPr/>
        </p:nvSpPr>
        <p:spPr>
          <a:xfrm>
            <a:off x="8610600" y="2171700"/>
            <a:ext cx="457200" cy="47625"/>
          </a:xfrm>
          <a:prstGeom prst="rect">
            <a:avLst/>
          </a:prstGeom>
          <a:solidFill>
            <a:srgbClr val="6E7CF6"/>
          </a:solidFill>
          <a:ln w="0">
            <a:solidFill>
              <a:srgbClr val="6E7CF6"/>
            </a:solidFill>
            <a:prstDash val="solid"/>
          </a:ln>
        </p:spPr>
      </p:sp>
      <p:sp>
        <p:nvSpPr>
          <p:cNvPr id="108" name="full-spec-tab"/>
          <p:cNvSpPr>
            <a:spLocks noGrp="1"/>
          </p:cNvSpPr>
          <p:nvPr/>
        </p:nvSpPr>
        <p:spPr>
          <a:xfrm>
            <a:off x="9229725" y="1685925"/>
            <a:ext cx="152400" cy="95250"/>
          </a:xfrm>
          <a:prstGeom prst="rect">
            <a:avLst/>
          </a:prstGeom>
          <a:solidFill>
            <a:srgbClr val="6E7CF6"/>
          </a:solidFill>
          <a:ln w="0">
            <a:solidFill>
              <a:srgbClr val="6E7CF6"/>
            </a:solidFill>
            <a:prstDash val="solid"/>
          </a:ln>
        </p:spPr>
      </p:sp>
      <p:sp>
        <p:nvSpPr>
          <p:cNvPr id="109" name="full-spec-label"/>
          <p:cNvSpPr>
            <a:spLocks noGrp="1"/>
          </p:cNvSpPr>
          <p:nvPr/>
        </p:nvSpPr>
        <p:spPr>
          <a:xfrm>
            <a:off x="8248650" y="1362075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75" b="1">
                <a:solidFill>
                  <a:srgbClr val="6E7CF6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575" b="1">
                <a:solidFill>
                  <a:srgbClr val="6E7CF6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FULL</a:t>
            </a:r>
            <a:endParaRPr sz="1575" b="1">
              <a:solidFill>
                <a:srgbClr val="6E7CF6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10" name="full-spec-formula"/>
          <p:cNvSpPr>
            <a:spLocks noGrp="1"/>
          </p:cNvSpPr>
          <p:nvPr/>
        </p:nvSpPr>
        <p:spPr>
          <a:xfrm>
            <a:off x="8343900" y="2733675"/>
            <a:ext cx="1238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8485"/>
          </a:bodyPr>
          <a:lstStyle/>
          <a:p>
            <a:pPr algn="ctr">
              <a:defRPr sz="1650" b="1">
                <a:solidFill>
                  <a:srgbClr val="28334A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1650" b="1">
                <a:solidFill>
                  <a:srgbClr val="28334A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F = R(A)</a:t>
            </a:r>
            <a:endParaRPr sz="1650" b="1">
              <a:solidFill>
                <a:srgbClr val="28334A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111" name="candidate-spec-shadow"/>
          <p:cNvSpPr>
            <a:spLocks noGrp="1"/>
          </p:cNvSpPr>
          <p:nvPr/>
        </p:nvSpPr>
        <p:spPr>
          <a:xfrm>
            <a:off x="8524875" y="3438525"/>
            <a:ext cx="971550" cy="1000125"/>
          </a:xfrm>
          <a:prstGeom prst="roundRect">
            <a:avLst>
              <a:gd name="adj" fmla="val 6863"/>
            </a:avLst>
          </a:prstGeom>
          <a:solidFill>
            <a:srgbClr val="E6E0D8"/>
          </a:solidFill>
          <a:ln w="0">
            <a:solidFill>
              <a:srgbClr val="E6E0D8"/>
            </a:solidFill>
            <a:prstDash val="solid"/>
          </a:ln>
        </p:spPr>
      </p:sp>
      <p:sp>
        <p:nvSpPr>
          <p:cNvPr id="112" name="candidate-spec-back"/>
          <p:cNvSpPr>
            <a:spLocks noGrp="1"/>
          </p:cNvSpPr>
          <p:nvPr/>
        </p:nvSpPr>
        <p:spPr>
          <a:xfrm>
            <a:off x="8410575" y="3324225"/>
            <a:ext cx="914400" cy="962025"/>
          </a:xfrm>
          <a:prstGeom prst="rect">
            <a:avLst/>
          </a:prstGeom>
          <a:solidFill>
            <a:srgbClr val="ECFAF8"/>
          </a:solidFill>
          <a:ln w="11906">
            <a:solidFill>
              <a:srgbClr val="C9D2DF"/>
            </a:solidFill>
            <a:prstDash val="solid"/>
          </a:ln>
        </p:spPr>
      </p:sp>
      <p:sp>
        <p:nvSpPr>
          <p:cNvPr id="113" name="candidate-spec-page"/>
          <p:cNvSpPr>
            <a:spLocks noGrp="1"/>
          </p:cNvSpPr>
          <p:nvPr/>
        </p:nvSpPr>
        <p:spPr>
          <a:xfrm>
            <a:off x="8477250" y="3381375"/>
            <a:ext cx="971550" cy="1000125"/>
          </a:xfrm>
          <a:prstGeom prst="rect">
            <a:avLst/>
          </a:prstGeom>
          <a:solidFill>
            <a:srgbClr val="FFFFFF"/>
          </a:solidFill>
          <a:ln w="14288">
            <a:solidFill>
              <a:srgbClr val="53C3C3"/>
            </a:solidFill>
            <a:prstDash val="solid"/>
          </a:ln>
        </p:spPr>
      </p:sp>
      <p:sp>
        <p:nvSpPr>
          <p:cNvPr id="114" name="candidate-spec-line-0"/>
          <p:cNvSpPr>
            <a:spLocks noGrp="1"/>
          </p:cNvSpPr>
          <p:nvPr/>
        </p:nvSpPr>
        <p:spPr>
          <a:xfrm>
            <a:off x="8610600" y="3552825"/>
            <a:ext cx="685800" cy="47625"/>
          </a:xfrm>
          <a:prstGeom prst="rect">
            <a:avLst/>
          </a:prstGeom>
          <a:solidFill>
            <a:srgbClr val="53C3C3"/>
          </a:solidFill>
          <a:ln w="0">
            <a:solidFill>
              <a:srgbClr val="53C3C3"/>
            </a:solidFill>
            <a:prstDash val="solid"/>
          </a:ln>
        </p:spPr>
      </p:sp>
      <p:sp>
        <p:nvSpPr>
          <p:cNvPr id="115" name="candidate-spec-line-1"/>
          <p:cNvSpPr>
            <a:spLocks noGrp="1"/>
          </p:cNvSpPr>
          <p:nvPr/>
        </p:nvSpPr>
        <p:spPr>
          <a:xfrm>
            <a:off x="8610600" y="3714750"/>
            <a:ext cx="685800" cy="47625"/>
          </a:xfrm>
          <a:prstGeom prst="rect">
            <a:avLst/>
          </a:prstGeom>
          <a:solidFill>
            <a:srgbClr val="53C3C3"/>
          </a:solidFill>
          <a:ln w="0">
            <a:solidFill>
              <a:srgbClr val="53C3C3"/>
            </a:solidFill>
            <a:prstDash val="solid"/>
          </a:ln>
        </p:spPr>
      </p:sp>
      <p:sp>
        <p:nvSpPr>
          <p:cNvPr id="116" name="candidate-spec-line-2"/>
          <p:cNvSpPr>
            <a:spLocks noGrp="1"/>
          </p:cNvSpPr>
          <p:nvPr/>
        </p:nvSpPr>
        <p:spPr>
          <a:xfrm>
            <a:off x="8610600" y="3876675"/>
            <a:ext cx="457200" cy="47625"/>
          </a:xfrm>
          <a:prstGeom prst="rect">
            <a:avLst/>
          </a:prstGeom>
          <a:solidFill>
            <a:srgbClr val="53C3C3"/>
          </a:solidFill>
          <a:ln w="0">
            <a:solidFill>
              <a:srgbClr val="53C3C3"/>
            </a:solidFill>
            <a:prstDash val="solid"/>
          </a:ln>
        </p:spPr>
      </p:sp>
      <p:sp>
        <p:nvSpPr>
          <p:cNvPr id="117" name="candidate-spec-tab"/>
          <p:cNvSpPr>
            <a:spLocks noGrp="1"/>
          </p:cNvSpPr>
          <p:nvPr/>
        </p:nvSpPr>
        <p:spPr>
          <a:xfrm>
            <a:off x="9229725" y="3390900"/>
            <a:ext cx="152400" cy="95250"/>
          </a:xfrm>
          <a:prstGeom prst="rect">
            <a:avLst/>
          </a:prstGeom>
          <a:solidFill>
            <a:srgbClr val="53C3C3"/>
          </a:solidFill>
          <a:ln w="0">
            <a:solidFill>
              <a:srgbClr val="53C3C3"/>
            </a:solidFill>
            <a:prstDash val="solid"/>
          </a:ln>
        </p:spPr>
      </p:sp>
      <p:sp>
        <p:nvSpPr>
          <p:cNvPr id="118" name="candidate-spec-label"/>
          <p:cNvSpPr>
            <a:spLocks noGrp="1"/>
          </p:cNvSpPr>
          <p:nvPr/>
        </p:nvSpPr>
        <p:spPr>
          <a:xfrm>
            <a:off x="8248650" y="3067050"/>
            <a:ext cx="1428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75" b="1">
                <a:solidFill>
                  <a:srgbClr val="53C3C3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575" b="1">
                <a:solidFill>
                  <a:srgbClr val="53C3C3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CANDIDATE</a:t>
            </a:r>
            <a:endParaRPr sz="1575" b="1">
              <a:solidFill>
                <a:srgbClr val="53C3C3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19" name="candidate-spec-formula"/>
          <p:cNvSpPr>
            <a:spLocks noGrp="1"/>
          </p:cNvSpPr>
          <p:nvPr/>
        </p:nvSpPr>
        <p:spPr>
          <a:xfrm>
            <a:off x="8343900" y="4438650"/>
            <a:ext cx="1238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8485"/>
          </a:bodyPr>
          <a:lstStyle/>
          <a:p>
            <a:pPr algn="ctr">
              <a:defRPr sz="1650" b="1">
                <a:solidFill>
                  <a:srgbClr val="28334A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1650" b="1">
                <a:solidFill>
                  <a:srgbClr val="28334A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S = R(A_S)</a:t>
            </a:r>
            <a:endParaRPr sz="1650" b="1">
              <a:solidFill>
                <a:srgbClr val="28334A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120" name="boundary-shadow"/>
          <p:cNvSpPr>
            <a:spLocks noGrp="1"/>
          </p:cNvSpPr>
          <p:nvPr/>
        </p:nvSpPr>
        <p:spPr>
          <a:xfrm>
            <a:off x="10125075" y="1676400"/>
            <a:ext cx="1657350" cy="2857500"/>
          </a:xfrm>
          <a:prstGeom prst="roundRect">
            <a:avLst>
              <a:gd name="adj" fmla="val 4023"/>
            </a:avLst>
          </a:prstGeom>
          <a:solidFill>
            <a:srgbClr val="E6E0D8"/>
          </a:solidFill>
          <a:ln w="0">
            <a:solidFill>
              <a:srgbClr val="E6E0D8"/>
            </a:solidFill>
            <a:prstDash val="solid"/>
          </a:ln>
        </p:spPr>
      </p:sp>
      <p:sp>
        <p:nvSpPr>
          <p:cNvPr id="121" name="boundary-outer"/>
          <p:cNvSpPr>
            <a:spLocks noGrp="1"/>
          </p:cNvSpPr>
          <p:nvPr/>
        </p:nvSpPr>
        <p:spPr>
          <a:xfrm>
            <a:off x="10077450" y="1619250"/>
            <a:ext cx="1657350" cy="2857500"/>
          </a:xfrm>
          <a:prstGeom prst="roundRect">
            <a:avLst>
              <a:gd name="adj" fmla="val 4023"/>
            </a:avLst>
          </a:prstGeom>
          <a:solidFill>
            <a:srgbClr val="F0F1FF"/>
          </a:solidFill>
          <a:ln w="19050">
            <a:solidFill>
              <a:srgbClr val="6E7CF6"/>
            </a:solidFill>
            <a:prstDash val="solid"/>
          </a:ln>
        </p:spPr>
      </p:sp>
      <p:sp>
        <p:nvSpPr>
          <p:cNvPr id="122" name="boundary-inner"/>
          <p:cNvSpPr>
            <a:spLocks noGrp="1"/>
          </p:cNvSpPr>
          <p:nvPr/>
        </p:nvSpPr>
        <p:spPr>
          <a:xfrm>
            <a:off x="10172700" y="1714500"/>
            <a:ext cx="1466850" cy="266700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1906">
            <a:solidFill>
              <a:srgbClr val="C9D2DF"/>
            </a:solidFill>
            <a:prstDash val="solid"/>
          </a:ln>
        </p:spPr>
      </p:sp>
      <p:sp>
        <p:nvSpPr>
          <p:cNvPr id="123" name="boundary-title"/>
          <p:cNvSpPr>
            <a:spLocks noGrp="1"/>
          </p:cNvSpPr>
          <p:nvPr/>
        </p:nvSpPr>
        <p:spPr>
          <a:xfrm>
            <a:off x="10229850" y="1752600"/>
            <a:ext cx="13525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725" b="1">
                <a:solidFill>
                  <a:srgbClr val="4F5BC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725" b="1">
                <a:solidFill>
                  <a:srgbClr val="4F5BC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REGISTERED</a:t>
            </a:r>
            <a:endParaRPr sz="1725" b="1">
              <a:solidFill>
                <a:srgbClr val="4F5BC9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 algn="ctr">
              <a:defRPr sz="1725" b="1">
                <a:solidFill>
                  <a:srgbClr val="4F5BC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725" b="1">
                <a:solidFill>
                  <a:srgbClr val="4F5BC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BOUNDARY</a:t>
            </a:r>
            <a:endParaRPr sz="1725" b="1">
              <a:solidFill>
                <a:srgbClr val="4F5BC9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24" name="boundary-omega"/>
          <p:cNvSpPr>
            <a:spLocks noGrp="1"/>
          </p:cNvSpPr>
          <p:nvPr/>
        </p:nvSpPr>
        <p:spPr>
          <a:xfrm>
            <a:off x="10525125" y="2343150"/>
            <a:ext cx="762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2250" b="1">
                <a:solidFill>
                  <a:srgbClr val="6E7CF6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2250" b="1">
                <a:solidFill>
                  <a:srgbClr val="6E7CF6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Ω</a:t>
            </a:r>
            <a:endParaRPr sz="2250" b="1">
              <a:solidFill>
                <a:srgbClr val="6E7CF6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125" name="boundary-rule-1"/>
          <p:cNvSpPr>
            <a:spLocks noGrp="1"/>
          </p:cNvSpPr>
          <p:nvPr/>
        </p:nvSpPr>
        <p:spPr>
          <a:xfrm>
            <a:off x="10325100" y="3009900"/>
            <a:ext cx="1162050" cy="0"/>
          </a:xfrm>
          <a:prstGeom prst="line">
            <a:avLst/>
          </a:prstGeom>
          <a:noFill/>
          <a:ln w="11906">
            <a:solidFill>
              <a:srgbClr val="C9D2DF"/>
            </a:solidFill>
            <a:prstDash val="solid"/>
          </a:ln>
        </p:spPr>
      </p:sp>
      <p:sp>
        <p:nvSpPr>
          <p:cNvPr id="126" name="boundary-row-1"/>
          <p:cNvSpPr>
            <a:spLocks noGrp="1"/>
          </p:cNvSpPr>
          <p:nvPr/>
        </p:nvSpPr>
        <p:spPr>
          <a:xfrm>
            <a:off x="10248900" y="3095625"/>
            <a:ext cx="13144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8485"/>
          </a:bodyPr>
          <a:lstStyle/>
          <a:p>
            <a:pPr algn="ctr">
              <a:defRPr sz="1650" b="1">
                <a:solidFill>
                  <a:srgbClr val="4F5BC9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1650" b="1">
                <a:solidFill>
                  <a:srgbClr val="4F5BC9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P  A  G  F  S</a:t>
            </a:r>
            <a:endParaRPr sz="1650" b="1">
              <a:solidFill>
                <a:srgbClr val="4F5BC9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127" name="boundary-row-2"/>
          <p:cNvSpPr>
            <a:spLocks noGrp="1"/>
          </p:cNvSpPr>
          <p:nvPr/>
        </p:nvSpPr>
        <p:spPr>
          <a:xfrm>
            <a:off x="10248900" y="3438525"/>
            <a:ext cx="13144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8485"/>
          </a:bodyPr>
          <a:lstStyle/>
          <a:p>
            <a:pPr algn="ctr">
              <a:defRPr sz="1650" b="0">
                <a:solidFill>
                  <a:srgbClr val="28334A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1650" b="0">
                <a:solidFill>
                  <a:srgbClr val="28334A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t W M T U Q</a:t>
            </a:r>
            <a:endParaRPr sz="1650" b="0">
              <a:solidFill>
                <a:srgbClr val="28334A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128" name="boundary-row-3"/>
          <p:cNvSpPr>
            <a:spLocks noGrp="1"/>
          </p:cNvSpPr>
          <p:nvPr/>
        </p:nvSpPr>
        <p:spPr>
          <a:xfrm>
            <a:off x="10248900" y="3781425"/>
            <a:ext cx="13144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8485"/>
          </a:bodyPr>
          <a:lstStyle/>
          <a:p>
            <a:pPr algn="ctr">
              <a:defRPr sz="1650" b="1">
                <a:solidFill>
                  <a:srgbClr val="E3B84C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1650" b="1">
                <a:solidFill>
                  <a:srgbClr val="E3B84C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σ   τ   γ</a:t>
            </a:r>
            <a:endParaRPr sz="1650" b="1">
              <a:solidFill>
                <a:srgbClr val="E3B84C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129" name="boundary-lock-body"/>
          <p:cNvSpPr>
            <a:spLocks noGrp="1"/>
          </p:cNvSpPr>
          <p:nvPr/>
        </p:nvSpPr>
        <p:spPr>
          <a:xfrm>
            <a:off x="10763250" y="4143375"/>
            <a:ext cx="285750" cy="219075"/>
          </a:xfrm>
          <a:prstGeom prst="roundRect">
            <a:avLst>
              <a:gd name="adj" fmla="val 17391"/>
            </a:avLst>
          </a:prstGeom>
          <a:solidFill>
            <a:srgbClr val="4F5BC9"/>
          </a:solidFill>
          <a:ln w="0">
            <a:solidFill>
              <a:srgbClr val="4F5BC9"/>
            </a:solidFill>
            <a:prstDash val="solid"/>
          </a:ln>
        </p:spPr>
      </p:sp>
      <p:sp>
        <p:nvSpPr>
          <p:cNvPr id="130" name="boundary-lock-loop"/>
          <p:cNvSpPr>
            <a:spLocks noGrp="1"/>
          </p:cNvSpPr>
          <p:nvPr/>
        </p:nvSpPr>
        <p:spPr>
          <a:xfrm>
            <a:off x="10820400" y="4019550"/>
            <a:ext cx="171450" cy="190500"/>
          </a:xfrm>
          <a:prstGeom prst="roundRect">
            <a:avLst>
              <a:gd name="adj" fmla="val 44444"/>
            </a:avLst>
          </a:prstGeom>
          <a:noFill/>
          <a:ln w="19050">
            <a:solidFill>
              <a:srgbClr val="4F5BC9"/>
            </a:solidFill>
            <a:prstDash val="solid"/>
          </a:ln>
        </p:spPr>
      </p:sp>
      <p:sp>
        <p:nvSpPr>
          <p:cNvPr id="131" name="evaluation-path-label"/>
          <p:cNvSpPr>
            <a:spLocks noGrp="1"/>
          </p:cNvSpPr>
          <p:nvPr/>
        </p:nvSpPr>
        <p:spPr>
          <a:xfrm>
            <a:off x="457200" y="5153025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725" b="1">
                <a:solidFill>
                  <a:srgbClr val="E3B84C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725" b="1">
                <a:solidFill>
                  <a:srgbClr val="E3B84C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EVALUATION PATH</a:t>
            </a:r>
            <a:endParaRPr sz="1725" b="1">
              <a:solidFill>
                <a:srgbClr val="E3B84C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32" name="evaluation-track"/>
          <p:cNvSpPr>
            <a:spLocks noGrp="1"/>
          </p:cNvSpPr>
          <p:nvPr/>
        </p:nvSpPr>
        <p:spPr>
          <a:xfrm>
            <a:off x="2714625" y="5219700"/>
            <a:ext cx="6096000" cy="876300"/>
          </a:xfrm>
          <a:prstGeom prst="roundRect">
            <a:avLst>
              <a:gd name="adj" fmla="val 7609"/>
            </a:avLst>
          </a:prstGeom>
          <a:solidFill>
            <a:srgbClr val="FFF8DE"/>
          </a:solidFill>
          <a:ln w="14288">
            <a:solidFill>
              <a:srgbClr val="C9D2DF"/>
            </a:solidFill>
            <a:prstDash val="solid"/>
          </a:ln>
        </p:spPr>
      </p:sp>
      <p:sp>
        <p:nvSpPr>
          <p:cNvPr id="133" name="evaluation-title"/>
          <p:cNvSpPr>
            <a:spLocks noGrp="1"/>
          </p:cNvSpPr>
          <p:nvPr/>
        </p:nvSpPr>
        <p:spPr>
          <a:xfrm>
            <a:off x="2886075" y="5286375"/>
            <a:ext cx="2286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75" b="1">
                <a:solidFill>
                  <a:srgbClr val="4F5BC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575" b="1">
                <a:solidFill>
                  <a:srgbClr val="4F5BC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EVALUATION PACKAGE</a:t>
            </a:r>
            <a:endParaRPr sz="1575" b="1">
              <a:solidFill>
                <a:srgbClr val="4F5BC9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34" name="eval-symbol-0"/>
          <p:cNvSpPr>
            <a:spLocks noGrp="1"/>
          </p:cNvSpPr>
          <p:nvPr/>
        </p:nvSpPr>
        <p:spPr>
          <a:xfrm>
            <a:off x="5095875" y="5295900"/>
            <a:ext cx="890588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650" b="1">
                <a:solidFill>
                  <a:srgbClr val="4F5BC9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1650" b="1">
                <a:solidFill>
                  <a:srgbClr val="4F5BC9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t, W</a:t>
            </a:r>
            <a:endParaRPr sz="1650" b="1">
              <a:solidFill>
                <a:srgbClr val="4F5BC9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135" name="eval-label-0"/>
          <p:cNvSpPr>
            <a:spLocks noGrp="1"/>
          </p:cNvSpPr>
          <p:nvPr/>
        </p:nvSpPr>
        <p:spPr>
          <a:xfrm>
            <a:off x="5095875" y="5619750"/>
            <a:ext cx="890588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8364"/>
          </a:bodyPr>
          <a:lstStyle/>
          <a:p>
            <a:pPr algn="ctr">
              <a:defRPr sz="1575" b="0">
                <a:solidFill>
                  <a:srgbClr val="68758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575" b="0">
                <a:solidFill>
                  <a:srgbClr val="68758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task/work</a:t>
            </a:r>
            <a:endParaRPr sz="1575" b="0">
              <a:solidFill>
                <a:srgbClr val="68758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36" name="eval-sep-1"/>
          <p:cNvSpPr>
            <a:spLocks noGrp="1"/>
          </p:cNvSpPr>
          <p:nvPr/>
        </p:nvSpPr>
        <p:spPr>
          <a:xfrm rot="5400000">
            <a:off x="5681663" y="5657850"/>
            <a:ext cx="609600" cy="0"/>
          </a:xfrm>
          <a:prstGeom prst="line">
            <a:avLst/>
          </a:prstGeom>
          <a:noFill/>
          <a:ln w="11906">
            <a:solidFill>
              <a:srgbClr val="C9D2DF"/>
            </a:solidFill>
            <a:prstDash val="solid"/>
          </a:ln>
        </p:spPr>
      </p:sp>
      <p:sp>
        <p:nvSpPr>
          <p:cNvPr id="137" name="eval-symbol-1"/>
          <p:cNvSpPr>
            <a:spLocks noGrp="1"/>
          </p:cNvSpPr>
          <p:nvPr/>
        </p:nvSpPr>
        <p:spPr>
          <a:xfrm>
            <a:off x="5986463" y="5295900"/>
            <a:ext cx="890588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650" b="1">
                <a:solidFill>
                  <a:srgbClr val="4F5BC9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1650" b="1">
                <a:solidFill>
                  <a:srgbClr val="4F5BC9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M, T, U</a:t>
            </a:r>
            <a:endParaRPr sz="1650" b="1">
              <a:solidFill>
                <a:srgbClr val="4F5BC9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138" name="eval-label-1"/>
          <p:cNvSpPr>
            <a:spLocks noGrp="1"/>
          </p:cNvSpPr>
          <p:nvPr/>
        </p:nvSpPr>
        <p:spPr>
          <a:xfrm>
            <a:off x="5986463" y="5619750"/>
            <a:ext cx="890588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75" b="0">
                <a:solidFill>
                  <a:srgbClr val="68758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575" b="0">
                <a:solidFill>
                  <a:srgbClr val="68758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runtime</a:t>
            </a:r>
            <a:endParaRPr sz="1575" b="0">
              <a:solidFill>
                <a:srgbClr val="68758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39" name="eval-sep-2"/>
          <p:cNvSpPr>
            <a:spLocks noGrp="1"/>
          </p:cNvSpPr>
          <p:nvPr/>
        </p:nvSpPr>
        <p:spPr>
          <a:xfrm rot="5400000">
            <a:off x="6572250" y="5657850"/>
            <a:ext cx="609600" cy="0"/>
          </a:xfrm>
          <a:prstGeom prst="line">
            <a:avLst/>
          </a:prstGeom>
          <a:noFill/>
          <a:ln w="11906">
            <a:solidFill>
              <a:srgbClr val="C9D2DF"/>
            </a:solidFill>
            <a:prstDash val="solid"/>
          </a:ln>
        </p:spPr>
      </p:sp>
      <p:sp>
        <p:nvSpPr>
          <p:cNvPr id="140" name="eval-symbol-2"/>
          <p:cNvSpPr>
            <a:spLocks noGrp="1"/>
          </p:cNvSpPr>
          <p:nvPr/>
        </p:nvSpPr>
        <p:spPr>
          <a:xfrm>
            <a:off x="6877050" y="5295900"/>
            <a:ext cx="890588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650" b="1">
                <a:solidFill>
                  <a:srgbClr val="4F5BC9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1650" b="1">
                <a:solidFill>
                  <a:srgbClr val="4F5BC9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Q</a:t>
            </a:r>
            <a:endParaRPr sz="1650" b="1">
              <a:solidFill>
                <a:srgbClr val="4F5BC9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141" name="eval-label-2"/>
          <p:cNvSpPr>
            <a:spLocks noGrp="1"/>
          </p:cNvSpPr>
          <p:nvPr/>
        </p:nvSpPr>
        <p:spPr>
          <a:xfrm>
            <a:off x="6877050" y="5619750"/>
            <a:ext cx="890588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75" b="0">
                <a:solidFill>
                  <a:srgbClr val="68758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575" b="0">
                <a:solidFill>
                  <a:srgbClr val="68758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tests</a:t>
            </a:r>
            <a:endParaRPr sz="1575" b="0">
              <a:solidFill>
                <a:srgbClr val="68758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42" name="eval-sep-3"/>
          <p:cNvSpPr>
            <a:spLocks noGrp="1"/>
          </p:cNvSpPr>
          <p:nvPr/>
        </p:nvSpPr>
        <p:spPr>
          <a:xfrm rot="5400000">
            <a:off x="7462838" y="5657850"/>
            <a:ext cx="609600" cy="0"/>
          </a:xfrm>
          <a:prstGeom prst="line">
            <a:avLst/>
          </a:prstGeom>
          <a:noFill/>
          <a:ln w="11906">
            <a:solidFill>
              <a:srgbClr val="C9D2DF"/>
            </a:solidFill>
            <a:prstDash val="solid"/>
          </a:ln>
        </p:spPr>
      </p:sp>
      <p:sp>
        <p:nvSpPr>
          <p:cNvPr id="143" name="eval-symbol-3"/>
          <p:cNvSpPr>
            <a:spLocks noGrp="1"/>
          </p:cNvSpPr>
          <p:nvPr/>
        </p:nvSpPr>
        <p:spPr>
          <a:xfrm>
            <a:off x="7767638" y="5295900"/>
            <a:ext cx="890588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650" b="1">
                <a:solidFill>
                  <a:srgbClr val="4F5BC9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1650" b="1">
                <a:solidFill>
                  <a:srgbClr val="4F5BC9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σ, τ, γ</a:t>
            </a:r>
            <a:endParaRPr sz="1650" b="1">
              <a:solidFill>
                <a:srgbClr val="4F5BC9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144" name="eval-label-3"/>
          <p:cNvSpPr>
            <a:spLocks noGrp="1"/>
          </p:cNvSpPr>
          <p:nvPr/>
        </p:nvSpPr>
        <p:spPr>
          <a:xfrm>
            <a:off x="7767638" y="5619750"/>
            <a:ext cx="890588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75" b="0">
                <a:solidFill>
                  <a:srgbClr val="68758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575" b="0">
                <a:solidFill>
                  <a:srgbClr val="68758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policy</a:t>
            </a:r>
            <a:endParaRPr sz="1575" b="0">
              <a:solidFill>
                <a:srgbClr val="68758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69" name="candidate-edit-arrow"/>
          <p:cNvSpPr>
            <a:spLocks noGrp="1"/>
          </p:cNvSpPr>
          <p:nvPr/>
        </p:nvSpPr>
        <p:spPr>
          <a:xfrm>
            <a:off x="1662430" y="2132965"/>
            <a:ext cx="1652905" cy="152400"/>
          </a:xfrm>
          <a:prstGeom prst="rightArrow">
            <a:avLst>
              <a:gd name="adj1" fmla="val 50000"/>
              <a:gd name="adj2" fmla="val 163333"/>
            </a:avLst>
          </a:prstGeom>
          <a:solidFill>
            <a:srgbClr val="53C3C3"/>
          </a:solidFill>
          <a:ln w="0">
            <a:solidFill>
              <a:srgbClr val="53C3C3"/>
            </a:solidFill>
            <a:prstDash val="solid"/>
          </a:ln>
        </p:spPr>
      </p:sp>
      <p:sp>
        <p:nvSpPr>
          <p:cNvPr id="70" name="candidate-edit-arrow"/>
          <p:cNvSpPr>
            <a:spLocks noGrp="1"/>
          </p:cNvSpPr>
          <p:nvPr/>
        </p:nvSpPr>
        <p:spPr>
          <a:xfrm rot="5400000" flipH="1">
            <a:off x="2106930" y="2383790"/>
            <a:ext cx="586105" cy="152400"/>
          </a:xfrm>
          <a:prstGeom prst="rightArrow">
            <a:avLst>
              <a:gd name="adj1" fmla="val 50000"/>
              <a:gd name="adj2" fmla="val 46458"/>
            </a:avLst>
          </a:prstGeom>
          <a:solidFill>
            <a:srgbClr val="53C3C3"/>
          </a:solidFill>
          <a:ln w="0">
            <a:solidFill>
              <a:srgbClr val="53C3C3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input-to-audit-arrow"/>
          <p:cNvSpPr>
            <a:spLocks noGrp="1"/>
          </p:cNvSpPr>
          <p:nvPr/>
        </p:nvSpPr>
        <p:spPr>
          <a:xfrm>
            <a:off x="1143000" y="2809875"/>
            <a:ext cx="247650" cy="152400"/>
          </a:xfrm>
          <a:prstGeom prst="rightArrow">
            <a:avLst/>
          </a:prstGeom>
          <a:solidFill>
            <a:srgbClr val="6E7CF6"/>
          </a:solidFill>
          <a:ln w="0">
            <a:solidFill>
              <a:srgbClr val="6E7CF6"/>
            </a:solidFill>
            <a:prstDash val="solid"/>
          </a:ln>
        </p:spPr>
      </p:sp>
      <p:sp>
        <p:nvSpPr>
          <p:cNvPr id="7" name="audit-to-freeze-arrow"/>
          <p:cNvSpPr>
            <a:spLocks noGrp="1"/>
          </p:cNvSpPr>
          <p:nvPr/>
        </p:nvSpPr>
        <p:spPr>
          <a:xfrm>
            <a:off x="3028950" y="2809875"/>
            <a:ext cx="381000" cy="152400"/>
          </a:xfrm>
          <a:prstGeom prst="rightArrow">
            <a:avLst/>
          </a:prstGeom>
          <a:solidFill>
            <a:srgbClr val="6E7CF6"/>
          </a:solidFill>
          <a:ln w="0">
            <a:solidFill>
              <a:srgbClr val="6E7CF6"/>
            </a:solidFill>
            <a:prstDash val="solid"/>
          </a:ln>
        </p:spPr>
      </p:sp>
      <p:sp>
        <p:nvSpPr>
          <p:cNvPr id="8" name="freeze-to-exec-arrow"/>
          <p:cNvSpPr>
            <a:spLocks noGrp="1"/>
          </p:cNvSpPr>
          <p:nvPr/>
        </p:nvSpPr>
        <p:spPr>
          <a:xfrm>
            <a:off x="4476750" y="2809875"/>
            <a:ext cx="314325" cy="152400"/>
          </a:xfrm>
          <a:prstGeom prst="rightArrow">
            <a:avLst/>
          </a:prstGeom>
          <a:solidFill>
            <a:srgbClr val="6E7CF6"/>
          </a:solidFill>
          <a:ln w="0">
            <a:solidFill>
              <a:srgbClr val="6E7CF6"/>
            </a:solidFill>
            <a:prstDash val="solid"/>
          </a:ln>
        </p:spPr>
      </p:sp>
      <p:sp>
        <p:nvSpPr>
          <p:cNvPr id="9" name="exec-to-validity-arrow"/>
          <p:cNvSpPr>
            <a:spLocks noGrp="1"/>
          </p:cNvSpPr>
          <p:nvPr/>
        </p:nvSpPr>
        <p:spPr>
          <a:xfrm>
            <a:off x="7762875" y="2809875"/>
            <a:ext cx="266700" cy="152400"/>
          </a:xfrm>
          <a:prstGeom prst="rightArrow">
            <a:avLst/>
          </a:prstGeom>
          <a:solidFill>
            <a:srgbClr val="53C3C3"/>
          </a:solidFill>
          <a:ln w="0">
            <a:solidFill>
              <a:srgbClr val="53C3C3"/>
            </a:solidFill>
            <a:prstDash val="solid"/>
          </a:ln>
        </p:spPr>
      </p:sp>
      <p:sp>
        <p:nvSpPr>
          <p:cNvPr id="10" name="validity-to-gate-arrow"/>
          <p:cNvSpPr>
            <a:spLocks noGrp="1"/>
          </p:cNvSpPr>
          <p:nvPr/>
        </p:nvSpPr>
        <p:spPr>
          <a:xfrm>
            <a:off x="8877300" y="2809875"/>
            <a:ext cx="428625" cy="152400"/>
          </a:xfrm>
          <a:prstGeom prst="rightArrow">
            <a:avLst/>
          </a:prstGeom>
          <a:solidFill>
            <a:srgbClr val="76C99C"/>
          </a:solidFill>
          <a:ln w="0">
            <a:solidFill>
              <a:srgbClr val="76C99C"/>
            </a:solidFill>
            <a:prstDash val="solid"/>
          </a:ln>
        </p:spPr>
      </p:sp>
      <p:sp>
        <p:nvSpPr>
          <p:cNvPr id="11" name="gate-to-record-arrow"/>
          <p:cNvSpPr>
            <a:spLocks noGrp="1"/>
          </p:cNvSpPr>
          <p:nvPr/>
        </p:nvSpPr>
        <p:spPr>
          <a:xfrm>
            <a:off x="10296525" y="2809875"/>
            <a:ext cx="228600" cy="152400"/>
          </a:xfrm>
          <a:prstGeom prst="rightArrow">
            <a:avLst/>
          </a:prstGeom>
          <a:solidFill>
            <a:srgbClr val="E3B84C"/>
          </a:solidFill>
          <a:ln w="0">
            <a:solidFill>
              <a:srgbClr val="E3B84C"/>
            </a:solidFill>
            <a:prstDash val="solid"/>
          </a:ln>
        </p:spPr>
      </p:sp>
      <p:sp>
        <p:nvSpPr>
          <p:cNvPr id="12" name="audit-evidence-drop"/>
          <p:cNvSpPr>
            <a:spLocks noGrp="1"/>
          </p:cNvSpPr>
          <p:nvPr/>
        </p:nvSpPr>
        <p:spPr>
          <a:xfrm rot="5400000">
            <a:off x="1557338" y="4786313"/>
            <a:ext cx="1381125" cy="0"/>
          </a:xfrm>
          <a:prstGeom prst="line">
            <a:avLst/>
          </a:prstGeom>
          <a:noFill/>
          <a:ln w="11906">
            <a:solidFill>
              <a:srgbClr val="93A0B1"/>
            </a:solidFill>
            <a:prstDash val="dash"/>
          </a:ln>
        </p:spPr>
      </p:sp>
      <p:sp>
        <p:nvSpPr>
          <p:cNvPr id="13" name="freeze-evidence-drop"/>
          <p:cNvSpPr>
            <a:spLocks noGrp="1"/>
          </p:cNvSpPr>
          <p:nvPr/>
        </p:nvSpPr>
        <p:spPr>
          <a:xfrm rot="5400000">
            <a:off x="3290888" y="4910138"/>
            <a:ext cx="1133475" cy="0"/>
          </a:xfrm>
          <a:prstGeom prst="line">
            <a:avLst/>
          </a:prstGeom>
          <a:noFill/>
          <a:ln w="11906">
            <a:solidFill>
              <a:srgbClr val="93A0B1"/>
            </a:solidFill>
            <a:prstDash val="dash"/>
          </a:ln>
        </p:spPr>
      </p:sp>
      <p:sp>
        <p:nvSpPr>
          <p:cNvPr id="14" name="exec-evidence-drop"/>
          <p:cNvSpPr>
            <a:spLocks noGrp="1"/>
          </p:cNvSpPr>
          <p:nvPr/>
        </p:nvSpPr>
        <p:spPr>
          <a:xfrm rot="5400000">
            <a:off x="5634038" y="4919663"/>
            <a:ext cx="1114425" cy="0"/>
          </a:xfrm>
          <a:prstGeom prst="line">
            <a:avLst/>
          </a:prstGeom>
          <a:noFill/>
          <a:ln w="11906">
            <a:solidFill>
              <a:srgbClr val="93A0B1"/>
            </a:solidFill>
            <a:prstDash val="dash"/>
          </a:ln>
        </p:spPr>
      </p:sp>
      <p:sp>
        <p:nvSpPr>
          <p:cNvPr id="15" name="validity-evidence-drop"/>
          <p:cNvSpPr>
            <a:spLocks noGrp="1"/>
          </p:cNvSpPr>
          <p:nvPr/>
        </p:nvSpPr>
        <p:spPr>
          <a:xfrm rot="5400000">
            <a:off x="7624763" y="4910138"/>
            <a:ext cx="1133475" cy="0"/>
          </a:xfrm>
          <a:prstGeom prst="line">
            <a:avLst/>
          </a:prstGeom>
          <a:noFill/>
          <a:ln w="11906">
            <a:solidFill>
              <a:srgbClr val="93A0B1"/>
            </a:solidFill>
            <a:prstDash val="dash"/>
          </a:ln>
        </p:spPr>
      </p:sp>
      <p:sp>
        <p:nvSpPr>
          <p:cNvPr id="16" name="gate-evidence-drop-top"/>
          <p:cNvSpPr>
            <a:spLocks noGrp="1"/>
          </p:cNvSpPr>
          <p:nvPr/>
        </p:nvSpPr>
        <p:spPr>
          <a:xfrm rot="5400000">
            <a:off x="9586913" y="4691063"/>
            <a:ext cx="161925" cy="0"/>
          </a:xfrm>
          <a:prstGeom prst="line">
            <a:avLst/>
          </a:prstGeom>
          <a:noFill/>
          <a:ln w="11906">
            <a:solidFill>
              <a:srgbClr val="93A0B1"/>
            </a:solidFill>
            <a:prstDash val="dash"/>
          </a:ln>
        </p:spPr>
      </p:sp>
      <p:sp>
        <p:nvSpPr>
          <p:cNvPr id="17" name="gate-evidence-drop-bottom"/>
          <p:cNvSpPr>
            <a:spLocks noGrp="1"/>
          </p:cNvSpPr>
          <p:nvPr/>
        </p:nvSpPr>
        <p:spPr>
          <a:xfrm rot="5400000">
            <a:off x="9401175" y="5210175"/>
            <a:ext cx="533400" cy="0"/>
          </a:xfrm>
          <a:prstGeom prst="line">
            <a:avLst/>
          </a:prstGeom>
          <a:noFill/>
          <a:ln w="11906">
            <a:solidFill>
              <a:srgbClr val="93A0B1"/>
            </a:solidFill>
            <a:prstDash val="dash"/>
          </a:ln>
        </p:spPr>
      </p:sp>
      <p:sp>
        <p:nvSpPr>
          <p:cNvPr id="18" name="invalid-branch-a"/>
          <p:cNvSpPr>
            <a:spLocks noGrp="1"/>
          </p:cNvSpPr>
          <p:nvPr/>
        </p:nvSpPr>
        <p:spPr>
          <a:xfrm rot="5400000">
            <a:off x="7710488" y="4052888"/>
            <a:ext cx="1609725" cy="0"/>
          </a:xfrm>
          <a:prstGeom prst="line">
            <a:avLst/>
          </a:prstGeom>
          <a:noFill/>
          <a:ln w="14288">
            <a:solidFill>
              <a:srgbClr val="93A0B1"/>
            </a:solidFill>
            <a:prstDash val="solid"/>
          </a:ln>
        </p:spPr>
      </p:sp>
      <p:sp>
        <p:nvSpPr>
          <p:cNvPr id="19" name="invalid-branch-b"/>
          <p:cNvSpPr>
            <a:spLocks noGrp="1"/>
          </p:cNvSpPr>
          <p:nvPr/>
        </p:nvSpPr>
        <p:spPr>
          <a:xfrm>
            <a:off x="8515350" y="4857750"/>
            <a:ext cx="1762125" cy="0"/>
          </a:xfrm>
          <a:prstGeom prst="line">
            <a:avLst/>
          </a:prstGeom>
          <a:noFill/>
          <a:ln w="14288">
            <a:solidFill>
              <a:srgbClr val="93A0B1"/>
            </a:solidFill>
            <a:prstDash val="solid"/>
          </a:ln>
        </p:spPr>
      </p:sp>
      <p:sp>
        <p:nvSpPr>
          <p:cNvPr id="20" name="invalid-to-record-arrow"/>
          <p:cNvSpPr>
            <a:spLocks noGrp="1"/>
          </p:cNvSpPr>
          <p:nvPr/>
        </p:nvSpPr>
        <p:spPr>
          <a:xfrm>
            <a:off x="10258425" y="4781550"/>
            <a:ext cx="171450" cy="152400"/>
          </a:xfrm>
          <a:prstGeom prst="rightArrow">
            <a:avLst/>
          </a:prstGeom>
          <a:solidFill>
            <a:srgbClr val="93A0B1"/>
          </a:solidFill>
          <a:ln w="0">
            <a:solidFill>
              <a:srgbClr val="93A0B1"/>
            </a:solidFill>
            <a:prstDash val="solid"/>
          </a:ln>
        </p:spPr>
      </p:sp>
      <p:sp>
        <p:nvSpPr>
          <p:cNvPr id="21" name="rail-to-record-a"/>
          <p:cNvSpPr>
            <a:spLocks noGrp="1"/>
          </p:cNvSpPr>
          <p:nvPr/>
        </p:nvSpPr>
        <p:spPr>
          <a:xfrm>
            <a:off x="9667875" y="5476875"/>
            <a:ext cx="762000" cy="0"/>
          </a:xfrm>
          <a:prstGeom prst="line">
            <a:avLst/>
          </a:prstGeom>
          <a:noFill/>
          <a:ln w="21431">
            <a:solidFill>
              <a:srgbClr val="4F5BC9"/>
            </a:solidFill>
            <a:prstDash val="solid"/>
          </a:ln>
        </p:spPr>
      </p:sp>
      <p:sp>
        <p:nvSpPr>
          <p:cNvPr id="22" name="rail-to-record-b"/>
          <p:cNvSpPr>
            <a:spLocks noGrp="1"/>
          </p:cNvSpPr>
          <p:nvPr/>
        </p:nvSpPr>
        <p:spPr>
          <a:xfrm rot="-5400000">
            <a:off x="10291763" y="5338763"/>
            <a:ext cx="276225" cy="0"/>
          </a:xfrm>
          <a:prstGeom prst="line">
            <a:avLst/>
          </a:prstGeom>
          <a:noFill/>
          <a:ln w="21431">
            <a:solidFill>
              <a:srgbClr val="4F5BC9"/>
            </a:solidFill>
            <a:prstDash val="solid"/>
          </a:ln>
        </p:spPr>
      </p:sp>
      <p:sp>
        <p:nvSpPr>
          <p:cNvPr id="23" name="rail-to-record-arrow"/>
          <p:cNvSpPr>
            <a:spLocks noGrp="1"/>
          </p:cNvSpPr>
          <p:nvPr/>
        </p:nvSpPr>
        <p:spPr>
          <a:xfrm>
            <a:off x="10353675" y="4991100"/>
            <a:ext cx="152400" cy="209550"/>
          </a:xfrm>
          <a:prstGeom prst="upArrow">
            <a:avLst/>
          </a:prstGeom>
          <a:solidFill>
            <a:srgbClr val="4F5BC9"/>
          </a:solidFill>
          <a:ln w="0">
            <a:solidFill>
              <a:srgbClr val="4F5BC9"/>
            </a:solidFill>
            <a:prstDash val="solid"/>
          </a:ln>
        </p:spPr>
      </p:sp>
      <p:sp>
        <p:nvSpPr>
          <p:cNvPr id="24" name="input-port"/>
          <p:cNvSpPr>
            <a:spLocks noGrp="1"/>
          </p:cNvSpPr>
          <p:nvPr/>
        </p:nvSpPr>
        <p:spPr>
          <a:xfrm>
            <a:off x="457200" y="2381250"/>
            <a:ext cx="685800" cy="1009650"/>
          </a:xfrm>
          <a:prstGeom prst="roundRect">
            <a:avLst>
              <a:gd name="adj" fmla="val 9722"/>
            </a:avLst>
          </a:prstGeom>
          <a:solidFill>
            <a:srgbClr val="F0F1FF"/>
          </a:solidFill>
          <a:ln w="19050">
            <a:solidFill>
              <a:srgbClr val="6E7CF6"/>
            </a:solidFill>
            <a:prstDash val="solid"/>
          </a:ln>
        </p:spPr>
      </p:sp>
      <p:sp>
        <p:nvSpPr>
          <p:cNvPr id="25" name="input-port-omega"/>
          <p:cNvSpPr>
            <a:spLocks noGrp="1"/>
          </p:cNvSpPr>
          <p:nvPr/>
        </p:nvSpPr>
        <p:spPr>
          <a:xfrm>
            <a:off x="457200" y="2447925"/>
            <a:ext cx="6858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2250" b="1">
                <a:solidFill>
                  <a:srgbClr val="6E7CF6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2250" b="1">
                <a:solidFill>
                  <a:srgbClr val="6E7CF6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Ω</a:t>
            </a:r>
            <a:endParaRPr sz="2250" b="1">
              <a:solidFill>
                <a:srgbClr val="6E7CF6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26" name="input-port-label"/>
          <p:cNvSpPr>
            <a:spLocks noGrp="1"/>
          </p:cNvSpPr>
          <p:nvPr/>
        </p:nvSpPr>
        <p:spPr>
          <a:xfrm>
            <a:off x="476250" y="3000375"/>
            <a:ext cx="647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238"/>
          </a:bodyPr>
          <a:lstStyle/>
          <a:p>
            <a:pPr algn="ctr">
              <a:defRPr sz="1575" b="1">
                <a:solidFill>
                  <a:srgbClr val="4F5BC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575" b="1">
                <a:solidFill>
                  <a:srgbClr val="4F5BC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INPUT</a:t>
            </a:r>
            <a:endParaRPr sz="1575" b="1">
              <a:solidFill>
                <a:srgbClr val="4F5BC9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27" name="audit-title"/>
          <p:cNvSpPr>
            <a:spLocks noGrp="1"/>
          </p:cNvSpPr>
          <p:nvPr/>
        </p:nvSpPr>
        <p:spPr>
          <a:xfrm>
            <a:off x="1333500" y="1200150"/>
            <a:ext cx="1257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725" b="1">
                <a:solidFill>
                  <a:srgbClr val="6E7CF6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725" b="1">
                <a:solidFill>
                  <a:srgbClr val="6E7CF6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1  AUDIT</a:t>
            </a:r>
            <a:endParaRPr sz="1725" b="1">
              <a:solidFill>
                <a:srgbClr val="6E7CF6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28" name="audit-subtitle"/>
          <p:cNvSpPr>
            <a:spLocks noGrp="1"/>
          </p:cNvSpPr>
          <p:nvPr/>
        </p:nvSpPr>
        <p:spPr>
          <a:xfrm>
            <a:off x="1333500" y="1485900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75" b="1">
                <a:solidFill>
                  <a:srgbClr val="68758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575" b="1">
                <a:solidFill>
                  <a:srgbClr val="68758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source + closure</a:t>
            </a:r>
            <a:endParaRPr sz="1575" b="1">
              <a:solidFill>
                <a:srgbClr val="68758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29" name="audit-paper-shadow"/>
          <p:cNvSpPr>
            <a:spLocks noGrp="1"/>
          </p:cNvSpPr>
          <p:nvPr/>
        </p:nvSpPr>
        <p:spPr>
          <a:xfrm>
            <a:off x="1447800" y="1962150"/>
            <a:ext cx="514350" cy="685800"/>
          </a:xfrm>
          <a:prstGeom prst="roundRect">
            <a:avLst>
              <a:gd name="adj" fmla="val 12963"/>
            </a:avLst>
          </a:prstGeom>
          <a:solidFill>
            <a:srgbClr val="E6E0D8"/>
          </a:solidFill>
          <a:ln w="0">
            <a:solidFill>
              <a:srgbClr val="E6E0D8"/>
            </a:solidFill>
            <a:prstDash val="solid"/>
          </a:ln>
        </p:spPr>
      </p:sp>
      <p:sp>
        <p:nvSpPr>
          <p:cNvPr id="30" name="audit-paper-page"/>
          <p:cNvSpPr>
            <a:spLocks noGrp="1"/>
          </p:cNvSpPr>
          <p:nvPr/>
        </p:nvSpPr>
        <p:spPr>
          <a:xfrm>
            <a:off x="1400175" y="1905000"/>
            <a:ext cx="514350" cy="685800"/>
          </a:xfrm>
          <a:prstGeom prst="rect">
            <a:avLst/>
          </a:prstGeom>
          <a:solidFill>
            <a:srgbClr val="FFFFFF"/>
          </a:solidFill>
          <a:ln w="11906">
            <a:solidFill>
              <a:srgbClr val="28334A"/>
            </a:solidFill>
            <a:prstDash val="solid"/>
          </a:ln>
        </p:spPr>
      </p:sp>
      <p:sp>
        <p:nvSpPr>
          <p:cNvPr id="31" name="audit-paper-highlight"/>
          <p:cNvSpPr>
            <a:spLocks noGrp="1"/>
          </p:cNvSpPr>
          <p:nvPr/>
        </p:nvSpPr>
        <p:spPr>
          <a:xfrm>
            <a:off x="1476375" y="2162175"/>
            <a:ext cx="352425" cy="66675"/>
          </a:xfrm>
          <a:prstGeom prst="rect">
            <a:avLst/>
          </a:prstGeom>
          <a:solidFill>
            <a:srgbClr val="53C3C3"/>
          </a:solidFill>
          <a:ln w="0">
            <a:solidFill>
              <a:srgbClr val="53C3C3"/>
            </a:solidFill>
            <a:prstDash val="solid"/>
          </a:ln>
        </p:spPr>
      </p:sp>
      <p:sp>
        <p:nvSpPr>
          <p:cNvPr id="32" name="audit-paper-line-1"/>
          <p:cNvSpPr>
            <a:spLocks noGrp="1"/>
          </p:cNvSpPr>
          <p:nvPr/>
        </p:nvSpPr>
        <p:spPr>
          <a:xfrm>
            <a:off x="1476375" y="2028825"/>
            <a:ext cx="295275" cy="38100"/>
          </a:xfrm>
          <a:prstGeom prst="rect">
            <a:avLst/>
          </a:prstGeom>
          <a:solidFill>
            <a:srgbClr val="C9D2DF"/>
          </a:solidFill>
          <a:ln w="0">
            <a:solidFill>
              <a:srgbClr val="C9D2DF"/>
            </a:solidFill>
            <a:prstDash val="solid"/>
          </a:ln>
        </p:spPr>
      </p:sp>
      <p:sp>
        <p:nvSpPr>
          <p:cNvPr id="33" name="audit-paper-line-2"/>
          <p:cNvSpPr>
            <a:spLocks noGrp="1"/>
          </p:cNvSpPr>
          <p:nvPr/>
        </p:nvSpPr>
        <p:spPr>
          <a:xfrm>
            <a:off x="1476375" y="2333625"/>
            <a:ext cx="266700" cy="38100"/>
          </a:xfrm>
          <a:prstGeom prst="rect">
            <a:avLst/>
          </a:prstGeom>
          <a:solidFill>
            <a:srgbClr val="C9D2DF"/>
          </a:solidFill>
          <a:ln w="0">
            <a:solidFill>
              <a:srgbClr val="C9D2DF"/>
            </a:solidFill>
            <a:prstDash val="solid"/>
          </a:ln>
        </p:spPr>
      </p:sp>
      <p:sp>
        <p:nvSpPr>
          <p:cNvPr id="34" name="audit-paper-p"/>
          <p:cNvSpPr>
            <a:spLocks noGrp="1"/>
          </p:cNvSpPr>
          <p:nvPr/>
        </p:nvSpPr>
        <p:spPr>
          <a:xfrm>
            <a:off x="1457325" y="2581275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650" b="1">
                <a:solidFill>
                  <a:srgbClr val="4F5BC9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1650" b="1">
                <a:solidFill>
                  <a:srgbClr val="4F5BC9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P</a:t>
            </a:r>
            <a:endParaRPr sz="1650" b="1">
              <a:solidFill>
                <a:srgbClr val="4F5BC9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35" name="audit-mini-node-0"/>
          <p:cNvSpPr>
            <a:spLocks noGrp="1"/>
          </p:cNvSpPr>
          <p:nvPr/>
        </p:nvSpPr>
        <p:spPr>
          <a:xfrm>
            <a:off x="2171700" y="2066925"/>
            <a:ext cx="228600" cy="228600"/>
          </a:xfrm>
          <a:prstGeom prst="ellipse">
            <a:avLst/>
          </a:prstGeom>
          <a:solidFill>
            <a:srgbClr val="6E7CF6"/>
          </a:solidFill>
          <a:ln w="14288">
            <a:solidFill>
              <a:srgbClr val="6E7CF6"/>
            </a:solidFill>
            <a:prstDash val="solid"/>
          </a:ln>
        </p:spPr>
      </p:sp>
      <p:sp>
        <p:nvSpPr>
          <p:cNvPr id="36" name="audit-mini-node-1"/>
          <p:cNvSpPr>
            <a:spLocks noGrp="1"/>
          </p:cNvSpPr>
          <p:nvPr/>
        </p:nvSpPr>
        <p:spPr>
          <a:xfrm>
            <a:off x="2533650" y="1847850"/>
            <a:ext cx="228600" cy="228600"/>
          </a:xfrm>
          <a:prstGeom prst="ellipse">
            <a:avLst/>
          </a:prstGeom>
          <a:solidFill>
            <a:srgbClr val="6E7CF6"/>
          </a:solidFill>
          <a:ln w="14288">
            <a:solidFill>
              <a:srgbClr val="6E7CF6"/>
            </a:solidFill>
            <a:prstDash val="solid"/>
          </a:ln>
        </p:spPr>
      </p:sp>
      <p:sp>
        <p:nvSpPr>
          <p:cNvPr id="37" name="audit-mini-node-2"/>
          <p:cNvSpPr>
            <a:spLocks noGrp="1"/>
          </p:cNvSpPr>
          <p:nvPr/>
        </p:nvSpPr>
        <p:spPr>
          <a:xfrm>
            <a:off x="2524125" y="2400300"/>
            <a:ext cx="228600" cy="228600"/>
          </a:xfrm>
          <a:prstGeom prst="ellipse">
            <a:avLst/>
          </a:prstGeom>
          <a:solidFill>
            <a:srgbClr val="FFFFFF"/>
          </a:solidFill>
          <a:ln w="14288">
            <a:solidFill>
              <a:srgbClr val="EE7778"/>
            </a:solidFill>
            <a:prstDash val="solid"/>
          </a:ln>
        </p:spPr>
      </p:sp>
      <p:sp>
        <p:nvSpPr>
          <p:cNvPr id="38" name="audit-mini-node-3"/>
          <p:cNvSpPr>
            <a:spLocks noGrp="1"/>
          </p:cNvSpPr>
          <p:nvPr/>
        </p:nvSpPr>
        <p:spPr>
          <a:xfrm>
            <a:off x="2867025" y="2114550"/>
            <a:ext cx="228600" cy="228600"/>
          </a:xfrm>
          <a:prstGeom prst="ellipse">
            <a:avLst/>
          </a:prstGeom>
          <a:solidFill>
            <a:srgbClr val="53C3C3"/>
          </a:solidFill>
          <a:ln w="14288">
            <a:solidFill>
              <a:srgbClr val="53C3C3"/>
            </a:solidFill>
            <a:prstDash val="solid"/>
          </a:ln>
        </p:spPr>
      </p:sp>
      <p:cxnSp>
        <p:nvCxnSpPr>
          <p:cNvPr id="203" name="audit-mini-edge-0-1"/>
          <p:cNvCxnSpPr>
            <a:stCxn id="35" idx="7"/>
            <a:endCxn id="36" idx="3"/>
          </p:cNvCxnSpPr>
          <p:nvPr/>
        </p:nvCxnSpPr>
        <p:spPr>
          <a:xfrm flipV="1">
            <a:off x="2366822" y="2042972"/>
            <a:ext cx="200305" cy="57430"/>
          </a:xfrm>
          <a:prstGeom prst="straightConnector1">
            <a:avLst/>
          </a:prstGeom>
          <a:ln w="14288">
            <a:solidFill>
              <a:srgbClr val="6E7CF6"/>
            </a:solidFill>
            <a:prstDash val="solid"/>
            <a:tailEnd type="triangle" w="sm" len="sm"/>
          </a:ln>
        </p:spPr>
      </p:cxnSp>
      <p:cxnSp>
        <p:nvCxnSpPr>
          <p:cNvPr id="204" name="audit-mini-edge-0-2"/>
          <p:cNvCxnSpPr>
            <a:stCxn id="35" idx="5"/>
            <a:endCxn id="37" idx="1"/>
          </p:cNvCxnSpPr>
          <p:nvPr/>
        </p:nvCxnSpPr>
        <p:spPr>
          <a:xfrm>
            <a:off x="2366822" y="2262047"/>
            <a:ext cx="190780" cy="171730"/>
          </a:xfrm>
          <a:prstGeom prst="straightConnector1">
            <a:avLst/>
          </a:prstGeom>
          <a:ln w="14288">
            <a:solidFill>
              <a:srgbClr val="EE7778"/>
            </a:solidFill>
            <a:prstDash val="dash"/>
            <a:tailEnd type="triangle" w="sm" len="sm"/>
          </a:ln>
        </p:spPr>
      </p:cxnSp>
      <p:cxnSp>
        <p:nvCxnSpPr>
          <p:cNvPr id="205" name="audit-mini-edge-1-3"/>
          <p:cNvCxnSpPr>
            <a:stCxn id="36" idx="5"/>
            <a:endCxn id="38" idx="1"/>
          </p:cNvCxnSpPr>
          <p:nvPr/>
        </p:nvCxnSpPr>
        <p:spPr>
          <a:xfrm>
            <a:off x="2728772" y="2042972"/>
            <a:ext cx="171730" cy="105055"/>
          </a:xfrm>
          <a:prstGeom prst="straightConnector1">
            <a:avLst/>
          </a:prstGeom>
          <a:ln w="14288">
            <a:solidFill>
              <a:srgbClr val="6E7CF6"/>
            </a:solidFill>
            <a:prstDash val="solid"/>
            <a:tailEnd type="triangle" w="sm" len="sm"/>
          </a:ln>
        </p:spPr>
      </p:cxnSp>
      <p:cxnSp>
        <p:nvCxnSpPr>
          <p:cNvPr id="206" name="audit-mini-edge-2-3"/>
          <p:cNvCxnSpPr>
            <a:stCxn id="37" idx="7"/>
            <a:endCxn id="38" idx="3"/>
          </p:cNvCxnSpPr>
          <p:nvPr/>
        </p:nvCxnSpPr>
        <p:spPr>
          <a:xfrm flipV="1">
            <a:off x="2719247" y="2309672"/>
            <a:ext cx="181255" cy="124105"/>
          </a:xfrm>
          <a:prstGeom prst="straightConnector1">
            <a:avLst/>
          </a:prstGeom>
          <a:ln w="14288">
            <a:solidFill>
              <a:srgbClr val="EE7778"/>
            </a:solidFill>
            <a:prstDash val="dash"/>
            <a:tailEnd type="triangle" w="sm" len="sm"/>
          </a:ln>
        </p:spPr>
      </p:cxnSp>
      <p:sp>
        <p:nvSpPr>
          <p:cNvPr id="43" name="audit-mini-x-a"/>
          <p:cNvSpPr>
            <a:spLocks noGrp="1"/>
          </p:cNvSpPr>
          <p:nvPr/>
        </p:nvSpPr>
        <p:spPr>
          <a:xfrm rot="2700000">
            <a:off x="2557603" y="2514600"/>
            <a:ext cx="161645" cy="0"/>
          </a:xfrm>
          <a:prstGeom prst="line">
            <a:avLst/>
          </a:prstGeom>
          <a:noFill/>
          <a:ln w="14288">
            <a:solidFill>
              <a:srgbClr val="EE7778"/>
            </a:solidFill>
            <a:prstDash val="solid"/>
          </a:ln>
        </p:spPr>
      </p:sp>
      <p:sp>
        <p:nvSpPr>
          <p:cNvPr id="44" name="audit-mini-x-b"/>
          <p:cNvSpPr>
            <a:spLocks noGrp="1"/>
          </p:cNvSpPr>
          <p:nvPr/>
        </p:nvSpPr>
        <p:spPr>
          <a:xfrm rot="8100000">
            <a:off x="2557603" y="2514600"/>
            <a:ext cx="161645" cy="0"/>
          </a:xfrm>
          <a:prstGeom prst="line">
            <a:avLst/>
          </a:prstGeom>
          <a:noFill/>
          <a:ln w="14288">
            <a:solidFill>
              <a:srgbClr val="EE7778"/>
            </a:solidFill>
            <a:prstDash val="solid"/>
          </a:ln>
        </p:spPr>
      </p:sp>
      <p:sp>
        <p:nvSpPr>
          <p:cNvPr id="45" name="audit-map-line-1"/>
          <p:cNvSpPr>
            <a:spLocks noGrp="1"/>
          </p:cNvSpPr>
          <p:nvPr/>
        </p:nvSpPr>
        <p:spPr>
          <a:xfrm>
            <a:off x="1914525" y="2162175"/>
            <a:ext cx="371475" cy="0"/>
          </a:xfrm>
          <a:prstGeom prst="line">
            <a:avLst/>
          </a:prstGeom>
          <a:noFill/>
          <a:ln w="11906">
            <a:solidFill>
              <a:srgbClr val="93A0B1"/>
            </a:solidFill>
            <a:prstDash val="dash"/>
          </a:ln>
        </p:spPr>
      </p:sp>
      <p:sp>
        <p:nvSpPr>
          <p:cNvPr id="46" name="audit-map-line-2"/>
          <p:cNvSpPr>
            <a:spLocks noGrp="1"/>
          </p:cNvSpPr>
          <p:nvPr/>
        </p:nvSpPr>
        <p:spPr>
          <a:xfrm rot="766275">
            <a:off x="1905464" y="2433638"/>
            <a:ext cx="732497" cy="0"/>
          </a:xfrm>
          <a:prstGeom prst="line">
            <a:avLst/>
          </a:prstGeom>
          <a:noFill/>
          <a:ln w="11906">
            <a:solidFill>
              <a:srgbClr val="93A0B1"/>
            </a:solidFill>
            <a:prstDash val="dash"/>
          </a:ln>
        </p:spPr>
      </p:sp>
      <p:sp>
        <p:nvSpPr>
          <p:cNvPr id="47" name="closure-check"/>
          <p:cNvSpPr>
            <a:spLocks noGrp="1"/>
          </p:cNvSpPr>
          <p:nvPr/>
        </p:nvSpPr>
        <p:spPr>
          <a:xfrm>
            <a:off x="2619375" y="2686050"/>
            <a:ext cx="400050" cy="400050"/>
          </a:xfrm>
          <a:prstGeom prst="ellipse">
            <a:avLst/>
          </a:prstGeom>
          <a:solidFill>
            <a:srgbClr val="EDF9F2"/>
          </a:solidFill>
          <a:ln w="19050">
            <a:solidFill>
              <a:srgbClr val="76C99C"/>
            </a:solidFill>
            <a:prstDash val="solid"/>
          </a:ln>
        </p:spPr>
      </p:sp>
      <p:sp>
        <p:nvSpPr>
          <p:cNvPr id="48" name="closure-check-mark"/>
          <p:cNvSpPr>
            <a:spLocks noGrp="1"/>
          </p:cNvSpPr>
          <p:nvPr/>
        </p:nvSpPr>
        <p:spPr>
          <a:xfrm>
            <a:off x="2619375" y="2686050"/>
            <a:ext cx="400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725" b="1">
                <a:solidFill>
                  <a:srgbClr val="76C99C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725" b="1">
                <a:solidFill>
                  <a:srgbClr val="76C99C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✓</a:t>
            </a:r>
            <a:endParaRPr sz="1725" b="1">
              <a:solidFill>
                <a:srgbClr val="76C99C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49" name="closure-label"/>
          <p:cNvSpPr>
            <a:spLocks noGrp="1"/>
          </p:cNvSpPr>
          <p:nvPr/>
        </p:nvSpPr>
        <p:spPr>
          <a:xfrm>
            <a:off x="1447800" y="3524250"/>
            <a:ext cx="15811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9206"/>
          </a:bodyPr>
          <a:lstStyle/>
          <a:p>
            <a:pPr algn="ctr">
              <a:defRPr sz="1575" b="1">
                <a:solidFill>
                  <a:srgbClr val="68758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575" b="1">
                <a:solidFill>
                  <a:srgbClr val="68758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source map</a:t>
            </a:r>
            <a:endParaRPr sz="1575" b="1">
              <a:solidFill>
                <a:srgbClr val="68758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 algn="ctr">
              <a:defRPr sz="1575" b="1">
                <a:solidFill>
                  <a:srgbClr val="68758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575" b="1">
                <a:solidFill>
                  <a:srgbClr val="68758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DAG closure</a:t>
            </a:r>
            <a:endParaRPr sz="1575" b="1">
              <a:solidFill>
                <a:srgbClr val="68758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50" name="freeze-title"/>
          <p:cNvSpPr>
            <a:spLocks noGrp="1"/>
          </p:cNvSpPr>
          <p:nvPr/>
        </p:nvSpPr>
        <p:spPr>
          <a:xfrm>
            <a:off x="3238500" y="1200150"/>
            <a:ext cx="1257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725" b="1">
                <a:solidFill>
                  <a:srgbClr val="4F5BC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725" b="1">
                <a:solidFill>
                  <a:srgbClr val="4F5BC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2  FREEZE</a:t>
            </a:r>
            <a:endParaRPr sz="1725" b="1">
              <a:solidFill>
                <a:srgbClr val="4F5BC9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51" name="freeze-subtitle"/>
          <p:cNvSpPr>
            <a:spLocks noGrp="1"/>
          </p:cNvSpPr>
          <p:nvPr/>
        </p:nvSpPr>
        <p:spPr>
          <a:xfrm>
            <a:off x="3238500" y="1485900"/>
            <a:ext cx="13525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75" b="1">
                <a:solidFill>
                  <a:srgbClr val="68758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575" b="1">
                <a:solidFill>
                  <a:srgbClr val="68758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verify digests</a:t>
            </a:r>
            <a:endParaRPr sz="1575" b="1">
              <a:solidFill>
                <a:srgbClr val="68758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52" name="freeze-B-shadow"/>
          <p:cNvSpPr>
            <a:spLocks noGrp="1"/>
          </p:cNvSpPr>
          <p:nvPr/>
        </p:nvSpPr>
        <p:spPr>
          <a:xfrm>
            <a:off x="3457575" y="1905000"/>
            <a:ext cx="1123950" cy="409575"/>
          </a:xfrm>
          <a:prstGeom prst="roundRect">
            <a:avLst>
              <a:gd name="adj" fmla="val 16279"/>
            </a:avLst>
          </a:prstGeom>
          <a:solidFill>
            <a:srgbClr val="E6E0D8"/>
          </a:solidFill>
          <a:ln w="0">
            <a:solidFill>
              <a:srgbClr val="E6E0D8"/>
            </a:solidFill>
            <a:prstDash val="solid"/>
          </a:ln>
        </p:spPr>
      </p:sp>
      <p:sp>
        <p:nvSpPr>
          <p:cNvPr id="53" name="freeze-B-card"/>
          <p:cNvSpPr>
            <a:spLocks noGrp="1"/>
          </p:cNvSpPr>
          <p:nvPr/>
        </p:nvSpPr>
        <p:spPr>
          <a:xfrm>
            <a:off x="3409950" y="1847850"/>
            <a:ext cx="1123950" cy="409575"/>
          </a:xfrm>
          <a:prstGeom prst="roundRect">
            <a:avLst>
              <a:gd name="adj" fmla="val 16279"/>
            </a:avLst>
          </a:prstGeom>
          <a:solidFill>
            <a:srgbClr val="F5F6F8"/>
          </a:solidFill>
          <a:ln w="14288">
            <a:solidFill>
              <a:srgbClr val="93A0B1"/>
            </a:solidFill>
            <a:prstDash val="solid"/>
          </a:ln>
        </p:spPr>
      </p:sp>
      <p:sp>
        <p:nvSpPr>
          <p:cNvPr id="54" name="freeze-B-text"/>
          <p:cNvSpPr>
            <a:spLocks noGrp="1"/>
          </p:cNvSpPr>
          <p:nvPr/>
        </p:nvSpPr>
        <p:spPr>
          <a:xfrm>
            <a:off x="3495675" y="1847850"/>
            <a:ext cx="962025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75" b="1">
                <a:solidFill>
                  <a:srgbClr val="93A0B1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1575" b="1">
                <a:solidFill>
                  <a:srgbClr val="93A0B1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B  hash</a:t>
            </a:r>
            <a:endParaRPr sz="1575" b="1">
              <a:solidFill>
                <a:srgbClr val="93A0B1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55" name="freeze-F-shadow"/>
          <p:cNvSpPr>
            <a:spLocks noGrp="1"/>
          </p:cNvSpPr>
          <p:nvPr/>
        </p:nvSpPr>
        <p:spPr>
          <a:xfrm>
            <a:off x="3457575" y="2457450"/>
            <a:ext cx="1123950" cy="409575"/>
          </a:xfrm>
          <a:prstGeom prst="roundRect">
            <a:avLst>
              <a:gd name="adj" fmla="val 16279"/>
            </a:avLst>
          </a:prstGeom>
          <a:solidFill>
            <a:srgbClr val="E6E0D8"/>
          </a:solidFill>
          <a:ln w="0">
            <a:solidFill>
              <a:srgbClr val="E6E0D8"/>
            </a:solidFill>
            <a:prstDash val="solid"/>
          </a:ln>
        </p:spPr>
      </p:sp>
      <p:sp>
        <p:nvSpPr>
          <p:cNvPr id="56" name="freeze-F-card"/>
          <p:cNvSpPr>
            <a:spLocks noGrp="1"/>
          </p:cNvSpPr>
          <p:nvPr/>
        </p:nvSpPr>
        <p:spPr>
          <a:xfrm>
            <a:off x="3409950" y="2400300"/>
            <a:ext cx="1123950" cy="409575"/>
          </a:xfrm>
          <a:prstGeom prst="roundRect">
            <a:avLst>
              <a:gd name="adj" fmla="val 16279"/>
            </a:avLst>
          </a:prstGeom>
          <a:solidFill>
            <a:srgbClr val="F0F1FF"/>
          </a:solidFill>
          <a:ln w="14288">
            <a:solidFill>
              <a:srgbClr val="6E7CF6"/>
            </a:solidFill>
            <a:prstDash val="solid"/>
          </a:ln>
        </p:spPr>
      </p:sp>
      <p:sp>
        <p:nvSpPr>
          <p:cNvPr id="57" name="freeze-F-text"/>
          <p:cNvSpPr>
            <a:spLocks noGrp="1"/>
          </p:cNvSpPr>
          <p:nvPr/>
        </p:nvSpPr>
        <p:spPr>
          <a:xfrm>
            <a:off x="3495675" y="2400300"/>
            <a:ext cx="962025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75" b="1">
                <a:solidFill>
                  <a:srgbClr val="6E7CF6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1575" b="1">
                <a:solidFill>
                  <a:srgbClr val="6E7CF6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F  hash</a:t>
            </a:r>
            <a:endParaRPr sz="1575" b="1">
              <a:solidFill>
                <a:srgbClr val="6E7CF6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58" name="freeze-S-shadow"/>
          <p:cNvSpPr>
            <a:spLocks noGrp="1"/>
          </p:cNvSpPr>
          <p:nvPr/>
        </p:nvSpPr>
        <p:spPr>
          <a:xfrm>
            <a:off x="3457575" y="3009900"/>
            <a:ext cx="1123950" cy="409575"/>
          </a:xfrm>
          <a:prstGeom prst="roundRect">
            <a:avLst>
              <a:gd name="adj" fmla="val 16279"/>
            </a:avLst>
          </a:prstGeom>
          <a:solidFill>
            <a:srgbClr val="E6E0D8"/>
          </a:solidFill>
          <a:ln w="0">
            <a:solidFill>
              <a:srgbClr val="E6E0D8"/>
            </a:solidFill>
            <a:prstDash val="solid"/>
          </a:ln>
        </p:spPr>
      </p:sp>
      <p:sp>
        <p:nvSpPr>
          <p:cNvPr id="59" name="freeze-S-card"/>
          <p:cNvSpPr>
            <a:spLocks noGrp="1"/>
          </p:cNvSpPr>
          <p:nvPr/>
        </p:nvSpPr>
        <p:spPr>
          <a:xfrm>
            <a:off x="3409950" y="2952750"/>
            <a:ext cx="1123950" cy="409575"/>
          </a:xfrm>
          <a:prstGeom prst="roundRect">
            <a:avLst>
              <a:gd name="adj" fmla="val 16279"/>
            </a:avLst>
          </a:prstGeom>
          <a:solidFill>
            <a:srgbClr val="ECFAF8"/>
          </a:solidFill>
          <a:ln w="14288">
            <a:solidFill>
              <a:srgbClr val="53C3C3"/>
            </a:solidFill>
            <a:prstDash val="solid"/>
          </a:ln>
        </p:spPr>
      </p:sp>
      <p:sp>
        <p:nvSpPr>
          <p:cNvPr id="60" name="freeze-S-text"/>
          <p:cNvSpPr>
            <a:spLocks noGrp="1"/>
          </p:cNvSpPr>
          <p:nvPr/>
        </p:nvSpPr>
        <p:spPr>
          <a:xfrm>
            <a:off x="3495675" y="2952750"/>
            <a:ext cx="962025" cy="4095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75" b="1">
                <a:solidFill>
                  <a:srgbClr val="53C3C3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1575" b="1">
                <a:solidFill>
                  <a:srgbClr val="53C3C3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S  hash</a:t>
            </a:r>
            <a:endParaRPr sz="1575" b="1">
              <a:solidFill>
                <a:srgbClr val="53C3C3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61" name="freeze-lock-body"/>
          <p:cNvSpPr>
            <a:spLocks noGrp="1"/>
          </p:cNvSpPr>
          <p:nvPr/>
        </p:nvSpPr>
        <p:spPr>
          <a:xfrm>
            <a:off x="3914775" y="3600450"/>
            <a:ext cx="457200" cy="361950"/>
          </a:xfrm>
          <a:prstGeom prst="roundRect">
            <a:avLst>
              <a:gd name="adj" fmla="val 18421"/>
            </a:avLst>
          </a:prstGeom>
          <a:solidFill>
            <a:srgbClr val="4F5BC9"/>
          </a:solidFill>
          <a:ln w="0">
            <a:solidFill>
              <a:srgbClr val="4F5BC9"/>
            </a:solidFill>
            <a:prstDash val="solid"/>
          </a:ln>
        </p:spPr>
      </p:sp>
      <p:sp>
        <p:nvSpPr>
          <p:cNvPr id="62" name="freeze-lock-loop"/>
          <p:cNvSpPr>
            <a:spLocks noGrp="1"/>
          </p:cNvSpPr>
          <p:nvPr/>
        </p:nvSpPr>
        <p:spPr>
          <a:xfrm>
            <a:off x="4000500" y="3352800"/>
            <a:ext cx="285750" cy="333375"/>
          </a:xfrm>
          <a:prstGeom prst="roundRect">
            <a:avLst>
              <a:gd name="adj" fmla="val 46667"/>
            </a:avLst>
          </a:prstGeom>
          <a:noFill/>
          <a:ln w="28575">
            <a:solidFill>
              <a:srgbClr val="4F5BC9"/>
            </a:solidFill>
            <a:prstDash val="solid"/>
          </a:ln>
        </p:spPr>
      </p:sp>
      <p:sp>
        <p:nvSpPr>
          <p:cNvPr id="63" name="freeze-label"/>
          <p:cNvSpPr>
            <a:spLocks noGrp="1"/>
          </p:cNvSpPr>
          <p:nvPr/>
        </p:nvSpPr>
        <p:spPr>
          <a:xfrm>
            <a:off x="3238500" y="4067175"/>
            <a:ext cx="1333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75" b="1">
                <a:solidFill>
                  <a:srgbClr val="68758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575" b="1">
                <a:solidFill>
                  <a:srgbClr val="68758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frozen B/F/S</a:t>
            </a:r>
            <a:endParaRPr sz="1575" b="1">
              <a:solidFill>
                <a:srgbClr val="68758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64" name="execution-title"/>
          <p:cNvSpPr>
            <a:spLocks noGrp="1"/>
          </p:cNvSpPr>
          <p:nvPr/>
        </p:nvSpPr>
        <p:spPr>
          <a:xfrm>
            <a:off x="4619625" y="1200150"/>
            <a:ext cx="3162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725" b="1">
                <a:solidFill>
                  <a:srgbClr val="53C3C3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725" b="1">
                <a:solidFill>
                  <a:srgbClr val="53C3C3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3  MATCHED B / F / S RUNS</a:t>
            </a:r>
            <a:endParaRPr sz="1725" b="1">
              <a:solidFill>
                <a:srgbClr val="53C3C3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65" name="execution-boundary"/>
          <p:cNvSpPr>
            <a:spLocks noGrp="1"/>
          </p:cNvSpPr>
          <p:nvPr/>
        </p:nvSpPr>
        <p:spPr>
          <a:xfrm>
            <a:off x="4619625" y="1619250"/>
            <a:ext cx="3143250" cy="2800350"/>
          </a:xfrm>
          <a:prstGeom prst="roundRect">
            <a:avLst>
              <a:gd name="adj" fmla="val 2381"/>
            </a:avLst>
          </a:prstGeom>
          <a:solidFill>
            <a:srgbClr val="ECFAF8"/>
          </a:solidFill>
          <a:ln w="14288">
            <a:solidFill>
              <a:srgbClr val="C9D2DF"/>
            </a:solidFill>
            <a:prstDash val="solid"/>
          </a:ln>
        </p:spPr>
      </p:sp>
      <p:sp>
        <p:nvSpPr>
          <p:cNvPr id="66" name="execution-shared"/>
          <p:cNvSpPr>
            <a:spLocks noGrp="1"/>
          </p:cNvSpPr>
          <p:nvPr/>
        </p:nvSpPr>
        <p:spPr>
          <a:xfrm>
            <a:off x="4743450" y="1685925"/>
            <a:ext cx="2895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75" b="1">
                <a:solidFill>
                  <a:srgbClr val="4F5BC9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1575" b="1">
                <a:solidFill>
                  <a:srgbClr val="4F5BC9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SAME  t  W  M  T  U  Q</a:t>
            </a:r>
            <a:endParaRPr sz="1575" b="1">
              <a:solidFill>
                <a:srgbClr val="4F5BC9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67" name="execution-header-rule"/>
          <p:cNvSpPr>
            <a:spLocks noGrp="1"/>
          </p:cNvSpPr>
          <p:nvPr/>
        </p:nvSpPr>
        <p:spPr>
          <a:xfrm>
            <a:off x="4752975" y="2038350"/>
            <a:ext cx="2876550" cy="0"/>
          </a:xfrm>
          <a:prstGeom prst="line">
            <a:avLst/>
          </a:prstGeom>
          <a:noFill/>
          <a:ln w="11906">
            <a:solidFill>
              <a:srgbClr val="C9D2DF"/>
            </a:solidFill>
            <a:prstDash val="solid"/>
          </a:ln>
        </p:spPr>
      </p:sp>
      <p:sp>
        <p:nvSpPr>
          <p:cNvPr id="68" name="lane-B"/>
          <p:cNvSpPr>
            <a:spLocks noGrp="1"/>
          </p:cNvSpPr>
          <p:nvPr/>
        </p:nvSpPr>
        <p:spPr>
          <a:xfrm>
            <a:off x="4752975" y="2162175"/>
            <a:ext cx="2876550" cy="552450"/>
          </a:xfrm>
          <a:prstGeom prst="roundRect">
            <a:avLst>
              <a:gd name="adj" fmla="val 12069"/>
            </a:avLst>
          </a:prstGeom>
          <a:solidFill>
            <a:srgbClr val="F5F6F8"/>
          </a:solidFill>
          <a:ln w="14288">
            <a:solidFill>
              <a:srgbClr val="93A0B1"/>
            </a:solidFill>
            <a:prstDash val="solid"/>
          </a:ln>
        </p:spPr>
      </p:sp>
      <p:sp>
        <p:nvSpPr>
          <p:cNvPr id="69" name="lane-B-badge"/>
          <p:cNvSpPr>
            <a:spLocks noGrp="1"/>
          </p:cNvSpPr>
          <p:nvPr/>
        </p:nvSpPr>
        <p:spPr>
          <a:xfrm>
            <a:off x="4848225" y="2266950"/>
            <a:ext cx="342900" cy="342900"/>
          </a:xfrm>
          <a:prstGeom prst="ellipse">
            <a:avLst/>
          </a:prstGeom>
          <a:solidFill>
            <a:srgbClr val="93A0B1"/>
          </a:solidFill>
          <a:ln w="0">
            <a:solidFill>
              <a:srgbClr val="93A0B1"/>
            </a:solidFill>
            <a:prstDash val="solid"/>
          </a:ln>
        </p:spPr>
      </p:sp>
      <p:sp>
        <p:nvSpPr>
          <p:cNvPr id="70" name="lane-B-badge-text"/>
          <p:cNvSpPr>
            <a:spLocks noGrp="1"/>
          </p:cNvSpPr>
          <p:nvPr/>
        </p:nvSpPr>
        <p:spPr>
          <a:xfrm>
            <a:off x="4848225" y="226695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1650" b="1">
                <a:solidFill>
                  <a:srgbClr val="FFFFFF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B</a:t>
            </a:r>
            <a:endParaRPr sz="1650" b="1">
              <a:solidFill>
                <a:srgbClr val="FFFFFF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71" name="lane-B-label"/>
          <p:cNvSpPr>
            <a:spLocks noGrp="1"/>
          </p:cNvSpPr>
          <p:nvPr/>
        </p:nvSpPr>
        <p:spPr>
          <a:xfrm>
            <a:off x="5219700" y="2257425"/>
            <a:ext cx="6286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75" b="1">
                <a:solidFill>
                  <a:srgbClr val="93A0B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575" b="1">
                <a:solidFill>
                  <a:srgbClr val="93A0B1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BASE</a:t>
            </a:r>
            <a:endParaRPr sz="1575" b="1">
              <a:solidFill>
                <a:srgbClr val="93A0B1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72" name="lane-B-agent-head"/>
          <p:cNvSpPr>
            <a:spLocks noGrp="1"/>
          </p:cNvSpPr>
          <p:nvPr/>
        </p:nvSpPr>
        <p:spPr>
          <a:xfrm>
            <a:off x="5876925" y="2305050"/>
            <a:ext cx="361950" cy="2667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4288">
            <a:solidFill>
              <a:srgbClr val="93A0B1"/>
            </a:solidFill>
            <a:prstDash val="solid"/>
          </a:ln>
        </p:spPr>
      </p:sp>
      <p:sp>
        <p:nvSpPr>
          <p:cNvPr id="73" name="lane-B-agent-eye-1"/>
          <p:cNvSpPr>
            <a:spLocks noGrp="1"/>
          </p:cNvSpPr>
          <p:nvPr/>
        </p:nvSpPr>
        <p:spPr>
          <a:xfrm>
            <a:off x="5953125" y="2400300"/>
            <a:ext cx="47625" cy="47625"/>
          </a:xfrm>
          <a:prstGeom prst="ellipse">
            <a:avLst/>
          </a:prstGeom>
          <a:solidFill>
            <a:srgbClr val="93A0B1"/>
          </a:solidFill>
          <a:ln w="0">
            <a:solidFill>
              <a:srgbClr val="93A0B1"/>
            </a:solidFill>
            <a:prstDash val="solid"/>
          </a:ln>
        </p:spPr>
      </p:sp>
      <p:sp>
        <p:nvSpPr>
          <p:cNvPr id="74" name="lane-B-agent-eye-2"/>
          <p:cNvSpPr>
            <a:spLocks noGrp="1"/>
          </p:cNvSpPr>
          <p:nvPr/>
        </p:nvSpPr>
        <p:spPr>
          <a:xfrm>
            <a:off x="6115050" y="2400300"/>
            <a:ext cx="47625" cy="47625"/>
          </a:xfrm>
          <a:prstGeom prst="ellipse">
            <a:avLst/>
          </a:prstGeom>
          <a:solidFill>
            <a:srgbClr val="93A0B1"/>
          </a:solidFill>
          <a:ln w="0">
            <a:solidFill>
              <a:srgbClr val="93A0B1"/>
            </a:solidFill>
            <a:prstDash val="solid"/>
          </a:ln>
        </p:spPr>
      </p:sp>
      <p:sp>
        <p:nvSpPr>
          <p:cNvPr id="75" name="lane-B-agent-antenna"/>
          <p:cNvSpPr>
            <a:spLocks noGrp="1"/>
          </p:cNvSpPr>
          <p:nvPr/>
        </p:nvSpPr>
        <p:spPr>
          <a:xfrm rot="5400000">
            <a:off x="6019800" y="2266950"/>
            <a:ext cx="76200" cy="0"/>
          </a:xfrm>
          <a:prstGeom prst="line">
            <a:avLst/>
          </a:prstGeom>
          <a:noFill/>
          <a:ln w="11906">
            <a:solidFill>
              <a:srgbClr val="93A0B1"/>
            </a:solidFill>
            <a:prstDash val="solid"/>
          </a:ln>
        </p:spPr>
      </p:sp>
      <p:sp>
        <p:nvSpPr>
          <p:cNvPr id="76" name="lane-B-arrow"/>
          <p:cNvSpPr>
            <a:spLocks noGrp="1"/>
          </p:cNvSpPr>
          <p:nvPr/>
        </p:nvSpPr>
        <p:spPr>
          <a:xfrm>
            <a:off x="6286500" y="2362200"/>
            <a:ext cx="238125" cy="152400"/>
          </a:xfrm>
          <a:prstGeom prst="rightArrow">
            <a:avLst/>
          </a:prstGeom>
          <a:solidFill>
            <a:srgbClr val="93A0B1"/>
          </a:solidFill>
          <a:ln w="0">
            <a:solidFill>
              <a:srgbClr val="93A0B1"/>
            </a:solidFill>
            <a:prstDash val="solid"/>
          </a:ln>
        </p:spPr>
      </p:sp>
      <p:sp>
        <p:nvSpPr>
          <p:cNvPr id="77" name="lane-B-terminal-terminal"/>
          <p:cNvSpPr>
            <a:spLocks noGrp="1"/>
          </p:cNvSpPr>
          <p:nvPr/>
        </p:nvSpPr>
        <p:spPr>
          <a:xfrm>
            <a:off x="6562725" y="2295525"/>
            <a:ext cx="400050" cy="295275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4288">
            <a:solidFill>
              <a:srgbClr val="93A0B1"/>
            </a:solidFill>
            <a:prstDash val="solid"/>
          </a:ln>
        </p:spPr>
      </p:sp>
      <p:sp>
        <p:nvSpPr>
          <p:cNvPr id="78" name="lane-B-terminal-prompt"/>
          <p:cNvSpPr>
            <a:spLocks noGrp="1"/>
          </p:cNvSpPr>
          <p:nvPr/>
        </p:nvSpPr>
        <p:spPr>
          <a:xfrm>
            <a:off x="6591300" y="2295525"/>
            <a:ext cx="3429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75" b="1">
                <a:solidFill>
                  <a:srgbClr val="93A0B1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1575" b="1">
                <a:solidFill>
                  <a:srgbClr val="93A0B1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&gt;_</a:t>
            </a:r>
            <a:endParaRPr sz="1575" b="1">
              <a:solidFill>
                <a:srgbClr val="93A0B1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79" name="lane-B-output"/>
          <p:cNvSpPr>
            <a:spLocks noGrp="1"/>
          </p:cNvSpPr>
          <p:nvPr/>
        </p:nvSpPr>
        <p:spPr>
          <a:xfrm>
            <a:off x="6981825" y="2276475"/>
            <a:ext cx="6286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75" b="1">
                <a:solidFill>
                  <a:srgbClr val="28334A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1575" b="1">
                <a:solidFill>
                  <a:srgbClr val="28334A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v,h,p,q</a:t>
            </a:r>
            <a:endParaRPr sz="1575" b="1">
              <a:solidFill>
                <a:srgbClr val="28334A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80" name="lane-F"/>
          <p:cNvSpPr>
            <a:spLocks noGrp="1"/>
          </p:cNvSpPr>
          <p:nvPr/>
        </p:nvSpPr>
        <p:spPr>
          <a:xfrm>
            <a:off x="4752975" y="2847975"/>
            <a:ext cx="2876550" cy="552450"/>
          </a:xfrm>
          <a:prstGeom prst="roundRect">
            <a:avLst>
              <a:gd name="adj" fmla="val 12069"/>
            </a:avLst>
          </a:prstGeom>
          <a:solidFill>
            <a:srgbClr val="F0F1FF"/>
          </a:solidFill>
          <a:ln w="14288">
            <a:solidFill>
              <a:srgbClr val="6E7CF6"/>
            </a:solidFill>
            <a:prstDash val="solid"/>
          </a:ln>
        </p:spPr>
      </p:sp>
      <p:sp>
        <p:nvSpPr>
          <p:cNvPr id="81" name="lane-F-badge"/>
          <p:cNvSpPr>
            <a:spLocks noGrp="1"/>
          </p:cNvSpPr>
          <p:nvPr/>
        </p:nvSpPr>
        <p:spPr>
          <a:xfrm>
            <a:off x="4848225" y="2952750"/>
            <a:ext cx="342900" cy="342900"/>
          </a:xfrm>
          <a:prstGeom prst="ellipse">
            <a:avLst/>
          </a:prstGeom>
          <a:solidFill>
            <a:srgbClr val="6E7CF6"/>
          </a:solidFill>
          <a:ln w="0">
            <a:solidFill>
              <a:srgbClr val="6E7CF6"/>
            </a:solidFill>
            <a:prstDash val="solid"/>
          </a:ln>
        </p:spPr>
      </p:sp>
      <p:sp>
        <p:nvSpPr>
          <p:cNvPr id="82" name="lane-F-badge-text"/>
          <p:cNvSpPr>
            <a:spLocks noGrp="1"/>
          </p:cNvSpPr>
          <p:nvPr/>
        </p:nvSpPr>
        <p:spPr>
          <a:xfrm>
            <a:off x="4848225" y="295275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1650" b="1">
                <a:solidFill>
                  <a:srgbClr val="FFFFFF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F</a:t>
            </a:r>
            <a:endParaRPr sz="1650" b="1">
              <a:solidFill>
                <a:srgbClr val="FFFFFF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83" name="lane-F-label"/>
          <p:cNvSpPr>
            <a:spLocks noGrp="1"/>
          </p:cNvSpPr>
          <p:nvPr/>
        </p:nvSpPr>
        <p:spPr>
          <a:xfrm>
            <a:off x="5219700" y="2943225"/>
            <a:ext cx="6286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75" b="1">
                <a:solidFill>
                  <a:srgbClr val="6E7CF6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575" b="1">
                <a:solidFill>
                  <a:srgbClr val="6E7CF6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FULL</a:t>
            </a:r>
            <a:endParaRPr sz="1575" b="1">
              <a:solidFill>
                <a:srgbClr val="6E7CF6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84" name="lane-F-agent-head"/>
          <p:cNvSpPr>
            <a:spLocks noGrp="1"/>
          </p:cNvSpPr>
          <p:nvPr/>
        </p:nvSpPr>
        <p:spPr>
          <a:xfrm>
            <a:off x="5876925" y="2990850"/>
            <a:ext cx="361950" cy="2667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4288">
            <a:solidFill>
              <a:srgbClr val="6E7CF6"/>
            </a:solidFill>
            <a:prstDash val="solid"/>
          </a:ln>
        </p:spPr>
      </p:sp>
      <p:sp>
        <p:nvSpPr>
          <p:cNvPr id="85" name="lane-F-agent-eye-1"/>
          <p:cNvSpPr>
            <a:spLocks noGrp="1"/>
          </p:cNvSpPr>
          <p:nvPr/>
        </p:nvSpPr>
        <p:spPr>
          <a:xfrm>
            <a:off x="5953125" y="3086100"/>
            <a:ext cx="47625" cy="47625"/>
          </a:xfrm>
          <a:prstGeom prst="ellipse">
            <a:avLst/>
          </a:prstGeom>
          <a:solidFill>
            <a:srgbClr val="6E7CF6"/>
          </a:solidFill>
          <a:ln w="0">
            <a:solidFill>
              <a:srgbClr val="6E7CF6"/>
            </a:solidFill>
            <a:prstDash val="solid"/>
          </a:ln>
        </p:spPr>
      </p:sp>
      <p:sp>
        <p:nvSpPr>
          <p:cNvPr id="86" name="lane-F-agent-eye-2"/>
          <p:cNvSpPr>
            <a:spLocks noGrp="1"/>
          </p:cNvSpPr>
          <p:nvPr/>
        </p:nvSpPr>
        <p:spPr>
          <a:xfrm>
            <a:off x="6115050" y="3086100"/>
            <a:ext cx="47625" cy="47625"/>
          </a:xfrm>
          <a:prstGeom prst="ellipse">
            <a:avLst/>
          </a:prstGeom>
          <a:solidFill>
            <a:srgbClr val="6E7CF6"/>
          </a:solidFill>
          <a:ln w="0">
            <a:solidFill>
              <a:srgbClr val="6E7CF6"/>
            </a:solidFill>
            <a:prstDash val="solid"/>
          </a:ln>
        </p:spPr>
      </p:sp>
      <p:sp>
        <p:nvSpPr>
          <p:cNvPr id="87" name="lane-F-agent-antenna"/>
          <p:cNvSpPr>
            <a:spLocks noGrp="1"/>
          </p:cNvSpPr>
          <p:nvPr/>
        </p:nvSpPr>
        <p:spPr>
          <a:xfrm rot="5400000">
            <a:off x="6019800" y="2952750"/>
            <a:ext cx="76200" cy="0"/>
          </a:xfrm>
          <a:prstGeom prst="line">
            <a:avLst/>
          </a:prstGeom>
          <a:noFill/>
          <a:ln w="11906">
            <a:solidFill>
              <a:srgbClr val="6E7CF6"/>
            </a:solidFill>
            <a:prstDash val="solid"/>
          </a:ln>
        </p:spPr>
      </p:sp>
      <p:sp>
        <p:nvSpPr>
          <p:cNvPr id="88" name="lane-F-arrow"/>
          <p:cNvSpPr>
            <a:spLocks noGrp="1"/>
          </p:cNvSpPr>
          <p:nvPr/>
        </p:nvSpPr>
        <p:spPr>
          <a:xfrm>
            <a:off x="6286500" y="3048000"/>
            <a:ext cx="238125" cy="152400"/>
          </a:xfrm>
          <a:prstGeom prst="rightArrow">
            <a:avLst/>
          </a:prstGeom>
          <a:solidFill>
            <a:srgbClr val="6E7CF6"/>
          </a:solidFill>
          <a:ln w="0">
            <a:solidFill>
              <a:srgbClr val="6E7CF6"/>
            </a:solidFill>
            <a:prstDash val="solid"/>
          </a:ln>
        </p:spPr>
      </p:sp>
      <p:sp>
        <p:nvSpPr>
          <p:cNvPr id="89" name="lane-F-terminal-terminal"/>
          <p:cNvSpPr>
            <a:spLocks noGrp="1"/>
          </p:cNvSpPr>
          <p:nvPr/>
        </p:nvSpPr>
        <p:spPr>
          <a:xfrm>
            <a:off x="6562725" y="2981325"/>
            <a:ext cx="400050" cy="295275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4288">
            <a:solidFill>
              <a:srgbClr val="6E7CF6"/>
            </a:solidFill>
            <a:prstDash val="solid"/>
          </a:ln>
        </p:spPr>
      </p:sp>
      <p:sp>
        <p:nvSpPr>
          <p:cNvPr id="90" name="lane-F-terminal-prompt"/>
          <p:cNvSpPr>
            <a:spLocks noGrp="1"/>
          </p:cNvSpPr>
          <p:nvPr/>
        </p:nvSpPr>
        <p:spPr>
          <a:xfrm>
            <a:off x="6591300" y="2981325"/>
            <a:ext cx="3429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75" b="1">
                <a:solidFill>
                  <a:srgbClr val="6E7CF6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1575" b="1">
                <a:solidFill>
                  <a:srgbClr val="6E7CF6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&gt;_</a:t>
            </a:r>
            <a:endParaRPr sz="1575" b="1">
              <a:solidFill>
                <a:srgbClr val="6E7CF6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91" name="lane-F-output"/>
          <p:cNvSpPr>
            <a:spLocks noGrp="1"/>
          </p:cNvSpPr>
          <p:nvPr/>
        </p:nvSpPr>
        <p:spPr>
          <a:xfrm>
            <a:off x="6981825" y="2962275"/>
            <a:ext cx="6286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75" b="1">
                <a:solidFill>
                  <a:srgbClr val="28334A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1575" b="1">
                <a:solidFill>
                  <a:srgbClr val="28334A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v,h,p,q</a:t>
            </a:r>
            <a:endParaRPr sz="1575" b="1">
              <a:solidFill>
                <a:srgbClr val="28334A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92" name="lane-S"/>
          <p:cNvSpPr>
            <a:spLocks noGrp="1"/>
          </p:cNvSpPr>
          <p:nvPr/>
        </p:nvSpPr>
        <p:spPr>
          <a:xfrm>
            <a:off x="4752975" y="3533775"/>
            <a:ext cx="2876550" cy="552450"/>
          </a:xfrm>
          <a:prstGeom prst="roundRect">
            <a:avLst>
              <a:gd name="adj" fmla="val 12069"/>
            </a:avLst>
          </a:prstGeom>
          <a:solidFill>
            <a:srgbClr val="ECFAF8"/>
          </a:solidFill>
          <a:ln w="14288">
            <a:solidFill>
              <a:srgbClr val="53C3C3"/>
            </a:solidFill>
            <a:prstDash val="solid"/>
          </a:ln>
        </p:spPr>
      </p:sp>
      <p:sp>
        <p:nvSpPr>
          <p:cNvPr id="93" name="lane-S-badge"/>
          <p:cNvSpPr>
            <a:spLocks noGrp="1"/>
          </p:cNvSpPr>
          <p:nvPr/>
        </p:nvSpPr>
        <p:spPr>
          <a:xfrm>
            <a:off x="4848225" y="3638550"/>
            <a:ext cx="342900" cy="342900"/>
          </a:xfrm>
          <a:prstGeom prst="ellipse">
            <a:avLst/>
          </a:prstGeom>
          <a:solidFill>
            <a:srgbClr val="53C3C3"/>
          </a:solidFill>
          <a:ln w="0">
            <a:solidFill>
              <a:srgbClr val="53C3C3"/>
            </a:solidFill>
            <a:prstDash val="solid"/>
          </a:ln>
        </p:spPr>
      </p:sp>
      <p:sp>
        <p:nvSpPr>
          <p:cNvPr id="94" name="lane-S-badge-text"/>
          <p:cNvSpPr>
            <a:spLocks noGrp="1"/>
          </p:cNvSpPr>
          <p:nvPr/>
        </p:nvSpPr>
        <p:spPr>
          <a:xfrm>
            <a:off x="4848225" y="3638550"/>
            <a:ext cx="3429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1650" b="1">
                <a:solidFill>
                  <a:srgbClr val="FFFFFF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S</a:t>
            </a:r>
            <a:endParaRPr sz="1650" b="1">
              <a:solidFill>
                <a:srgbClr val="FFFFFF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95" name="lane-S-label"/>
          <p:cNvSpPr>
            <a:spLocks noGrp="1"/>
          </p:cNvSpPr>
          <p:nvPr/>
        </p:nvSpPr>
        <p:spPr>
          <a:xfrm>
            <a:off x="5219700" y="3629025"/>
            <a:ext cx="6286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75" b="1">
                <a:solidFill>
                  <a:srgbClr val="53C3C3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575" b="1">
                <a:solidFill>
                  <a:srgbClr val="53C3C3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CORE</a:t>
            </a:r>
            <a:endParaRPr sz="1575" b="1">
              <a:solidFill>
                <a:srgbClr val="53C3C3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96" name="lane-S-agent-head"/>
          <p:cNvSpPr>
            <a:spLocks noGrp="1"/>
          </p:cNvSpPr>
          <p:nvPr/>
        </p:nvSpPr>
        <p:spPr>
          <a:xfrm>
            <a:off x="5876925" y="3676650"/>
            <a:ext cx="361950" cy="2667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4288">
            <a:solidFill>
              <a:srgbClr val="53C3C3"/>
            </a:solidFill>
            <a:prstDash val="solid"/>
          </a:ln>
        </p:spPr>
      </p:sp>
      <p:sp>
        <p:nvSpPr>
          <p:cNvPr id="97" name="lane-S-agent-eye-1"/>
          <p:cNvSpPr>
            <a:spLocks noGrp="1"/>
          </p:cNvSpPr>
          <p:nvPr/>
        </p:nvSpPr>
        <p:spPr>
          <a:xfrm>
            <a:off x="5953125" y="3771900"/>
            <a:ext cx="47625" cy="47625"/>
          </a:xfrm>
          <a:prstGeom prst="ellipse">
            <a:avLst/>
          </a:prstGeom>
          <a:solidFill>
            <a:srgbClr val="53C3C3"/>
          </a:solidFill>
          <a:ln w="0">
            <a:solidFill>
              <a:srgbClr val="53C3C3"/>
            </a:solidFill>
            <a:prstDash val="solid"/>
          </a:ln>
        </p:spPr>
      </p:sp>
      <p:sp>
        <p:nvSpPr>
          <p:cNvPr id="98" name="lane-S-agent-eye-2"/>
          <p:cNvSpPr>
            <a:spLocks noGrp="1"/>
          </p:cNvSpPr>
          <p:nvPr/>
        </p:nvSpPr>
        <p:spPr>
          <a:xfrm>
            <a:off x="6115050" y="3771900"/>
            <a:ext cx="47625" cy="47625"/>
          </a:xfrm>
          <a:prstGeom prst="ellipse">
            <a:avLst/>
          </a:prstGeom>
          <a:solidFill>
            <a:srgbClr val="53C3C3"/>
          </a:solidFill>
          <a:ln w="0">
            <a:solidFill>
              <a:srgbClr val="53C3C3"/>
            </a:solidFill>
            <a:prstDash val="solid"/>
          </a:ln>
        </p:spPr>
      </p:sp>
      <p:sp>
        <p:nvSpPr>
          <p:cNvPr id="99" name="lane-S-agent-antenna"/>
          <p:cNvSpPr>
            <a:spLocks noGrp="1"/>
          </p:cNvSpPr>
          <p:nvPr/>
        </p:nvSpPr>
        <p:spPr>
          <a:xfrm rot="5400000">
            <a:off x="6019800" y="3638550"/>
            <a:ext cx="76200" cy="0"/>
          </a:xfrm>
          <a:prstGeom prst="line">
            <a:avLst/>
          </a:prstGeom>
          <a:noFill/>
          <a:ln w="11906">
            <a:solidFill>
              <a:srgbClr val="53C3C3"/>
            </a:solidFill>
            <a:prstDash val="solid"/>
          </a:ln>
        </p:spPr>
      </p:sp>
      <p:sp>
        <p:nvSpPr>
          <p:cNvPr id="100" name="lane-S-arrow"/>
          <p:cNvSpPr>
            <a:spLocks noGrp="1"/>
          </p:cNvSpPr>
          <p:nvPr/>
        </p:nvSpPr>
        <p:spPr>
          <a:xfrm>
            <a:off x="6286500" y="3733800"/>
            <a:ext cx="238125" cy="152400"/>
          </a:xfrm>
          <a:prstGeom prst="rightArrow">
            <a:avLst/>
          </a:prstGeom>
          <a:solidFill>
            <a:srgbClr val="53C3C3"/>
          </a:solidFill>
          <a:ln w="0">
            <a:solidFill>
              <a:srgbClr val="53C3C3"/>
            </a:solidFill>
            <a:prstDash val="solid"/>
          </a:ln>
        </p:spPr>
      </p:sp>
      <p:sp>
        <p:nvSpPr>
          <p:cNvPr id="101" name="lane-S-terminal-terminal"/>
          <p:cNvSpPr>
            <a:spLocks noGrp="1"/>
          </p:cNvSpPr>
          <p:nvPr/>
        </p:nvSpPr>
        <p:spPr>
          <a:xfrm>
            <a:off x="6562725" y="3667125"/>
            <a:ext cx="400050" cy="295275"/>
          </a:xfrm>
          <a:prstGeom prst="roundRect">
            <a:avLst>
              <a:gd name="adj" fmla="val 22581"/>
            </a:avLst>
          </a:prstGeom>
          <a:solidFill>
            <a:srgbClr val="FFFFFF"/>
          </a:solidFill>
          <a:ln w="14288">
            <a:solidFill>
              <a:srgbClr val="53C3C3"/>
            </a:solidFill>
            <a:prstDash val="solid"/>
          </a:ln>
        </p:spPr>
      </p:sp>
      <p:sp>
        <p:nvSpPr>
          <p:cNvPr id="102" name="lane-S-terminal-prompt"/>
          <p:cNvSpPr>
            <a:spLocks noGrp="1"/>
          </p:cNvSpPr>
          <p:nvPr/>
        </p:nvSpPr>
        <p:spPr>
          <a:xfrm>
            <a:off x="6591300" y="3667125"/>
            <a:ext cx="34290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75" b="1">
                <a:solidFill>
                  <a:srgbClr val="53C3C3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1575" b="1">
                <a:solidFill>
                  <a:srgbClr val="53C3C3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&gt;_</a:t>
            </a:r>
            <a:endParaRPr sz="1575" b="1">
              <a:solidFill>
                <a:srgbClr val="53C3C3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103" name="lane-S-output"/>
          <p:cNvSpPr>
            <a:spLocks noGrp="1"/>
          </p:cNvSpPr>
          <p:nvPr/>
        </p:nvSpPr>
        <p:spPr>
          <a:xfrm>
            <a:off x="6981825" y="3648075"/>
            <a:ext cx="6286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75" b="1">
                <a:solidFill>
                  <a:srgbClr val="28334A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1575" b="1">
                <a:solidFill>
                  <a:srgbClr val="28334A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v,h,p,q</a:t>
            </a:r>
            <a:endParaRPr sz="1575" b="1">
              <a:solidFill>
                <a:srgbClr val="28334A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104" name="validity-title"/>
          <p:cNvSpPr>
            <a:spLocks noGrp="1"/>
          </p:cNvSpPr>
          <p:nvPr/>
        </p:nvSpPr>
        <p:spPr>
          <a:xfrm>
            <a:off x="7858125" y="1200150"/>
            <a:ext cx="1200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575" b="1">
                <a:solidFill>
                  <a:srgbClr val="76C99C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575" b="1">
                <a:solidFill>
                  <a:srgbClr val="76C99C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4  VALIDITY</a:t>
            </a:r>
            <a:endParaRPr sz="1575" b="1">
              <a:solidFill>
                <a:srgbClr val="76C99C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05" name="validity-diamond"/>
          <p:cNvSpPr>
            <a:spLocks noGrp="1"/>
          </p:cNvSpPr>
          <p:nvPr/>
        </p:nvSpPr>
        <p:spPr>
          <a:xfrm>
            <a:off x="8153400" y="2524125"/>
            <a:ext cx="723900" cy="723900"/>
          </a:xfrm>
          <a:prstGeom prst="diamond">
            <a:avLst/>
          </a:prstGeom>
          <a:solidFill>
            <a:srgbClr val="EDF9F2"/>
          </a:solidFill>
          <a:ln w="19050">
            <a:solidFill>
              <a:srgbClr val="76C99C"/>
            </a:solidFill>
            <a:prstDash val="solid"/>
          </a:ln>
        </p:spPr>
      </p:sp>
      <p:sp>
        <p:nvSpPr>
          <p:cNvPr id="106" name="validity-v"/>
          <p:cNvSpPr>
            <a:spLocks noGrp="1"/>
          </p:cNvSpPr>
          <p:nvPr/>
        </p:nvSpPr>
        <p:spPr>
          <a:xfrm>
            <a:off x="8153400" y="2524125"/>
            <a:ext cx="7239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725" b="1">
                <a:solidFill>
                  <a:srgbClr val="76C99C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1725" b="1">
                <a:solidFill>
                  <a:srgbClr val="76C99C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V ?</a:t>
            </a:r>
            <a:endParaRPr sz="1725" b="1">
              <a:solidFill>
                <a:srgbClr val="76C99C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107" name="validity-dot-0"/>
          <p:cNvSpPr>
            <a:spLocks noGrp="1"/>
          </p:cNvSpPr>
          <p:nvPr/>
        </p:nvSpPr>
        <p:spPr>
          <a:xfrm>
            <a:off x="7991475" y="1781175"/>
            <a:ext cx="133350" cy="133350"/>
          </a:xfrm>
          <a:prstGeom prst="ellipse">
            <a:avLst/>
          </a:prstGeom>
          <a:solidFill>
            <a:srgbClr val="76C99C"/>
          </a:solidFill>
          <a:ln w="0">
            <a:solidFill>
              <a:srgbClr val="76C99C"/>
            </a:solidFill>
            <a:prstDash val="solid"/>
          </a:ln>
        </p:spPr>
      </p:sp>
      <p:sp>
        <p:nvSpPr>
          <p:cNvPr id="108" name="validity-check-0"/>
          <p:cNvSpPr>
            <a:spLocks noGrp="1"/>
          </p:cNvSpPr>
          <p:nvPr/>
        </p:nvSpPr>
        <p:spPr>
          <a:xfrm>
            <a:off x="8191500" y="1685925"/>
            <a:ext cx="8477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575" b="0">
                <a:solidFill>
                  <a:srgbClr val="68758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575" b="0">
                <a:solidFill>
                  <a:srgbClr val="68758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digest</a:t>
            </a:r>
            <a:endParaRPr sz="1575" b="0">
              <a:solidFill>
                <a:srgbClr val="68758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09" name="validity-dot-1"/>
          <p:cNvSpPr>
            <a:spLocks noGrp="1"/>
          </p:cNvSpPr>
          <p:nvPr/>
        </p:nvSpPr>
        <p:spPr>
          <a:xfrm>
            <a:off x="7991475" y="2114550"/>
            <a:ext cx="133350" cy="133350"/>
          </a:xfrm>
          <a:prstGeom prst="ellipse">
            <a:avLst/>
          </a:prstGeom>
          <a:solidFill>
            <a:srgbClr val="76C99C"/>
          </a:solidFill>
          <a:ln w="0">
            <a:solidFill>
              <a:srgbClr val="76C99C"/>
            </a:solidFill>
            <a:prstDash val="solid"/>
          </a:ln>
        </p:spPr>
      </p:sp>
      <p:sp>
        <p:nvSpPr>
          <p:cNvPr id="110" name="validity-check-1"/>
          <p:cNvSpPr>
            <a:spLocks noGrp="1"/>
          </p:cNvSpPr>
          <p:nvPr/>
        </p:nvSpPr>
        <p:spPr>
          <a:xfrm>
            <a:off x="8191500" y="2019300"/>
            <a:ext cx="8477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575" b="0">
                <a:solidFill>
                  <a:srgbClr val="68758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575" b="0">
                <a:solidFill>
                  <a:srgbClr val="68758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patch</a:t>
            </a:r>
            <a:endParaRPr sz="1575" b="0">
              <a:solidFill>
                <a:srgbClr val="68758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11" name="validity-dot-2"/>
          <p:cNvSpPr>
            <a:spLocks noGrp="1"/>
          </p:cNvSpPr>
          <p:nvPr/>
        </p:nvSpPr>
        <p:spPr>
          <a:xfrm>
            <a:off x="7991475" y="2447925"/>
            <a:ext cx="133350" cy="133350"/>
          </a:xfrm>
          <a:prstGeom prst="ellipse">
            <a:avLst/>
          </a:prstGeom>
          <a:solidFill>
            <a:srgbClr val="76C99C"/>
          </a:solidFill>
          <a:ln w="0">
            <a:solidFill>
              <a:srgbClr val="76C99C"/>
            </a:solidFill>
            <a:prstDash val="solid"/>
          </a:ln>
        </p:spPr>
      </p:sp>
      <p:sp>
        <p:nvSpPr>
          <p:cNvPr id="112" name="validity-check-2"/>
          <p:cNvSpPr>
            <a:spLocks noGrp="1"/>
          </p:cNvSpPr>
          <p:nvPr/>
        </p:nvSpPr>
        <p:spPr>
          <a:xfrm>
            <a:off x="8191500" y="2352675"/>
            <a:ext cx="8477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575" b="0">
                <a:solidFill>
                  <a:srgbClr val="68758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575" b="0">
                <a:solidFill>
                  <a:srgbClr val="68758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scorer</a:t>
            </a:r>
            <a:endParaRPr sz="1575" b="0">
              <a:solidFill>
                <a:srgbClr val="68758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13" name="gate-title"/>
          <p:cNvSpPr>
            <a:spLocks noGrp="1"/>
          </p:cNvSpPr>
          <p:nvPr/>
        </p:nvSpPr>
        <p:spPr>
          <a:xfrm>
            <a:off x="9144000" y="1200150"/>
            <a:ext cx="1066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725" b="1">
                <a:solidFill>
                  <a:srgbClr val="E3B84C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725" b="1">
                <a:solidFill>
                  <a:srgbClr val="E3B84C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5  GATE</a:t>
            </a:r>
            <a:endParaRPr sz="1725" b="1">
              <a:solidFill>
                <a:srgbClr val="E3B84C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14" name="gate-subtitle"/>
          <p:cNvSpPr>
            <a:spLocks noGrp="1"/>
          </p:cNvSpPr>
          <p:nvPr/>
        </p:nvSpPr>
        <p:spPr>
          <a:xfrm>
            <a:off x="9010650" y="1485900"/>
            <a:ext cx="1371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75" b="1">
                <a:solidFill>
                  <a:srgbClr val="68758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575" b="1">
                <a:solidFill>
                  <a:srgbClr val="68758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prespecified</a:t>
            </a:r>
            <a:endParaRPr sz="1575" b="1">
              <a:solidFill>
                <a:srgbClr val="68758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15" name="gate-shadow"/>
          <p:cNvSpPr>
            <a:spLocks noGrp="1"/>
          </p:cNvSpPr>
          <p:nvPr/>
        </p:nvSpPr>
        <p:spPr>
          <a:xfrm>
            <a:off x="9277350" y="1876425"/>
            <a:ext cx="1066800" cy="2066925"/>
          </a:xfrm>
          <a:prstGeom prst="roundRect">
            <a:avLst>
              <a:gd name="adj" fmla="val 6250"/>
            </a:avLst>
          </a:prstGeom>
          <a:solidFill>
            <a:srgbClr val="E6E0D8"/>
          </a:solidFill>
          <a:ln w="0">
            <a:solidFill>
              <a:srgbClr val="E6E0D8"/>
            </a:solidFill>
            <a:prstDash val="solid"/>
          </a:ln>
        </p:spPr>
      </p:sp>
      <p:sp>
        <p:nvSpPr>
          <p:cNvPr id="116" name="gate-frame"/>
          <p:cNvSpPr>
            <a:spLocks noGrp="1"/>
          </p:cNvSpPr>
          <p:nvPr/>
        </p:nvSpPr>
        <p:spPr>
          <a:xfrm>
            <a:off x="9229725" y="1819275"/>
            <a:ext cx="1066800" cy="2066925"/>
          </a:xfrm>
          <a:prstGeom prst="roundRect">
            <a:avLst>
              <a:gd name="adj" fmla="val 6250"/>
            </a:avLst>
          </a:prstGeom>
          <a:solidFill>
            <a:srgbClr val="FFF8DE"/>
          </a:solidFill>
          <a:ln w="19050">
            <a:solidFill>
              <a:srgbClr val="E3B84C"/>
            </a:solidFill>
            <a:prstDash val="solid"/>
          </a:ln>
        </p:spPr>
      </p:sp>
      <p:sp>
        <p:nvSpPr>
          <p:cNvPr id="117" name="gate-post-left"/>
          <p:cNvSpPr>
            <a:spLocks noGrp="1"/>
          </p:cNvSpPr>
          <p:nvPr/>
        </p:nvSpPr>
        <p:spPr>
          <a:xfrm rot="5400000">
            <a:off x="8562975" y="2847975"/>
            <a:ext cx="1657350" cy="0"/>
          </a:xfrm>
          <a:prstGeom prst="line">
            <a:avLst/>
          </a:prstGeom>
          <a:noFill/>
          <a:ln w="28575">
            <a:solidFill>
              <a:srgbClr val="E3B84C"/>
            </a:solidFill>
            <a:prstDash val="solid"/>
          </a:ln>
        </p:spPr>
      </p:sp>
      <p:sp>
        <p:nvSpPr>
          <p:cNvPr id="118" name="gate-post-right"/>
          <p:cNvSpPr>
            <a:spLocks noGrp="1"/>
          </p:cNvSpPr>
          <p:nvPr/>
        </p:nvSpPr>
        <p:spPr>
          <a:xfrm rot="5400000">
            <a:off x="9305925" y="2847975"/>
            <a:ext cx="1657350" cy="0"/>
          </a:xfrm>
          <a:prstGeom prst="line">
            <a:avLst/>
          </a:prstGeom>
          <a:noFill/>
          <a:ln w="28575">
            <a:solidFill>
              <a:srgbClr val="E3B84C"/>
            </a:solidFill>
            <a:prstDash val="solid"/>
          </a:ln>
        </p:spPr>
      </p:sp>
      <p:sp>
        <p:nvSpPr>
          <p:cNvPr id="119" name="gate-light-0"/>
          <p:cNvSpPr>
            <a:spLocks noGrp="1"/>
          </p:cNvSpPr>
          <p:nvPr/>
        </p:nvSpPr>
        <p:spPr>
          <a:xfrm>
            <a:off x="9467850" y="2143125"/>
            <a:ext cx="152400" cy="152400"/>
          </a:xfrm>
          <a:prstGeom prst="ellipse">
            <a:avLst/>
          </a:prstGeom>
          <a:solidFill>
            <a:srgbClr val="76C99C"/>
          </a:solidFill>
          <a:ln w="0">
            <a:solidFill>
              <a:srgbClr val="76C99C"/>
            </a:solidFill>
            <a:prstDash val="solid"/>
          </a:ln>
        </p:spPr>
      </p:sp>
      <p:sp>
        <p:nvSpPr>
          <p:cNvPr id="120" name="gate-rule-0"/>
          <p:cNvSpPr>
            <a:spLocks noGrp="1"/>
          </p:cNvSpPr>
          <p:nvPr/>
        </p:nvSpPr>
        <p:spPr>
          <a:xfrm>
            <a:off x="9648825" y="2076450"/>
            <a:ext cx="457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7231"/>
          </a:bodyPr>
          <a:lstStyle/>
          <a:p>
            <a:pPr algn="ctr">
              <a:defRPr sz="1575" b="1">
                <a:solidFill>
                  <a:srgbClr val="28334A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1575" b="1">
                <a:solidFill>
                  <a:srgbClr val="28334A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B≤b</a:t>
            </a:r>
            <a:endParaRPr sz="1575" b="1">
              <a:solidFill>
                <a:srgbClr val="28334A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121" name="gate-light-1"/>
          <p:cNvSpPr>
            <a:spLocks noGrp="1"/>
          </p:cNvSpPr>
          <p:nvPr/>
        </p:nvSpPr>
        <p:spPr>
          <a:xfrm>
            <a:off x="9467850" y="2647950"/>
            <a:ext cx="152400" cy="152400"/>
          </a:xfrm>
          <a:prstGeom prst="ellipse">
            <a:avLst/>
          </a:prstGeom>
          <a:solidFill>
            <a:srgbClr val="76C99C"/>
          </a:solidFill>
          <a:ln w="0">
            <a:solidFill>
              <a:srgbClr val="76C99C"/>
            </a:solidFill>
            <a:prstDash val="solid"/>
          </a:ln>
        </p:spPr>
      </p:sp>
      <p:sp>
        <p:nvSpPr>
          <p:cNvPr id="122" name="gate-rule-1"/>
          <p:cNvSpPr>
            <a:spLocks noGrp="1"/>
          </p:cNvSpPr>
          <p:nvPr/>
        </p:nvSpPr>
        <p:spPr>
          <a:xfrm>
            <a:off x="9648825" y="2581275"/>
            <a:ext cx="457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75" b="1">
                <a:solidFill>
                  <a:srgbClr val="28334A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1575" b="1">
                <a:solidFill>
                  <a:srgbClr val="28334A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F≥f</a:t>
            </a:r>
            <a:endParaRPr sz="1575" b="1">
              <a:solidFill>
                <a:srgbClr val="28334A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123" name="gate-light-2"/>
          <p:cNvSpPr>
            <a:spLocks noGrp="1"/>
          </p:cNvSpPr>
          <p:nvPr/>
        </p:nvSpPr>
        <p:spPr>
          <a:xfrm>
            <a:off x="9467850" y="3152775"/>
            <a:ext cx="152400" cy="152400"/>
          </a:xfrm>
          <a:prstGeom prst="ellipse">
            <a:avLst/>
          </a:prstGeom>
          <a:solidFill>
            <a:srgbClr val="E3B84C"/>
          </a:solidFill>
          <a:ln w="0">
            <a:solidFill>
              <a:srgbClr val="E3B84C"/>
            </a:solidFill>
            <a:prstDash val="solid"/>
          </a:ln>
        </p:spPr>
      </p:sp>
      <p:sp>
        <p:nvSpPr>
          <p:cNvPr id="124" name="gate-rule-2"/>
          <p:cNvSpPr>
            <a:spLocks noGrp="1"/>
          </p:cNvSpPr>
          <p:nvPr/>
        </p:nvSpPr>
        <p:spPr>
          <a:xfrm>
            <a:off x="9648825" y="3086100"/>
            <a:ext cx="457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1575" b="1">
                <a:solidFill>
                  <a:srgbClr val="28334A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1575" b="1">
                <a:solidFill>
                  <a:srgbClr val="28334A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S≈F</a:t>
            </a:r>
            <a:endParaRPr sz="1575" b="1">
              <a:solidFill>
                <a:srgbClr val="28334A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125" name="gate-accept"/>
          <p:cNvSpPr>
            <a:spLocks noGrp="1"/>
          </p:cNvSpPr>
          <p:nvPr/>
        </p:nvSpPr>
        <p:spPr>
          <a:xfrm>
            <a:off x="9305925" y="3933825"/>
            <a:ext cx="914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75" b="1">
                <a:solidFill>
                  <a:srgbClr val="76C99C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575" b="1">
                <a:solidFill>
                  <a:srgbClr val="76C99C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ACCEPT</a:t>
            </a:r>
            <a:endParaRPr sz="1575" b="1">
              <a:solidFill>
                <a:srgbClr val="76C99C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26" name="gate-reject"/>
          <p:cNvSpPr>
            <a:spLocks noGrp="1"/>
          </p:cNvSpPr>
          <p:nvPr/>
        </p:nvSpPr>
        <p:spPr>
          <a:xfrm>
            <a:off x="9305925" y="4219575"/>
            <a:ext cx="914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75" b="1">
                <a:solidFill>
                  <a:srgbClr val="EE7778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575" b="1">
                <a:solidFill>
                  <a:srgbClr val="EE7778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REJECT</a:t>
            </a:r>
            <a:endParaRPr sz="1575" b="1">
              <a:solidFill>
                <a:srgbClr val="EE7778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27" name="record-title"/>
          <p:cNvSpPr>
            <a:spLocks noGrp="1"/>
          </p:cNvSpPr>
          <p:nvPr/>
        </p:nvSpPr>
        <p:spPr>
          <a:xfrm>
            <a:off x="10410825" y="1200150"/>
            <a:ext cx="1200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defRPr sz="1725" b="1">
                <a:solidFill>
                  <a:srgbClr val="4F5BC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725" b="1">
                <a:solidFill>
                  <a:srgbClr val="4F5BC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OUTPUT</a:t>
            </a:r>
            <a:endParaRPr sz="1725" b="1">
              <a:solidFill>
                <a:srgbClr val="4F5BC9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28" name="record-shadow"/>
          <p:cNvSpPr>
            <a:spLocks noGrp="1"/>
          </p:cNvSpPr>
          <p:nvPr/>
        </p:nvSpPr>
        <p:spPr>
          <a:xfrm>
            <a:off x="10477500" y="1724025"/>
            <a:ext cx="1257300" cy="3362325"/>
          </a:xfrm>
          <a:prstGeom prst="roundRect">
            <a:avLst>
              <a:gd name="adj" fmla="val 5303"/>
            </a:avLst>
          </a:prstGeom>
          <a:solidFill>
            <a:srgbClr val="E6E0D8"/>
          </a:solidFill>
          <a:ln w="0">
            <a:solidFill>
              <a:srgbClr val="E6E0D8"/>
            </a:solidFill>
            <a:prstDash val="solid"/>
          </a:ln>
        </p:spPr>
      </p:sp>
      <p:sp>
        <p:nvSpPr>
          <p:cNvPr id="129" name="record-page"/>
          <p:cNvSpPr>
            <a:spLocks noGrp="1"/>
          </p:cNvSpPr>
          <p:nvPr/>
        </p:nvSpPr>
        <p:spPr>
          <a:xfrm>
            <a:off x="10429875" y="1666875"/>
            <a:ext cx="1257300" cy="3362325"/>
          </a:xfrm>
          <a:prstGeom prst="roundRect">
            <a:avLst>
              <a:gd name="adj" fmla="val 5303"/>
            </a:avLst>
          </a:prstGeom>
          <a:solidFill>
            <a:srgbClr val="FFFFFF"/>
          </a:solidFill>
          <a:ln w="19050">
            <a:solidFill>
              <a:srgbClr val="4F5BC9"/>
            </a:solidFill>
            <a:prstDash val="solid"/>
          </a:ln>
        </p:spPr>
      </p:sp>
      <p:sp>
        <p:nvSpPr>
          <p:cNvPr id="130" name="record-tab-1"/>
          <p:cNvSpPr>
            <a:spLocks noGrp="1"/>
          </p:cNvSpPr>
          <p:nvPr/>
        </p:nvSpPr>
        <p:spPr>
          <a:xfrm>
            <a:off x="11468100" y="1790700"/>
            <a:ext cx="85725" cy="85725"/>
          </a:xfrm>
          <a:prstGeom prst="rect">
            <a:avLst/>
          </a:prstGeom>
          <a:solidFill>
            <a:srgbClr val="6E7CF6"/>
          </a:solidFill>
          <a:ln w="0">
            <a:solidFill>
              <a:srgbClr val="6E7CF6"/>
            </a:solidFill>
            <a:prstDash val="solid"/>
          </a:ln>
        </p:spPr>
      </p:sp>
      <p:sp>
        <p:nvSpPr>
          <p:cNvPr id="131" name="record-tab-2"/>
          <p:cNvSpPr>
            <a:spLocks noGrp="1"/>
          </p:cNvSpPr>
          <p:nvPr/>
        </p:nvSpPr>
        <p:spPr>
          <a:xfrm>
            <a:off x="11468100" y="1924050"/>
            <a:ext cx="85725" cy="85725"/>
          </a:xfrm>
          <a:prstGeom prst="rect">
            <a:avLst/>
          </a:prstGeom>
          <a:solidFill>
            <a:srgbClr val="53C3C3"/>
          </a:solidFill>
          <a:ln w="0">
            <a:solidFill>
              <a:srgbClr val="53C3C3"/>
            </a:solidFill>
            <a:prstDash val="solid"/>
          </a:ln>
        </p:spPr>
      </p:sp>
      <p:sp>
        <p:nvSpPr>
          <p:cNvPr id="132" name="record-tab-3"/>
          <p:cNvSpPr>
            <a:spLocks noGrp="1"/>
          </p:cNvSpPr>
          <p:nvPr/>
        </p:nvSpPr>
        <p:spPr>
          <a:xfrm>
            <a:off x="11468100" y="2057400"/>
            <a:ext cx="85725" cy="85725"/>
          </a:xfrm>
          <a:prstGeom prst="rect">
            <a:avLst/>
          </a:prstGeom>
          <a:solidFill>
            <a:srgbClr val="E3B84C"/>
          </a:solidFill>
          <a:ln w="0">
            <a:solidFill>
              <a:srgbClr val="E3B84C"/>
            </a:solidFill>
            <a:prstDash val="solid"/>
          </a:ln>
        </p:spPr>
      </p:sp>
      <p:sp>
        <p:nvSpPr>
          <p:cNvPr id="133" name="record-symbol"/>
          <p:cNvSpPr>
            <a:spLocks noGrp="1"/>
          </p:cNvSpPr>
          <p:nvPr/>
        </p:nvSpPr>
        <p:spPr>
          <a:xfrm>
            <a:off x="10744200" y="1724025"/>
            <a:ext cx="6096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defRPr sz="2250" b="1">
                <a:solidFill>
                  <a:srgbClr val="4F5BC9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2250" b="1">
                <a:solidFill>
                  <a:srgbClr val="4F5BC9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ℰ</a:t>
            </a:r>
            <a:endParaRPr sz="2250" b="1">
              <a:solidFill>
                <a:srgbClr val="4F5BC9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134" name="record-name"/>
          <p:cNvSpPr>
            <a:spLocks noGrp="1"/>
          </p:cNvSpPr>
          <p:nvPr/>
        </p:nvSpPr>
        <p:spPr>
          <a:xfrm>
            <a:off x="10506075" y="2228850"/>
            <a:ext cx="11049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650" b="1">
                <a:solidFill>
                  <a:srgbClr val="4F5BC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650" b="1">
                <a:solidFill>
                  <a:srgbClr val="4F5BC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AUDIT</a:t>
            </a:r>
            <a:endParaRPr sz="1650" b="1">
              <a:solidFill>
                <a:srgbClr val="4F5BC9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  <a:p>
            <a:pPr algn="ctr">
              <a:defRPr sz="1650" b="1">
                <a:solidFill>
                  <a:srgbClr val="4F5BC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650" b="1">
                <a:solidFill>
                  <a:srgbClr val="4F5BC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RECORD</a:t>
            </a:r>
            <a:endParaRPr sz="1650" b="1">
              <a:solidFill>
                <a:srgbClr val="4F5BC9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35" name="record-rule"/>
          <p:cNvSpPr>
            <a:spLocks noGrp="1"/>
          </p:cNvSpPr>
          <p:nvPr/>
        </p:nvSpPr>
        <p:spPr>
          <a:xfrm>
            <a:off x="10582275" y="2752725"/>
            <a:ext cx="933450" cy="0"/>
          </a:xfrm>
          <a:prstGeom prst="line">
            <a:avLst/>
          </a:prstGeom>
          <a:noFill/>
          <a:ln w="11906">
            <a:solidFill>
              <a:srgbClr val="C9D2DF"/>
            </a:solidFill>
            <a:prstDash val="solid"/>
          </a:ln>
        </p:spPr>
      </p:sp>
      <p:sp>
        <p:nvSpPr>
          <p:cNvPr id="136" name="record-field-dot-0"/>
          <p:cNvSpPr>
            <a:spLocks noGrp="1"/>
          </p:cNvSpPr>
          <p:nvPr/>
        </p:nvSpPr>
        <p:spPr>
          <a:xfrm>
            <a:off x="10525125" y="2876550"/>
            <a:ext cx="95250" cy="95250"/>
          </a:xfrm>
          <a:prstGeom prst="ellipse">
            <a:avLst/>
          </a:prstGeom>
          <a:solidFill>
            <a:srgbClr val="6E7CF6"/>
          </a:solidFill>
          <a:ln w="0">
            <a:solidFill>
              <a:srgbClr val="6E7CF6"/>
            </a:solidFill>
            <a:prstDash val="solid"/>
          </a:ln>
        </p:spPr>
      </p:sp>
      <p:sp>
        <p:nvSpPr>
          <p:cNvPr id="137" name="record-field-0"/>
          <p:cNvSpPr>
            <a:spLocks noGrp="1"/>
          </p:cNvSpPr>
          <p:nvPr/>
        </p:nvSpPr>
        <p:spPr>
          <a:xfrm>
            <a:off x="10677525" y="2762250"/>
            <a:ext cx="95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575" b="0">
                <a:solidFill>
                  <a:srgbClr val="68758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575" b="0">
                <a:solidFill>
                  <a:srgbClr val="68758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source</a:t>
            </a:r>
            <a:endParaRPr sz="1575" b="0">
              <a:solidFill>
                <a:srgbClr val="68758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38" name="record-field-dot-1"/>
          <p:cNvSpPr>
            <a:spLocks noGrp="1"/>
          </p:cNvSpPr>
          <p:nvPr/>
        </p:nvSpPr>
        <p:spPr>
          <a:xfrm>
            <a:off x="10525125" y="3133725"/>
            <a:ext cx="95250" cy="95250"/>
          </a:xfrm>
          <a:prstGeom prst="ellipse">
            <a:avLst/>
          </a:prstGeom>
          <a:solidFill>
            <a:srgbClr val="6E7CF6"/>
          </a:solidFill>
          <a:ln w="0">
            <a:solidFill>
              <a:srgbClr val="6E7CF6"/>
            </a:solidFill>
            <a:prstDash val="solid"/>
          </a:ln>
        </p:spPr>
      </p:sp>
      <p:sp>
        <p:nvSpPr>
          <p:cNvPr id="139" name="record-field-1"/>
          <p:cNvSpPr>
            <a:spLocks noGrp="1"/>
          </p:cNvSpPr>
          <p:nvPr/>
        </p:nvSpPr>
        <p:spPr>
          <a:xfrm>
            <a:off x="10677525" y="3019425"/>
            <a:ext cx="95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575" b="0">
                <a:solidFill>
                  <a:srgbClr val="68758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575" b="0">
                <a:solidFill>
                  <a:srgbClr val="68758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boundary</a:t>
            </a:r>
            <a:endParaRPr sz="1575" b="0">
              <a:solidFill>
                <a:srgbClr val="68758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40" name="record-field-dot-2"/>
          <p:cNvSpPr>
            <a:spLocks noGrp="1"/>
          </p:cNvSpPr>
          <p:nvPr/>
        </p:nvSpPr>
        <p:spPr>
          <a:xfrm>
            <a:off x="10525125" y="3390900"/>
            <a:ext cx="95250" cy="95250"/>
          </a:xfrm>
          <a:prstGeom prst="ellipse">
            <a:avLst/>
          </a:prstGeom>
          <a:solidFill>
            <a:srgbClr val="53C3C3"/>
          </a:solidFill>
          <a:ln w="0">
            <a:solidFill>
              <a:srgbClr val="53C3C3"/>
            </a:solidFill>
            <a:prstDash val="solid"/>
          </a:ln>
        </p:spPr>
      </p:sp>
      <p:sp>
        <p:nvSpPr>
          <p:cNvPr id="141" name="record-field-2"/>
          <p:cNvSpPr>
            <a:spLocks noGrp="1"/>
          </p:cNvSpPr>
          <p:nvPr/>
        </p:nvSpPr>
        <p:spPr>
          <a:xfrm>
            <a:off x="10677525" y="3276600"/>
            <a:ext cx="95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575" b="0">
                <a:solidFill>
                  <a:srgbClr val="68758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575" b="0">
                <a:solidFill>
                  <a:srgbClr val="68758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runs</a:t>
            </a:r>
            <a:endParaRPr sz="1575" b="0">
              <a:solidFill>
                <a:srgbClr val="68758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42" name="record-field-dot-3"/>
          <p:cNvSpPr>
            <a:spLocks noGrp="1"/>
          </p:cNvSpPr>
          <p:nvPr/>
        </p:nvSpPr>
        <p:spPr>
          <a:xfrm>
            <a:off x="10525125" y="3648075"/>
            <a:ext cx="95250" cy="95250"/>
          </a:xfrm>
          <a:prstGeom prst="ellipse">
            <a:avLst/>
          </a:prstGeom>
          <a:solidFill>
            <a:srgbClr val="E3B84C"/>
          </a:solidFill>
          <a:ln w="0">
            <a:solidFill>
              <a:srgbClr val="E3B84C"/>
            </a:solidFill>
            <a:prstDash val="solid"/>
          </a:ln>
        </p:spPr>
      </p:sp>
      <p:sp>
        <p:nvSpPr>
          <p:cNvPr id="143" name="record-field-3"/>
          <p:cNvSpPr>
            <a:spLocks noGrp="1"/>
          </p:cNvSpPr>
          <p:nvPr/>
        </p:nvSpPr>
        <p:spPr>
          <a:xfrm>
            <a:off x="10677525" y="3533775"/>
            <a:ext cx="95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575" b="0">
                <a:solidFill>
                  <a:srgbClr val="68758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575" b="0">
                <a:solidFill>
                  <a:srgbClr val="68758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checks</a:t>
            </a:r>
            <a:endParaRPr sz="1575" b="0">
              <a:solidFill>
                <a:srgbClr val="68758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44" name="record-field-dot-4"/>
          <p:cNvSpPr>
            <a:spLocks noGrp="1"/>
          </p:cNvSpPr>
          <p:nvPr/>
        </p:nvSpPr>
        <p:spPr>
          <a:xfrm>
            <a:off x="10525125" y="3905250"/>
            <a:ext cx="95250" cy="95250"/>
          </a:xfrm>
          <a:prstGeom prst="ellipse">
            <a:avLst/>
          </a:prstGeom>
          <a:solidFill>
            <a:srgbClr val="E3B84C"/>
          </a:solidFill>
          <a:ln w="0">
            <a:solidFill>
              <a:srgbClr val="E3B84C"/>
            </a:solidFill>
            <a:prstDash val="solid"/>
          </a:ln>
        </p:spPr>
      </p:sp>
      <p:sp>
        <p:nvSpPr>
          <p:cNvPr id="145" name="record-field-4"/>
          <p:cNvSpPr>
            <a:spLocks noGrp="1"/>
          </p:cNvSpPr>
          <p:nvPr/>
        </p:nvSpPr>
        <p:spPr>
          <a:xfrm>
            <a:off x="10677525" y="3790950"/>
            <a:ext cx="952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l">
              <a:defRPr sz="1575" b="0">
                <a:solidFill>
                  <a:srgbClr val="68758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575" b="0">
                <a:solidFill>
                  <a:srgbClr val="68758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rationale</a:t>
            </a:r>
            <a:endParaRPr sz="1575" b="0">
              <a:solidFill>
                <a:srgbClr val="68758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46" name="record-delta-rule"/>
          <p:cNvSpPr>
            <a:spLocks noGrp="1"/>
          </p:cNvSpPr>
          <p:nvPr/>
        </p:nvSpPr>
        <p:spPr>
          <a:xfrm>
            <a:off x="10582275" y="4152900"/>
            <a:ext cx="933450" cy="0"/>
          </a:xfrm>
          <a:prstGeom prst="line">
            <a:avLst/>
          </a:prstGeom>
          <a:noFill/>
          <a:ln w="11906">
            <a:solidFill>
              <a:srgbClr val="C9D2DF"/>
            </a:solidFill>
            <a:prstDash val="solid"/>
          </a:ln>
        </p:spPr>
      </p:sp>
      <p:sp>
        <p:nvSpPr>
          <p:cNvPr id="147" name="record-delta"/>
          <p:cNvSpPr>
            <a:spLocks noGrp="1"/>
          </p:cNvSpPr>
          <p:nvPr/>
        </p:nvSpPr>
        <p:spPr>
          <a:xfrm>
            <a:off x="10506075" y="4171950"/>
            <a:ext cx="1104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defRPr sz="1575" b="1">
                <a:solidFill>
                  <a:srgbClr val="2833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575" b="1">
                <a:solidFill>
                  <a:srgbClr val="28334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decision</a:t>
            </a:r>
            <a:endParaRPr sz="1575" b="1">
              <a:solidFill>
                <a:srgbClr val="28334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48" name="record-status-accept"/>
          <p:cNvSpPr>
            <a:spLocks noGrp="1"/>
          </p:cNvSpPr>
          <p:nvPr/>
        </p:nvSpPr>
        <p:spPr>
          <a:xfrm>
            <a:off x="10725150" y="4552950"/>
            <a:ext cx="133350" cy="133350"/>
          </a:xfrm>
          <a:prstGeom prst="ellipse">
            <a:avLst/>
          </a:prstGeom>
          <a:solidFill>
            <a:srgbClr val="76C99C"/>
          </a:solidFill>
          <a:ln w="0">
            <a:solidFill>
              <a:srgbClr val="76C99C"/>
            </a:solidFill>
            <a:prstDash val="solid"/>
          </a:ln>
        </p:spPr>
      </p:sp>
      <p:sp>
        <p:nvSpPr>
          <p:cNvPr id="149" name="record-status-reject"/>
          <p:cNvSpPr>
            <a:spLocks noGrp="1"/>
          </p:cNvSpPr>
          <p:nvPr/>
        </p:nvSpPr>
        <p:spPr>
          <a:xfrm>
            <a:off x="10982325" y="4552950"/>
            <a:ext cx="133350" cy="133350"/>
          </a:xfrm>
          <a:prstGeom prst="ellipse">
            <a:avLst/>
          </a:prstGeom>
          <a:solidFill>
            <a:srgbClr val="EE7778"/>
          </a:solidFill>
          <a:ln w="0">
            <a:solidFill>
              <a:srgbClr val="EE7778"/>
            </a:solidFill>
            <a:prstDash val="solid"/>
          </a:ln>
        </p:spPr>
      </p:sp>
      <p:sp>
        <p:nvSpPr>
          <p:cNvPr id="150" name="record-status-invalid"/>
          <p:cNvSpPr>
            <a:spLocks noGrp="1"/>
          </p:cNvSpPr>
          <p:nvPr/>
        </p:nvSpPr>
        <p:spPr>
          <a:xfrm>
            <a:off x="11239500" y="4552950"/>
            <a:ext cx="133350" cy="133350"/>
          </a:xfrm>
          <a:prstGeom prst="ellipse">
            <a:avLst/>
          </a:prstGeom>
          <a:solidFill>
            <a:srgbClr val="93A0B1"/>
          </a:solidFill>
          <a:ln w="0">
            <a:solidFill>
              <a:srgbClr val="93A0B1"/>
            </a:solidFill>
            <a:prstDash val="solid"/>
          </a:ln>
        </p:spPr>
      </p:sp>
      <p:sp>
        <p:nvSpPr>
          <p:cNvPr id="151" name="evidence-rail"/>
          <p:cNvSpPr>
            <a:spLocks noGrp="1"/>
          </p:cNvSpPr>
          <p:nvPr/>
        </p:nvSpPr>
        <p:spPr>
          <a:xfrm>
            <a:off x="1809750" y="5476875"/>
            <a:ext cx="7858125" cy="0"/>
          </a:xfrm>
          <a:prstGeom prst="line">
            <a:avLst/>
          </a:prstGeom>
          <a:noFill/>
          <a:ln w="21431">
            <a:solidFill>
              <a:srgbClr val="4F5BC9"/>
            </a:solidFill>
            <a:prstDash val="solid"/>
          </a:ln>
        </p:spPr>
      </p:sp>
      <p:sp>
        <p:nvSpPr>
          <p:cNvPr id="152" name="evidence-node-0"/>
          <p:cNvSpPr>
            <a:spLocks noGrp="1"/>
          </p:cNvSpPr>
          <p:nvPr/>
        </p:nvSpPr>
        <p:spPr>
          <a:xfrm>
            <a:off x="2171700" y="5400675"/>
            <a:ext cx="152400" cy="152400"/>
          </a:xfrm>
          <a:prstGeom prst="ellipse">
            <a:avLst/>
          </a:prstGeom>
          <a:solidFill>
            <a:srgbClr val="F0F1FF"/>
          </a:solidFill>
          <a:ln w="14288">
            <a:solidFill>
              <a:srgbClr val="6E7CF6"/>
            </a:solidFill>
            <a:prstDash val="solid"/>
          </a:ln>
        </p:spPr>
      </p:sp>
      <p:sp>
        <p:nvSpPr>
          <p:cNvPr id="153" name="evidence-label-0"/>
          <p:cNvSpPr>
            <a:spLocks noGrp="1"/>
          </p:cNvSpPr>
          <p:nvPr/>
        </p:nvSpPr>
        <p:spPr>
          <a:xfrm>
            <a:off x="1771650" y="5600700"/>
            <a:ext cx="95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238"/>
          </a:bodyPr>
          <a:lstStyle/>
          <a:p>
            <a:pPr algn="ctr">
              <a:defRPr sz="1575" b="0">
                <a:solidFill>
                  <a:srgbClr val="68758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575" b="0">
                <a:solidFill>
                  <a:srgbClr val="68758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source</a:t>
            </a:r>
            <a:endParaRPr sz="1575" b="0">
              <a:solidFill>
                <a:srgbClr val="68758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54" name="evidence-node-1"/>
          <p:cNvSpPr>
            <a:spLocks noGrp="1"/>
          </p:cNvSpPr>
          <p:nvPr/>
        </p:nvSpPr>
        <p:spPr>
          <a:xfrm>
            <a:off x="3781425" y="5400675"/>
            <a:ext cx="152400" cy="152400"/>
          </a:xfrm>
          <a:prstGeom prst="ellipse">
            <a:avLst/>
          </a:prstGeom>
          <a:solidFill>
            <a:srgbClr val="F0F1FF"/>
          </a:solidFill>
          <a:ln w="14288">
            <a:solidFill>
              <a:srgbClr val="6E7CF6"/>
            </a:solidFill>
            <a:prstDash val="solid"/>
          </a:ln>
        </p:spPr>
      </p:sp>
      <p:sp>
        <p:nvSpPr>
          <p:cNvPr id="155" name="evidence-label-1"/>
          <p:cNvSpPr>
            <a:spLocks noGrp="1"/>
          </p:cNvSpPr>
          <p:nvPr/>
        </p:nvSpPr>
        <p:spPr>
          <a:xfrm>
            <a:off x="3381375" y="5600700"/>
            <a:ext cx="95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238"/>
          </a:bodyPr>
          <a:lstStyle/>
          <a:p>
            <a:pPr algn="ctr">
              <a:defRPr sz="1575" b="0">
                <a:solidFill>
                  <a:srgbClr val="68758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575" b="0">
                <a:solidFill>
                  <a:srgbClr val="68758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freeze</a:t>
            </a:r>
            <a:endParaRPr sz="1575" b="0">
              <a:solidFill>
                <a:srgbClr val="68758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56" name="evidence-node-2"/>
          <p:cNvSpPr>
            <a:spLocks noGrp="1"/>
          </p:cNvSpPr>
          <p:nvPr/>
        </p:nvSpPr>
        <p:spPr>
          <a:xfrm>
            <a:off x="6115050" y="5400675"/>
            <a:ext cx="152400" cy="152400"/>
          </a:xfrm>
          <a:prstGeom prst="ellipse">
            <a:avLst/>
          </a:prstGeom>
          <a:solidFill>
            <a:srgbClr val="53C3C3"/>
          </a:solidFill>
          <a:ln w="14288">
            <a:solidFill>
              <a:srgbClr val="53C3C3"/>
            </a:solidFill>
            <a:prstDash val="solid"/>
          </a:ln>
        </p:spPr>
      </p:sp>
      <p:sp>
        <p:nvSpPr>
          <p:cNvPr id="157" name="evidence-label-2"/>
          <p:cNvSpPr>
            <a:spLocks noGrp="1"/>
          </p:cNvSpPr>
          <p:nvPr/>
        </p:nvSpPr>
        <p:spPr>
          <a:xfrm>
            <a:off x="5715000" y="5600700"/>
            <a:ext cx="95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238"/>
          </a:bodyPr>
          <a:lstStyle/>
          <a:p>
            <a:pPr algn="ctr">
              <a:defRPr sz="1575" b="1">
                <a:solidFill>
                  <a:srgbClr val="68758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575" b="1">
                <a:solidFill>
                  <a:srgbClr val="68758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runs</a:t>
            </a:r>
            <a:endParaRPr sz="1575" b="1">
              <a:solidFill>
                <a:srgbClr val="68758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58" name="evidence-node-3"/>
          <p:cNvSpPr>
            <a:spLocks noGrp="1"/>
          </p:cNvSpPr>
          <p:nvPr/>
        </p:nvSpPr>
        <p:spPr>
          <a:xfrm>
            <a:off x="8115300" y="5400675"/>
            <a:ext cx="152400" cy="152400"/>
          </a:xfrm>
          <a:prstGeom prst="ellipse">
            <a:avLst/>
          </a:prstGeom>
          <a:solidFill>
            <a:srgbClr val="F0F1FF"/>
          </a:solidFill>
          <a:ln w="14288">
            <a:solidFill>
              <a:srgbClr val="6E7CF6"/>
            </a:solidFill>
            <a:prstDash val="solid"/>
          </a:ln>
        </p:spPr>
      </p:sp>
      <p:sp>
        <p:nvSpPr>
          <p:cNvPr id="159" name="evidence-label-3"/>
          <p:cNvSpPr>
            <a:spLocks noGrp="1"/>
          </p:cNvSpPr>
          <p:nvPr/>
        </p:nvSpPr>
        <p:spPr>
          <a:xfrm>
            <a:off x="7715250" y="5600700"/>
            <a:ext cx="95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238"/>
          </a:bodyPr>
          <a:lstStyle/>
          <a:p>
            <a:pPr algn="ctr">
              <a:defRPr sz="1575" b="0">
                <a:solidFill>
                  <a:srgbClr val="68758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575" b="0">
                <a:solidFill>
                  <a:srgbClr val="68758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checks</a:t>
            </a:r>
            <a:endParaRPr sz="1575" b="0">
              <a:solidFill>
                <a:srgbClr val="68758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60" name="evidence-node-4"/>
          <p:cNvSpPr>
            <a:spLocks noGrp="1"/>
          </p:cNvSpPr>
          <p:nvPr/>
        </p:nvSpPr>
        <p:spPr>
          <a:xfrm>
            <a:off x="9591675" y="5400675"/>
            <a:ext cx="152400" cy="152400"/>
          </a:xfrm>
          <a:prstGeom prst="ellipse">
            <a:avLst/>
          </a:prstGeom>
          <a:solidFill>
            <a:srgbClr val="F0F1FF"/>
          </a:solidFill>
          <a:ln w="14288">
            <a:solidFill>
              <a:srgbClr val="6E7CF6"/>
            </a:solidFill>
            <a:prstDash val="solid"/>
          </a:ln>
        </p:spPr>
      </p:sp>
      <p:sp>
        <p:nvSpPr>
          <p:cNvPr id="161" name="evidence-label-4"/>
          <p:cNvSpPr>
            <a:spLocks noGrp="1"/>
          </p:cNvSpPr>
          <p:nvPr/>
        </p:nvSpPr>
        <p:spPr>
          <a:xfrm>
            <a:off x="9191625" y="5600700"/>
            <a:ext cx="95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238"/>
          </a:bodyPr>
          <a:lstStyle/>
          <a:p>
            <a:pPr algn="ctr">
              <a:defRPr sz="1575" b="0">
                <a:solidFill>
                  <a:srgbClr val="68758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575" b="0">
                <a:solidFill>
                  <a:srgbClr val="68758A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rationale</a:t>
            </a:r>
            <a:endParaRPr sz="1575" b="0">
              <a:solidFill>
                <a:srgbClr val="68758A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62" name="evidence-rail-title"/>
          <p:cNvSpPr>
            <a:spLocks noGrp="1"/>
          </p:cNvSpPr>
          <p:nvPr/>
        </p:nvSpPr>
        <p:spPr>
          <a:xfrm>
            <a:off x="1733550" y="5029200"/>
            <a:ext cx="1447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8485"/>
          </a:bodyPr>
          <a:lstStyle/>
          <a:p>
            <a:pPr algn="l">
              <a:defRPr sz="1650" b="1">
                <a:solidFill>
                  <a:srgbClr val="4F5BC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defRPr>
            </a:pPr>
            <a:r>
              <a:rPr sz="1650" b="1">
                <a:solidFill>
                  <a:srgbClr val="4F5BC9"/>
                </a:solidFill>
                <a:latin typeface="Trebuchet MS" panose="020B0603020202020204"/>
                <a:ea typeface="Trebuchet MS" panose="020B0603020202020204"/>
                <a:cs typeface="Trebuchet MS" panose="020B0603020202020204"/>
              </a:rPr>
              <a:t>AUDIT TRAIL</a:t>
            </a:r>
            <a:endParaRPr sz="1650" b="1">
              <a:solidFill>
                <a:srgbClr val="4F5BC9"/>
              </a:solidFill>
              <a:latin typeface="Trebuchet MS" panose="020B0603020202020204"/>
              <a:ea typeface="Trebuchet MS" panose="020B0603020202020204"/>
              <a:cs typeface="Trebuchet MS" panose="020B0603020202020204"/>
            </a:endParaRPr>
          </a:p>
        </p:txBody>
      </p:sp>
      <p:sp>
        <p:nvSpPr>
          <p:cNvPr id="163" name="invalid-branch-label"/>
          <p:cNvSpPr>
            <a:spLocks noGrp="1"/>
          </p:cNvSpPr>
          <p:nvPr/>
        </p:nvSpPr>
        <p:spPr>
          <a:xfrm>
            <a:off x="7734300" y="3495675"/>
            <a:ext cx="7048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92526"/>
          </a:bodyPr>
          <a:lstStyle/>
          <a:p>
            <a:pPr algn="r">
              <a:defRPr sz="1575" b="1">
                <a:solidFill>
                  <a:srgbClr val="93A0B1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1575" b="1">
                <a:solidFill>
                  <a:srgbClr val="93A0B1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V = 0</a:t>
            </a:r>
            <a:endParaRPr sz="1575" b="1">
              <a:solidFill>
                <a:srgbClr val="93A0B1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  <a:p>
            <a:pPr algn="r">
              <a:defRPr sz="1575" b="1">
                <a:solidFill>
                  <a:srgbClr val="93A0B1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1575" b="1">
                <a:solidFill>
                  <a:srgbClr val="93A0B1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INVALID</a:t>
            </a:r>
            <a:endParaRPr sz="1575" b="1">
              <a:solidFill>
                <a:srgbClr val="93A0B1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  <p:sp>
        <p:nvSpPr>
          <p:cNvPr id="164" name="valid-branch-label"/>
          <p:cNvSpPr>
            <a:spLocks noGrp="1"/>
          </p:cNvSpPr>
          <p:nvPr/>
        </p:nvSpPr>
        <p:spPr>
          <a:xfrm>
            <a:off x="8572500" y="2533650"/>
            <a:ext cx="609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95238"/>
          </a:bodyPr>
          <a:lstStyle/>
          <a:p>
            <a:pPr algn="ctr">
              <a:defRPr sz="1575" b="1">
                <a:solidFill>
                  <a:srgbClr val="76C99C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defRPr>
            </a:pPr>
            <a:r>
              <a:rPr sz="1575" b="1">
                <a:solidFill>
                  <a:srgbClr val="76C99C"/>
                </a:solidFill>
                <a:latin typeface="Cambria Math" panose="02040503050406030204"/>
                <a:ea typeface="Cambria Math" panose="02040503050406030204"/>
                <a:cs typeface="Cambria Math" panose="02040503050406030204"/>
              </a:rPr>
              <a:t>V = 1</a:t>
            </a:r>
            <a:endParaRPr sz="1575" b="1">
              <a:solidFill>
                <a:srgbClr val="76C99C"/>
              </a:solidFill>
              <a:latin typeface="Cambria Math" panose="02040503050406030204"/>
              <a:ea typeface="Cambria Math" panose="02040503050406030204"/>
              <a:cs typeface="Cambria Math" panose="0204050305040603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643</Words>
  <Application>WPS 演示</Application>
  <PresentationFormat>Converted Presentation</PresentationFormat>
  <Paragraphs>192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2" baseType="lpstr">
      <vt:lpstr>Arial</vt:lpstr>
      <vt:lpstr>宋体</vt:lpstr>
      <vt:lpstr>Wingdings</vt:lpstr>
      <vt:lpstr>Arial</vt:lpstr>
      <vt:lpstr>Cambria Math</vt:lpstr>
      <vt:lpstr>Trebuchet MS</vt:lpstr>
      <vt:lpstr>微软雅黑</vt:lpstr>
      <vt:lpstr>Arial Unicode MS</vt:lpstr>
      <vt:lpstr>Calibri</vt:lpstr>
      <vt:lpstr>ChatGPT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游，哈哈哈</cp:lastModifiedBy>
  <cp:revision>4</cp:revision>
  <dcterms:created xsi:type="dcterms:W3CDTF">2026-07-26T12:46:56Z</dcterms:created>
  <dcterms:modified xsi:type="dcterms:W3CDTF">2026-07-26T12:47:49Z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8BD16AE1601D41A59567DA327709311F_12</vt:lpwstr>
  </property>
</Properties>
</file>
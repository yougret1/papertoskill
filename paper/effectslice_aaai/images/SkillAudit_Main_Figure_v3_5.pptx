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6b2be154de4fe4" /><Relationship Type="http://schemas.openxmlformats.org/officeDocument/2006/relationships/extended-properties" Target="/docProps/app.xml" Id="R22576ce97ef44e29" /><Relationship Type="http://schemas.openxmlformats.org/officeDocument/2006/relationships/officeDocument" Target="/ppt/presentation.xml" Id="Rd9d571297979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84ffb871fb438d"/>
  </p:sldMasterIdLst>
  <p:notesMasterIdLst>
    <p:notesMasterId xmlns:r="http://schemas.openxmlformats.org/officeDocument/2006/relationships" r:id="Rac9e9119d558442e"/>
  </p:notesMasterIdLst>
  <p:sldIdLst>
    <p:sldId xmlns:r="http://schemas.openxmlformats.org/officeDocument/2006/relationships" id="256" r:id="Ree0ae0d01677488c"/>
    <p:sldId xmlns:r="http://schemas.openxmlformats.org/officeDocument/2006/relationships" id="257" r:id="Reb18e8c560bf4e5f"/>
    <p:sldId xmlns:r="http://schemas.openxmlformats.org/officeDocument/2006/relationships" id="258" r:id="R2a57088e4811459a"/>
    <p:sldId xmlns:r="http://schemas.openxmlformats.org/officeDocument/2006/relationships" id="259" r:id="Rba0aff2d344a44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7e9ec270534dd1" /><Relationship Type="http://schemas.openxmlformats.org/officeDocument/2006/relationships/slideMaster" Target="/ppt/slideMasters/slideMaster1.xml" Id="Rfc84ffb871fb438d" /><Relationship Type="http://schemas.openxmlformats.org/officeDocument/2006/relationships/notesMaster" Target="/ppt/notesMasters/notesMaster1.xml" Id="Rac9e9119d558442e" /><Relationship Type="http://schemas.openxmlformats.org/officeDocument/2006/relationships/presProps" Target="/ppt/presProps.xml" Id="R52ac735fd42242ac" /><Relationship Type="http://schemas.openxmlformats.org/officeDocument/2006/relationships/viewProps" Target="/ppt/viewProps.xml" Id="Rfbdda232bd1d4f66" /><Relationship Type="http://schemas.openxmlformats.org/officeDocument/2006/relationships/tableStyles" Target="/ppt/tableStyles.xml" Id="Rbd09c895f1fe4e6b" /><Relationship Type="http://schemas.openxmlformats.org/officeDocument/2006/relationships/slide" Target="/ppt/slides/slide1.xml" Id="Ree0ae0d01677488c" /><Relationship Type="http://schemas.openxmlformats.org/officeDocument/2006/relationships/slide" Target="/ppt/slides/slide2.xml" Id="Reb18e8c560bf4e5f" /><Relationship Type="http://schemas.openxmlformats.org/officeDocument/2006/relationships/slide" Target="/ppt/slides/slide3.xml" Id="R2a57088e4811459a" /><Relationship Type="http://schemas.openxmlformats.org/officeDocument/2006/relationships/slide" Target="/ppt/slides/slide4.xml" Id="Rba0aff2d344a44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182982a7b4e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afc7ba0844a72" /><Relationship Type="http://schemas.openxmlformats.org/officeDocument/2006/relationships/notesMaster" Target="/ppt/notesMasters/notesMaster1.xml" Id="R60b637cd550740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d2c7048eaa4d61" /><Relationship Type="http://schemas.openxmlformats.org/officeDocument/2006/relationships/notesMaster" Target="/ppt/notesMasters/notesMaster1.xml" Id="Ra1b7dd5dabe34b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f3c125f5f4a35" /><Relationship Type="http://schemas.openxmlformats.org/officeDocument/2006/relationships/notesMaster" Target="/ppt/notesMasters/notesMaster1.xml" Id="R9f973a5c88bb4d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de293411a84023" /><Relationship Type="http://schemas.openxmlformats.org/officeDocument/2006/relationships/notesMaster" Target="/ppt/notesMasters/notesMaster1.xml" Id="Rf6e88beda05843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D:/a_work/gitee/PaperToSkill/paper/effectslice_aaai/src/4.method.tex</a:t>
            </a:r>
          </a:p>
          <a:p xmlns:a="http://schemas.openxmlformats.org/drawingml/2006/main">
            <a:r>
              <a:t>- D:/a_work/gitee/PaperToSkill/paper/effectslice_aaai/images/SkillAudit_Main_Figure_v3_4.pptx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D:/a_work/gitee/PaperToSkill/paper/effectslice_aaai/src/4.method.tex</a:t>
            </a:r>
          </a:p>
          <a:p xmlns:a="http://schemas.openxmlformats.org/drawingml/2006/main">
            <a:r>
              <a:t>- D:/a_work/gitee/PaperToSkill/paper/effectslice_aaai/images/SkillAudit_Main_Figure_v3_4.pptx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D:/a_work/gitee/PaperToSkill/paper/effectslice_aaai/src/4.method.tex</a:t>
            </a:r>
          </a:p>
          <a:p xmlns:a="http://schemas.openxmlformats.org/drawingml/2006/main">
            <a:r>
              <a:t>- D:/a_work/gitee/PaperToSkill/paper/effectslice_aaai/images/SkillAudit_Main_Figure_v3_4.pptx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D:/a_work/gitee/PaperToSkill/paper/effectslice_aaai/src/4.method.tex</a:t>
            </a:r>
          </a:p>
          <a:p xmlns:a="http://schemas.openxmlformats.org/drawingml/2006/main">
            <a:r>
              <a:t>- D:/a_work/gitee/PaperToSkill/paper/effectslice_aaai/images/SkillAudit_Main_Figure_v3_4.pptx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f2585d2db43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aa1852da504d14" /><Relationship Type="http://schemas.openxmlformats.org/officeDocument/2006/relationships/slideLayout" Target="/ppt/slideLayouts/slideLayout1.xml" Id="Re8178b2240954dd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178b2240954d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844e90dc8470a" /><Relationship Type="http://schemas.openxmlformats.org/officeDocument/2006/relationships/notesSlide" Target="/ppt/notesSlides/notesSlide1.xml" Id="Rb6576d3a7d4448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2537793cc4f74" /><Relationship Type="http://schemas.openxmlformats.org/officeDocument/2006/relationships/notesSlide" Target="/ppt/notesSlides/notesSlide2.xml" Id="R4f56cdc862184f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cd8d567734670" /><Relationship Type="http://schemas.openxmlformats.org/officeDocument/2006/relationships/notesSlide" Target="/ppt/notesSlides/notesSlide3.xml" Id="R55c3463c5e3541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fbae96fd448a0" /><Relationship Type="http://schemas.openxmlformats.org/officeDocument/2006/relationships/notesSlide" Target="/ppt/notesSlides/notesSlide4.xml" Id="R2bcac0a8410f49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panel-title">
            <a:extLst xmlns:a="http://schemas.openxmlformats.org/drawingml/2006/main">
              <a:ext uri="{FF2B5EF4-FFF2-40B4-BE49-F238E27FC236}">
                <a16:creationId xmlns:a16="http://schemas.microsoft.com/office/drawing/2014/main" id="{F7199CF3-DA5E-428E-8620-14ADF35B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(a) UPSTREAM INPUT PREPARATION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48CC260-3DFE-4902-9D87-06DBD18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427B6837-32D6-4CC4-86AF-F7D2B1C6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00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4" name="header-dot-2">
            <a:extLst xmlns:a="http://schemas.openxmlformats.org/drawingml/2006/main">
              <a:ext uri="{FF2B5EF4-FFF2-40B4-BE49-F238E27FC236}">
                <a16:creationId xmlns:a16="http://schemas.microsoft.com/office/drawing/2014/main" id="{42104354-4772-4630-8C75-1CC5461B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00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" name="scope-label">
            <a:extLst xmlns:a="http://schemas.openxmlformats.org/drawingml/2006/main">
              <a:ext uri="{FF2B5EF4-FFF2-40B4-BE49-F238E27FC236}">
                <a16:creationId xmlns:a16="http://schemas.microsoft.com/office/drawing/2014/main" id="{470C222C-D30B-445D-9C88-01D7E0CC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OUTSIDE SKILLAUDIT</a:t>
            </a:r>
          </a:p>
        </p:txBody>
      </p:sp>
      <p:sp>
        <p:nvSpPr>
          <p:cNvPr id="6" name="method-flow-line">
            <a:extLst xmlns:a="http://schemas.openxmlformats.org/drawingml/2006/main">
              <a:ext uri="{FF2B5EF4-FFF2-40B4-BE49-F238E27FC236}">
                <a16:creationId xmlns:a16="http://schemas.microsoft.com/office/drawing/2014/main" id="{F7022CBB-B426-429E-AAFC-E04CCC16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7" name="paper-arrow">
            <a:extLst xmlns:a="http://schemas.openxmlformats.org/drawingml/2006/main">
              <a:ext uri="{FF2B5EF4-FFF2-40B4-BE49-F238E27FC236}">
                <a16:creationId xmlns:a16="http://schemas.microsoft.com/office/drawing/2014/main" id="{0988A968-EC1F-4B1A-B221-B13BB5A0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3840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8" name="extract-flow-line">
            <a:extLst xmlns:a="http://schemas.openxmlformats.org/drawingml/2006/main">
              <a:ext uri="{FF2B5EF4-FFF2-40B4-BE49-F238E27FC236}">
                <a16:creationId xmlns:a16="http://schemas.microsoft.com/office/drawing/2014/main" id="{C5F54298-F9CA-491D-B673-349B743E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146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9" name="extract-arrow">
            <a:extLst xmlns:a="http://schemas.openxmlformats.org/drawingml/2006/main">
              <a:ext uri="{FF2B5EF4-FFF2-40B4-BE49-F238E27FC236}">
                <a16:creationId xmlns:a16="http://schemas.microsoft.com/office/drawing/2014/main" id="{ADFD627D-40C7-4EBB-A141-F46EFB2B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384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0" name="full-to-render-line">
            <a:extLst xmlns:a="http://schemas.openxmlformats.org/drawingml/2006/main">
              <a:ext uri="{FF2B5EF4-FFF2-40B4-BE49-F238E27FC236}">
                <a16:creationId xmlns:a16="http://schemas.microsoft.com/office/drawing/2014/main" id="{BB3387A1-6B5B-4F7F-A9D5-5EE26B39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11" name="candidate-to-render-line">
            <a:extLst xmlns:a="http://schemas.openxmlformats.org/drawingml/2006/main">
              <a:ext uri="{FF2B5EF4-FFF2-40B4-BE49-F238E27FC236}">
                <a16:creationId xmlns:a16="http://schemas.microsoft.com/office/drawing/2014/main" id="{F4462C25-2DF3-4183-B213-A6A1D6E5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76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8B7D9"/>
            </a:solidFill>
            <a:prstDash val="solid"/>
          </a:ln>
        </p:spPr>
      </p:sp>
      <p:sp>
        <p:nvSpPr>
          <p:cNvPr id="12" name="render-input-merge">
            <a:extLst xmlns:a="http://schemas.openxmlformats.org/drawingml/2006/main">
              <a:ext uri="{FF2B5EF4-FFF2-40B4-BE49-F238E27FC236}">
                <a16:creationId xmlns:a16="http://schemas.microsoft.com/office/drawing/2014/main" id="{142C8207-80FE-46DC-A87B-9BF4B397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0" cy="1704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4E0"/>
            </a:solidFill>
            <a:prstDash val="solid"/>
          </a:ln>
        </p:spPr>
      </p:sp>
      <p:sp>
        <p:nvSpPr>
          <p:cNvPr id="13" name="render-input-center">
            <a:extLst xmlns:a="http://schemas.openxmlformats.org/drawingml/2006/main">
              <a:ext uri="{FF2B5EF4-FFF2-40B4-BE49-F238E27FC236}">
                <a16:creationId xmlns:a16="http://schemas.microsoft.com/office/drawing/2014/main" id="{B943E6ED-A5D5-49B9-B490-782120F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174A8B"/>
            </a:solidFill>
            <a:prstDash val="solid"/>
          </a:ln>
        </p:spPr>
      </p:sp>
      <p:sp>
        <p:nvSpPr>
          <p:cNvPr id="14" name="render-input-arrow">
            <a:extLst xmlns:a="http://schemas.openxmlformats.org/drawingml/2006/main">
              <a:ext uri="{FF2B5EF4-FFF2-40B4-BE49-F238E27FC236}">
                <a16:creationId xmlns:a16="http://schemas.microsoft.com/office/drawing/2014/main" id="{09730409-3FB7-45AB-8C34-85D3A804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527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15" name="render-output-center">
            <a:extLst xmlns:a="http://schemas.openxmlformats.org/drawingml/2006/main">
              <a:ext uri="{FF2B5EF4-FFF2-40B4-BE49-F238E27FC236}">
                <a16:creationId xmlns:a16="http://schemas.microsoft.com/office/drawing/2014/main" id="{70EA30D2-15FC-4377-9C0D-1CF7E01B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28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174A8B"/>
            </a:solidFill>
            <a:prstDash val="solid"/>
          </a:ln>
        </p:spPr>
      </p:sp>
      <p:sp>
        <p:nvSpPr>
          <p:cNvPr id="16" name="render-output-arrow">
            <a:extLst xmlns:a="http://schemas.openxmlformats.org/drawingml/2006/main">
              <a:ext uri="{FF2B5EF4-FFF2-40B4-BE49-F238E27FC236}">
                <a16:creationId xmlns:a16="http://schemas.microsoft.com/office/drawing/2014/main" id="{ACBEB988-2EDB-4B9F-8AE5-7821B2BD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527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17" name="render-output-split">
            <a:extLst xmlns:a="http://schemas.openxmlformats.org/drawingml/2006/main">
              <a:ext uri="{FF2B5EF4-FFF2-40B4-BE49-F238E27FC236}">
                <a16:creationId xmlns:a16="http://schemas.microsoft.com/office/drawing/2014/main" id="{D3CC14CB-2EAC-4222-B45E-B5E6804A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0" cy="1704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4E0"/>
            </a:solidFill>
            <a:prstDash val="solid"/>
          </a:ln>
        </p:spPr>
      </p:sp>
      <p:sp>
        <p:nvSpPr>
          <p:cNvPr id="18" name="render-to-full-line">
            <a:extLst xmlns:a="http://schemas.openxmlformats.org/drawingml/2006/main">
              <a:ext uri="{FF2B5EF4-FFF2-40B4-BE49-F238E27FC236}">
                <a16:creationId xmlns:a16="http://schemas.microsoft.com/office/drawing/2014/main" id="{5F456E68-A99D-4F42-B8ED-848970B1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19" name="render-to-candidate-line">
            <a:extLst xmlns:a="http://schemas.openxmlformats.org/drawingml/2006/main">
              <a:ext uri="{FF2B5EF4-FFF2-40B4-BE49-F238E27FC236}">
                <a16:creationId xmlns:a16="http://schemas.microsoft.com/office/drawing/2014/main" id="{61651E36-3B76-4448-AD80-1A27A033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7667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8B7D9"/>
            </a:solidFill>
            <a:prstDash val="solid"/>
          </a:ln>
        </p:spPr>
      </p:sp>
      <p:sp>
        <p:nvSpPr>
          <p:cNvPr id="20" name="spec-merge-vertical">
            <a:extLst xmlns:a="http://schemas.openxmlformats.org/drawingml/2006/main">
              <a:ext uri="{FF2B5EF4-FFF2-40B4-BE49-F238E27FC236}">
                <a16:creationId xmlns:a16="http://schemas.microsoft.com/office/drawing/2014/main" id="{1F9C9035-7533-48E5-8B5F-112DCD30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0" cy="1704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4E0"/>
            </a:solidFill>
            <a:prstDash val="solid"/>
          </a:ln>
        </p:spPr>
      </p:sp>
      <p:sp>
        <p:nvSpPr>
          <p:cNvPr id="21" name="full-to-merge">
            <a:extLst xmlns:a="http://schemas.openxmlformats.org/drawingml/2006/main">
              <a:ext uri="{FF2B5EF4-FFF2-40B4-BE49-F238E27FC236}">
                <a16:creationId xmlns:a16="http://schemas.microsoft.com/office/drawing/2014/main" id="{C3D4DE13-3AE2-4CDC-88F9-DD1F5B50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717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22" name="candidate-to-merge">
            <a:extLst xmlns:a="http://schemas.openxmlformats.org/drawingml/2006/main">
              <a:ext uri="{FF2B5EF4-FFF2-40B4-BE49-F238E27FC236}">
                <a16:creationId xmlns:a16="http://schemas.microsoft.com/office/drawing/2014/main" id="{B5E232DD-5D2E-4889-BD5E-8C965661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766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8B7D9"/>
            </a:solidFill>
            <a:prstDash val="solid"/>
          </a:ln>
        </p:spPr>
      </p:sp>
      <p:sp>
        <p:nvSpPr>
          <p:cNvPr id="23" name="merge-to-boundary">
            <a:extLst xmlns:a="http://schemas.openxmlformats.org/drawingml/2006/main">
              <a:ext uri="{FF2B5EF4-FFF2-40B4-BE49-F238E27FC236}">
                <a16:creationId xmlns:a16="http://schemas.microsoft.com/office/drawing/2014/main" id="{EFC7D079-4F24-4918-824D-75C2D928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24" name="merge-to-boundary-arrow">
            <a:extLst xmlns:a="http://schemas.openxmlformats.org/drawingml/2006/main">
              <a:ext uri="{FF2B5EF4-FFF2-40B4-BE49-F238E27FC236}">
                <a16:creationId xmlns:a16="http://schemas.microsoft.com/office/drawing/2014/main" id="{F2C5AFCE-F49D-47F5-B110-9AFCA7E3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432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25" name="eval-to-boundary-horizontal">
            <a:extLst xmlns:a="http://schemas.openxmlformats.org/drawingml/2006/main">
              <a:ext uri="{FF2B5EF4-FFF2-40B4-BE49-F238E27FC236}">
                <a16:creationId xmlns:a16="http://schemas.microsoft.com/office/drawing/2014/main" id="{9BB759BE-A202-4C25-B887-7FFA665B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05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D98B12"/>
            </a:solidFill>
            <a:prstDash val="solid"/>
          </a:ln>
        </p:spPr>
      </p:sp>
      <p:sp>
        <p:nvSpPr>
          <p:cNvPr id="26" name="eval-to-boundary-vertical">
            <a:extLst xmlns:a="http://schemas.openxmlformats.org/drawingml/2006/main">
              <a:ext uri="{FF2B5EF4-FFF2-40B4-BE49-F238E27FC236}">
                <a16:creationId xmlns:a16="http://schemas.microsoft.com/office/drawing/2014/main" id="{670B8603-DD27-4130-9CA5-09A458D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29150"/>
            <a:ext cx="0" cy="1076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D98B12"/>
            </a:solidFill>
            <a:prstDash val="solid"/>
          </a:ln>
        </p:spPr>
      </p:sp>
      <p:sp>
        <p:nvSpPr>
          <p:cNvPr id="27" name="eval-to-boundary-arrow">
            <a:extLst xmlns:a="http://schemas.openxmlformats.org/drawingml/2006/main">
              <a:ext uri="{FF2B5EF4-FFF2-40B4-BE49-F238E27FC236}">
                <a16:creationId xmlns:a16="http://schemas.microsoft.com/office/drawing/2014/main" id="{3C19C6BB-E90E-4C77-B4D4-4F803C56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391025"/>
            <a:ext cx="1524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8B12"/>
          </a:solidFill>
          <a:ln xmlns:a="http://schemas.openxmlformats.org/drawingml/2006/main" w="0">
            <a:solidFill>
              <a:srgbClr val="D98B12"/>
            </a:solidFill>
            <a:prstDash val="solid"/>
          </a:ln>
        </p:spPr>
      </p:sp>
      <p:sp>
        <p:nvSpPr>
          <p:cNvPr id="28" name="method-path-label">
            <a:extLst xmlns:a="http://schemas.openxmlformats.org/drawingml/2006/main">
              <a:ext uri="{FF2B5EF4-FFF2-40B4-BE49-F238E27FC236}">
                <a16:creationId xmlns:a16="http://schemas.microsoft.com/office/drawing/2014/main" id="{F8A0911D-23B5-4D63-9255-AC2F9BA4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METHOD PATH</a:t>
            </a:r>
          </a:p>
        </p:txBody>
      </p:sp>
      <p:sp>
        <p:nvSpPr>
          <p:cNvPr id="29" name="source-paper-back">
            <a:extLst xmlns:a="http://schemas.openxmlformats.org/drawingml/2006/main">
              <a:ext uri="{FF2B5EF4-FFF2-40B4-BE49-F238E27FC236}">
                <a16:creationId xmlns:a16="http://schemas.microsoft.com/office/drawing/2014/main" id="{61076AF0-26AF-4605-92FE-751F83EF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76425"/>
            <a:ext cx="876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30" name="source-paper-page">
            <a:extLst xmlns:a="http://schemas.openxmlformats.org/drawingml/2006/main">
              <a:ext uri="{FF2B5EF4-FFF2-40B4-BE49-F238E27FC236}">
                <a16:creationId xmlns:a16="http://schemas.microsoft.com/office/drawing/2014/main" id="{B275589F-1E8A-47D2-9E73-6875F403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95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12F"/>
            </a:solidFill>
            <a:prstDash val="solid"/>
          </a:ln>
        </p:spPr>
      </p:sp>
      <p:sp>
        <p:nvSpPr>
          <p:cNvPr id="31" name="source-paper-title-bar">
            <a:extLst xmlns:a="http://schemas.openxmlformats.org/drawingml/2006/main">
              <a:ext uri="{FF2B5EF4-FFF2-40B4-BE49-F238E27FC236}">
                <a16:creationId xmlns:a16="http://schemas.microsoft.com/office/drawing/2014/main" id="{63A41D93-1537-4132-AAB0-D238232A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F"/>
          </a:solidFill>
          <a:ln xmlns:a="http://schemas.openxmlformats.org/drawingml/2006/main" w="0">
            <a:solidFill>
              <a:srgbClr val="17212F"/>
            </a:solidFill>
            <a:prstDash val="solid"/>
          </a:ln>
        </p:spPr>
      </p:sp>
      <p:sp>
        <p:nvSpPr>
          <p:cNvPr id="32" name="source-paper-line-0">
            <a:extLst xmlns:a="http://schemas.openxmlformats.org/drawingml/2006/main">
              <a:ext uri="{FF2B5EF4-FFF2-40B4-BE49-F238E27FC236}">
                <a16:creationId xmlns:a16="http://schemas.microsoft.com/office/drawing/2014/main" id="{5300BC3F-B101-4046-B369-C2FD385E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E0"/>
          </a:solidFill>
          <a:ln xmlns:a="http://schemas.openxmlformats.org/drawingml/2006/main" w="0">
            <a:solidFill>
              <a:srgbClr val="C9D4E0"/>
            </a:solidFill>
            <a:prstDash val="solid"/>
          </a:ln>
        </p:spPr>
      </p:sp>
      <p:sp>
        <p:nvSpPr>
          <p:cNvPr id="33" name="source-paper-line-1">
            <a:extLst xmlns:a="http://schemas.openxmlformats.org/drawingml/2006/main">
              <a:ext uri="{FF2B5EF4-FFF2-40B4-BE49-F238E27FC236}">
                <a16:creationId xmlns:a16="http://schemas.microsoft.com/office/drawing/2014/main" id="{776B06E6-7059-44BB-8009-A1387E1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E0"/>
          </a:solidFill>
          <a:ln xmlns:a="http://schemas.openxmlformats.org/drawingml/2006/main" w="0">
            <a:solidFill>
              <a:srgbClr val="C9D4E0"/>
            </a:solidFill>
            <a:prstDash val="solid"/>
          </a:ln>
        </p:spPr>
      </p:sp>
      <p:sp>
        <p:nvSpPr>
          <p:cNvPr id="34" name="source-paper-line-2">
            <a:extLst xmlns:a="http://schemas.openxmlformats.org/drawingml/2006/main">
              <a:ext uri="{FF2B5EF4-FFF2-40B4-BE49-F238E27FC236}">
                <a16:creationId xmlns:a16="http://schemas.microsoft.com/office/drawing/2014/main" id="{29DA13EC-1C8B-43A4-9106-1C26D3C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35" name="source-paper-line-3">
            <a:extLst xmlns:a="http://schemas.openxmlformats.org/drawingml/2006/main">
              <a:ext uri="{FF2B5EF4-FFF2-40B4-BE49-F238E27FC236}">
                <a16:creationId xmlns:a16="http://schemas.microsoft.com/office/drawing/2014/main" id="{491F8ECA-17E2-4D5A-BDB9-6B0B6227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E0"/>
          </a:solidFill>
          <a:ln xmlns:a="http://schemas.openxmlformats.org/drawingml/2006/main" w="0">
            <a:solidFill>
              <a:srgbClr val="C9D4E0"/>
            </a:solidFill>
            <a:prstDash val="solid"/>
          </a:ln>
        </p:spPr>
      </p:sp>
      <p:sp>
        <p:nvSpPr>
          <p:cNvPr id="36" name="source-paper-line-4">
            <a:extLst xmlns:a="http://schemas.openxmlformats.org/drawingml/2006/main">
              <a:ext uri="{FF2B5EF4-FFF2-40B4-BE49-F238E27FC236}">
                <a16:creationId xmlns:a16="http://schemas.microsoft.com/office/drawing/2014/main" id="{536546E0-E267-41F0-92FD-E410192A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E0"/>
          </a:solidFill>
          <a:ln xmlns:a="http://schemas.openxmlformats.org/drawingml/2006/main" w="0">
            <a:solidFill>
              <a:srgbClr val="C9D4E0"/>
            </a:solidFill>
            <a:prstDash val="solid"/>
          </a:ln>
        </p:spPr>
      </p:sp>
      <p:sp>
        <p:nvSpPr>
          <p:cNvPr id="37" name="source-paper-label">
            <a:extLst xmlns:a="http://schemas.openxmlformats.org/drawingml/2006/main">
              <a:ext uri="{FF2B5EF4-FFF2-40B4-BE49-F238E27FC236}">
                <a16:creationId xmlns:a16="http://schemas.microsoft.com/office/drawing/2014/main" id="{22B5C8F1-8DC4-4C8A-A209-961A7A55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Paper  P</a:t>
            </a:r>
          </a:p>
        </p:txBody>
      </p:sp>
      <p:sp>
        <p:nvSpPr>
          <p:cNvPr id="38" name="extractor-human-head">
            <a:extLst xmlns:a="http://schemas.openxmlformats.org/drawingml/2006/main">
              <a:ext uri="{FF2B5EF4-FFF2-40B4-BE49-F238E27FC236}">
                <a16:creationId xmlns:a16="http://schemas.microsoft.com/office/drawing/2014/main" id="{49EEB843-E214-49CE-84E2-3DF1D806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47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4A8B"/>
            </a:solidFill>
            <a:prstDash val="solid"/>
          </a:ln>
        </p:spPr>
      </p:sp>
      <p:sp>
        <p:nvSpPr>
          <p:cNvPr id="39" name="extractor-human-body">
            <a:extLst xmlns:a="http://schemas.openxmlformats.org/drawingml/2006/main">
              <a:ext uri="{FF2B5EF4-FFF2-40B4-BE49-F238E27FC236}">
                <a16:creationId xmlns:a16="http://schemas.microsoft.com/office/drawing/2014/main" id="{AE654C25-E4C3-4DFB-91E5-E9FF9D1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371725"/>
            <a:ext cx="400050" cy="438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4A8B"/>
            </a:solidFill>
            <a:prstDash val="solid"/>
          </a:ln>
        </p:spPr>
      </p:sp>
      <p:sp>
        <p:nvSpPr>
          <p:cNvPr id="40" name="extractor-slash">
            <a:extLst xmlns:a="http://schemas.openxmlformats.org/drawingml/2006/main">
              <a:ext uri="{FF2B5EF4-FFF2-40B4-BE49-F238E27FC236}">
                <a16:creationId xmlns:a16="http://schemas.microsoft.com/office/drawing/2014/main" id="{E8B03889-81D6-4060-81FC-343A69DB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66925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C9D4E0"/>
            </a:solidFill>
            <a:prstDash val="solid"/>
          </a:ln>
        </p:spPr>
      </p:sp>
      <p:sp>
        <p:nvSpPr>
          <p:cNvPr id="41" name="extractor-bot-head">
            <a:extLst xmlns:a="http://schemas.openxmlformats.org/drawingml/2006/main">
              <a:ext uri="{FF2B5EF4-FFF2-40B4-BE49-F238E27FC236}">
                <a16:creationId xmlns:a16="http://schemas.microsoft.com/office/drawing/2014/main" id="{47C58601-72B5-44ED-A7CF-F3718B27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57400"/>
            <a:ext cx="457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2" name="extractor-bot-eye-1">
            <a:extLst xmlns:a="http://schemas.openxmlformats.org/drawingml/2006/main">
              <a:ext uri="{FF2B5EF4-FFF2-40B4-BE49-F238E27FC236}">
                <a16:creationId xmlns:a16="http://schemas.microsoft.com/office/drawing/2014/main" id="{22998F49-F178-425E-BEDD-56BB0CD0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43" name="extractor-bot-eye-2">
            <a:extLst xmlns:a="http://schemas.openxmlformats.org/drawingml/2006/main">
              <a:ext uri="{FF2B5EF4-FFF2-40B4-BE49-F238E27FC236}">
                <a16:creationId xmlns:a16="http://schemas.microsoft.com/office/drawing/2014/main" id="{8C7BA1E7-85C7-409D-81FD-39958843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44" name="extractor-antenna">
            <a:extLst xmlns:a="http://schemas.openxmlformats.org/drawingml/2006/main">
              <a:ext uri="{FF2B5EF4-FFF2-40B4-BE49-F238E27FC236}">
                <a16:creationId xmlns:a16="http://schemas.microsoft.com/office/drawing/2014/main" id="{246A3140-62A1-48C6-8850-7F2BCCB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431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5" name="extractor-antenna-dot">
            <a:extLst xmlns:a="http://schemas.openxmlformats.org/drawingml/2006/main">
              <a:ext uri="{FF2B5EF4-FFF2-40B4-BE49-F238E27FC236}">
                <a16:creationId xmlns:a16="http://schemas.microsoft.com/office/drawing/2014/main" id="{D8F55F14-35B5-4DA6-9A61-DB1A9324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46" name="extractor-bot-body">
            <a:extLst xmlns:a="http://schemas.openxmlformats.org/drawingml/2006/main">
              <a:ext uri="{FF2B5EF4-FFF2-40B4-BE49-F238E27FC236}">
                <a16:creationId xmlns:a16="http://schemas.microsoft.com/office/drawing/2014/main" id="{61E696EA-CA4A-4D8B-9DF8-86D3E864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381000" cy="3143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7" name="extractor-label">
            <a:extLst xmlns:a="http://schemas.openxmlformats.org/drawingml/2006/main">
              <a:ext uri="{FF2B5EF4-FFF2-40B4-BE49-F238E27FC236}">
                <a16:creationId xmlns:a16="http://schemas.microsoft.com/office/drawing/2014/main" id="{408AA621-89A2-46D3-9D68-F5A2C28C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33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HUMAN / AGENT</a:t>
            </a:r>
          </a:p>
        </p:txBody>
      </p:sp>
      <p:sp>
        <p:nvSpPr>
          <p:cNvPr id="48" name="procedure-title">
            <a:extLst xmlns:a="http://schemas.openxmlformats.org/drawingml/2006/main">
              <a:ext uri="{FF2B5EF4-FFF2-40B4-BE49-F238E27FC236}">
                <a16:creationId xmlns:a16="http://schemas.microsoft.com/office/drawing/2014/main" id="{F5B0B7D7-5333-4E91-AE96-D7A62971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SOURCE-ADDRESSED PROCEDURE</a:t>
            </a:r>
          </a:p>
        </p:txBody>
      </p:sp>
      <p:sp>
        <p:nvSpPr>
          <p:cNvPr id="49" name="procedure-rule">
            <a:extLst xmlns:a="http://schemas.openxmlformats.org/drawingml/2006/main">
              <a:ext uri="{FF2B5EF4-FFF2-40B4-BE49-F238E27FC236}">
                <a16:creationId xmlns:a16="http://schemas.microsoft.com/office/drawing/2014/main" id="{CAE5A9F6-8077-4DA4-B4D1-1F8DD2D4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9065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4E0"/>
            </a:solidFill>
            <a:prstDash val="solid"/>
          </a:ln>
        </p:spPr>
      </p:sp>
      <p:sp>
        <p:nvSpPr>
          <p:cNvPr id="50" name="source-span-0">
            <a:extLst xmlns:a="http://schemas.openxmlformats.org/drawingml/2006/main">
              <a:ext uri="{FF2B5EF4-FFF2-40B4-BE49-F238E27FC236}">
                <a16:creationId xmlns:a16="http://schemas.microsoft.com/office/drawing/2014/main" id="{C6C16FF0-997F-402D-B33D-DB007835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876300" cy="2762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51" name="source-span-text-0">
            <a:extLst xmlns:a="http://schemas.openxmlformats.org/drawingml/2006/main">
              <a:ext uri="{FF2B5EF4-FFF2-40B4-BE49-F238E27FC236}">
                <a16:creationId xmlns:a16="http://schemas.microsoft.com/office/drawing/2014/main" id="{4C938220-B363-42E4-866D-C02339B8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5E7085"/>
                </a:solidFill>
                <a:latin typeface="Cambria Math"/>
                <a:ea typeface="Cambria Math"/>
                <a:cs typeface="Cambria Math"/>
              </a:rPr>
              <a:t>p.4 : 18</a:t>
            </a:r>
          </a:p>
        </p:txBody>
      </p:sp>
      <p:sp>
        <p:nvSpPr>
          <p:cNvPr id="52" name="source-span-1">
            <a:extLst xmlns:a="http://schemas.openxmlformats.org/drawingml/2006/main">
              <a:ext uri="{FF2B5EF4-FFF2-40B4-BE49-F238E27FC236}">
                <a16:creationId xmlns:a16="http://schemas.microsoft.com/office/drawing/2014/main" id="{A40E64CC-9769-4CF7-B8DE-C4BC765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876300" cy="2762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CFAFD"/>
          </a:solidFill>
          <a:ln xmlns:a="http://schemas.openxmlformats.org/drawingml/2006/main" w="11906">
            <a:solidFill>
              <a:srgbClr val="38B7D9"/>
            </a:solidFill>
            <a:prstDash val="solid"/>
          </a:ln>
        </p:spPr>
      </p:sp>
      <p:sp>
        <p:nvSpPr>
          <p:cNvPr id="53" name="source-span-text-1">
            <a:extLst xmlns:a="http://schemas.openxmlformats.org/drawingml/2006/main">
              <a:ext uri="{FF2B5EF4-FFF2-40B4-BE49-F238E27FC236}">
                <a16:creationId xmlns:a16="http://schemas.microsoft.com/office/drawing/2014/main" id="{2189890A-7356-487D-A7E6-7C883923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Eq. 2</a:t>
            </a:r>
          </a:p>
        </p:txBody>
      </p:sp>
      <p:sp>
        <p:nvSpPr>
          <p:cNvPr id="54" name="source-span-2">
            <a:extLst xmlns:a="http://schemas.openxmlformats.org/drawingml/2006/main">
              <a:ext uri="{FF2B5EF4-FFF2-40B4-BE49-F238E27FC236}">
                <a16:creationId xmlns:a16="http://schemas.microsoft.com/office/drawing/2014/main" id="{C0045ABF-5CAB-4329-B9B3-9AA0F6B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876300" cy="2762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55" name="source-span-text-2">
            <a:extLst xmlns:a="http://schemas.openxmlformats.org/drawingml/2006/main">
              <a:ext uri="{FF2B5EF4-FFF2-40B4-BE49-F238E27FC236}">
                <a16:creationId xmlns:a16="http://schemas.microsoft.com/office/drawing/2014/main" id="{11683A7B-4DFA-40F4-AF0E-FFF3FFD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5E7085"/>
                </a:solidFill>
                <a:latin typeface="Cambria Math"/>
                <a:ea typeface="Cambria Math"/>
                <a:cs typeface="Cambria Math"/>
              </a:rPr>
              <a:t>Alg. 1</a:t>
            </a:r>
          </a:p>
        </p:txBody>
      </p:sp>
      <p:sp>
        <p:nvSpPr>
          <p:cNvPr id="56" name="source-map-1">
            <a:extLst xmlns:a="http://schemas.openxmlformats.org/drawingml/2006/main">
              <a:ext uri="{FF2B5EF4-FFF2-40B4-BE49-F238E27FC236}">
                <a16:creationId xmlns:a16="http://schemas.microsoft.com/office/drawing/2014/main" id="{831492F0-347C-4A65-9292-91F5DC75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57" name="source-map-2">
            <a:extLst xmlns:a="http://schemas.openxmlformats.org/drawingml/2006/main">
              <a:ext uri="{FF2B5EF4-FFF2-40B4-BE49-F238E27FC236}">
                <a16:creationId xmlns:a16="http://schemas.microsoft.com/office/drawing/2014/main" id="{2DD39CEB-1008-45F7-8D4E-7F165BB0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11239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58" name="source-map-3">
            <a:extLst xmlns:a="http://schemas.openxmlformats.org/drawingml/2006/main">
              <a:ext uri="{FF2B5EF4-FFF2-40B4-BE49-F238E27FC236}">
                <a16:creationId xmlns:a16="http://schemas.microsoft.com/office/drawing/2014/main" id="{ECCEFC43-0DF4-42E7-B395-EB41E351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16383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59" name="full-dag-edge-0-1">
            <a:extLst xmlns:a="http://schemas.openxmlformats.org/drawingml/2006/main">
              <a:ext uri="{FF2B5EF4-FFF2-40B4-BE49-F238E27FC236}">
                <a16:creationId xmlns:a16="http://schemas.microsoft.com/office/drawing/2014/main" id="{6BAAEC13-A9D0-4AFE-97C0-89706C4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90700"/>
            <a:ext cx="5905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60" name="full-dag-head-0-1">
            <a:extLst xmlns:a="http://schemas.openxmlformats.org/drawingml/2006/main">
              <a:ext uri="{FF2B5EF4-FFF2-40B4-BE49-F238E27FC236}">
                <a16:creationId xmlns:a16="http://schemas.microsoft.com/office/drawing/2014/main" id="{F3C2B321-7EA6-4E95-BC36-5A8F980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8483">
            <a:off x="5440299" y="1862328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61" name="full-dag-edge-0-2">
            <a:extLst xmlns:a="http://schemas.openxmlformats.org/drawingml/2006/main">
              <a:ext uri="{FF2B5EF4-FFF2-40B4-BE49-F238E27FC236}">
                <a16:creationId xmlns:a16="http://schemas.microsoft.com/office/drawing/2014/main" id="{431F7669-50E9-4834-8BEF-75081A0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133600"/>
            <a:ext cx="66675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62" name="full-dag-head-0-2">
            <a:extLst xmlns:a="http://schemas.openxmlformats.org/drawingml/2006/main">
              <a:ext uri="{FF2B5EF4-FFF2-40B4-BE49-F238E27FC236}">
                <a16:creationId xmlns:a16="http://schemas.microsoft.com/office/drawing/2014/main" id="{03DF70D9-BD98-4510-9EE7-AB6DC65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71579">
            <a:off x="5492115" y="2335149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63" name="full-dag-edge-1-3">
            <a:extLst xmlns:a="http://schemas.openxmlformats.org/drawingml/2006/main">
              <a:ext uri="{FF2B5EF4-FFF2-40B4-BE49-F238E27FC236}">
                <a16:creationId xmlns:a16="http://schemas.microsoft.com/office/drawing/2014/main" id="{5DD610DF-2A75-4499-B583-7774C380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90700"/>
            <a:ext cx="79057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64" name="full-dag-head-1-3">
            <a:extLst xmlns:a="http://schemas.openxmlformats.org/drawingml/2006/main">
              <a:ext uri="{FF2B5EF4-FFF2-40B4-BE49-F238E27FC236}">
                <a16:creationId xmlns:a16="http://schemas.microsoft.com/office/drawing/2014/main" id="{D79C9750-5C36-476C-B929-99CF98D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511">
            <a:off x="6166866" y="1862709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65" name="full-dag-edge-1-2">
            <a:extLst xmlns:a="http://schemas.openxmlformats.org/drawingml/2006/main">
              <a:ext uri="{FF2B5EF4-FFF2-40B4-BE49-F238E27FC236}">
                <a16:creationId xmlns:a16="http://schemas.microsoft.com/office/drawing/2014/main" id="{7F1B0EED-5B82-4ED4-8EEB-F7CB79B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90700"/>
            <a:ext cx="762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66" name="full-dag-head-1-2">
            <a:extLst xmlns:a="http://schemas.openxmlformats.org/drawingml/2006/main">
              <a:ext uri="{FF2B5EF4-FFF2-40B4-BE49-F238E27FC236}">
                <a16:creationId xmlns:a16="http://schemas.microsoft.com/office/drawing/2014/main" id="{8FD5B71F-2648-4174-95DA-BEE816CC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24758">
            <a:off x="5681091" y="2225421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67" name="full-dag-edge-2-4">
            <a:extLst xmlns:a="http://schemas.openxmlformats.org/drawingml/2006/main">
              <a:ext uri="{FF2B5EF4-FFF2-40B4-BE49-F238E27FC236}">
                <a16:creationId xmlns:a16="http://schemas.microsoft.com/office/drawing/2014/main" id="{1BAF1E6C-746C-4CE8-94DC-11FC9629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86025"/>
            <a:ext cx="9906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68" name="full-dag-head-2-4">
            <a:extLst xmlns:a="http://schemas.openxmlformats.org/drawingml/2006/main">
              <a:ext uri="{FF2B5EF4-FFF2-40B4-BE49-F238E27FC236}">
                <a16:creationId xmlns:a16="http://schemas.microsoft.com/office/drawing/2014/main" id="{56DE08BB-52B9-4916-AF0A-BA278194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138">
            <a:off x="6379083" y="2467356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69" name="full-dag-edge-3-4">
            <a:extLst xmlns:a="http://schemas.openxmlformats.org/drawingml/2006/main">
              <a:ext uri="{FF2B5EF4-FFF2-40B4-BE49-F238E27FC236}">
                <a16:creationId xmlns:a16="http://schemas.microsoft.com/office/drawing/2014/main" id="{4372C344-83F5-4933-94CC-AF724D22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27622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70" name="full-dag-head-3-4">
            <a:extLst xmlns:a="http://schemas.openxmlformats.org/drawingml/2006/main">
              <a:ext uri="{FF2B5EF4-FFF2-40B4-BE49-F238E27FC236}">
                <a16:creationId xmlns:a16="http://schemas.microsoft.com/office/drawing/2014/main" id="{A74099F3-D9D4-4544-B9D8-CFA10690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29483">
            <a:off x="6607683" y="2296668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71" name="full-dag-0-node">
            <a:extLst xmlns:a="http://schemas.openxmlformats.org/drawingml/2006/main">
              <a:ext uri="{FF2B5EF4-FFF2-40B4-BE49-F238E27FC236}">
                <a16:creationId xmlns:a16="http://schemas.microsoft.com/office/drawing/2014/main" id="{E8C86A11-AA55-451A-8C8C-FF0C8312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72" name="full-dag-0-label">
            <a:extLst xmlns:a="http://schemas.openxmlformats.org/drawingml/2006/main">
              <a:ext uri="{FF2B5EF4-FFF2-40B4-BE49-F238E27FC236}">
                <a16:creationId xmlns:a16="http://schemas.microsoft.com/office/drawing/2014/main" id="{AE9F2C01-0443-4481-BD88-75125347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a1</a:t>
            </a:r>
          </a:p>
        </p:txBody>
      </p:sp>
      <p:sp>
        <p:nvSpPr>
          <p:cNvPr id="73" name="full-dag-1-node">
            <a:extLst xmlns:a="http://schemas.openxmlformats.org/drawingml/2006/main">
              <a:ext uri="{FF2B5EF4-FFF2-40B4-BE49-F238E27FC236}">
                <a16:creationId xmlns:a16="http://schemas.microsoft.com/office/drawing/2014/main" id="{47809480-101F-4E72-8C95-63DDF309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28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74" name="full-dag-1-label">
            <a:extLst xmlns:a="http://schemas.openxmlformats.org/drawingml/2006/main">
              <a:ext uri="{FF2B5EF4-FFF2-40B4-BE49-F238E27FC236}">
                <a16:creationId xmlns:a16="http://schemas.microsoft.com/office/drawing/2014/main" id="{999E0458-70C6-4799-B9CA-0F2AEDD9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28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a2</a:t>
            </a:r>
          </a:p>
        </p:txBody>
      </p:sp>
      <p:sp>
        <p:nvSpPr>
          <p:cNvPr id="75" name="full-dag-2-node">
            <a:extLst xmlns:a="http://schemas.openxmlformats.org/drawingml/2006/main">
              <a:ext uri="{FF2B5EF4-FFF2-40B4-BE49-F238E27FC236}">
                <a16:creationId xmlns:a16="http://schemas.microsoft.com/office/drawing/2014/main" id="{8FCBACB4-8FE4-45C3-8E4C-11EFC607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76" name="full-dag-2-label">
            <a:extLst xmlns:a="http://schemas.openxmlformats.org/drawingml/2006/main">
              <a:ext uri="{FF2B5EF4-FFF2-40B4-BE49-F238E27FC236}">
                <a16:creationId xmlns:a16="http://schemas.microsoft.com/office/drawing/2014/main" id="{0CD6BB07-3055-45C1-8C6D-BE8A4CAA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a3</a:t>
            </a:r>
          </a:p>
        </p:txBody>
      </p:sp>
      <p:sp>
        <p:nvSpPr>
          <p:cNvPr id="77" name="full-dag-3-node">
            <a:extLst xmlns:a="http://schemas.openxmlformats.org/drawingml/2006/main">
              <a:ext uri="{FF2B5EF4-FFF2-40B4-BE49-F238E27FC236}">
                <a16:creationId xmlns:a16="http://schemas.microsoft.com/office/drawing/2014/main" id="{61526DF2-DC4D-4D3D-9B44-BAEE318F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19050">
            <a:solidFill>
              <a:srgbClr val="38B7D9"/>
            </a:solidFill>
            <a:prstDash val="solid"/>
          </a:ln>
        </p:spPr>
      </p:sp>
      <p:sp>
        <p:nvSpPr>
          <p:cNvPr id="78" name="full-dag-3-label">
            <a:extLst xmlns:a="http://schemas.openxmlformats.org/drawingml/2006/main">
              <a:ext uri="{FF2B5EF4-FFF2-40B4-BE49-F238E27FC236}">
                <a16:creationId xmlns:a16="http://schemas.microsoft.com/office/drawing/2014/main" id="{AFAAD1C0-F8D3-42ED-BBC8-F82E2895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a4</a:t>
            </a:r>
          </a:p>
        </p:txBody>
      </p:sp>
      <p:sp>
        <p:nvSpPr>
          <p:cNvPr id="79" name="full-dag-4-node">
            <a:extLst xmlns:a="http://schemas.openxmlformats.org/drawingml/2006/main">
              <a:ext uri="{FF2B5EF4-FFF2-40B4-BE49-F238E27FC236}">
                <a16:creationId xmlns:a16="http://schemas.microsoft.com/office/drawing/2014/main" id="{722E9948-A691-47E3-B9FB-0C348B4D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19050">
            <a:solidFill>
              <a:srgbClr val="38B7D9"/>
            </a:solidFill>
            <a:prstDash val="solid"/>
          </a:ln>
        </p:spPr>
      </p:sp>
      <p:sp>
        <p:nvSpPr>
          <p:cNvPr id="80" name="full-dag-4-label">
            <a:extLst xmlns:a="http://schemas.openxmlformats.org/drawingml/2006/main">
              <a:ext uri="{FF2B5EF4-FFF2-40B4-BE49-F238E27FC236}">
                <a16:creationId xmlns:a16="http://schemas.microsoft.com/office/drawing/2014/main" id="{A8D765E4-DC50-4352-8ADA-A71DE876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52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a5</a:t>
            </a:r>
          </a:p>
        </p:txBody>
      </p:sp>
      <p:sp>
        <p:nvSpPr>
          <p:cNvPr id="81" name="full-formula">
            <a:extLst xmlns:a="http://schemas.openxmlformats.org/drawingml/2006/main">
              <a:ext uri="{FF2B5EF4-FFF2-40B4-BE49-F238E27FC236}">
                <a16:creationId xmlns:a16="http://schemas.microsoft.com/office/drawing/2014/main" id="{011275B9-192F-4C87-AC72-5E468465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051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A,  G = (A, E)</a:t>
            </a:r>
          </a:p>
        </p:txBody>
      </p:sp>
      <p:sp>
        <p:nvSpPr>
          <p:cNvPr id="82" name="candidate-divider">
            <a:extLst xmlns:a="http://schemas.openxmlformats.org/drawingml/2006/main">
              <a:ext uri="{FF2B5EF4-FFF2-40B4-BE49-F238E27FC236}">
                <a16:creationId xmlns:a16="http://schemas.microsoft.com/office/drawing/2014/main" id="{791A7FFE-9FDE-43CB-8C81-D2DE6EFF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8135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83" name="candidate-edit-label">
            <a:extLst xmlns:a="http://schemas.openxmlformats.org/drawingml/2006/main">
              <a:ext uri="{FF2B5EF4-FFF2-40B4-BE49-F238E27FC236}">
                <a16:creationId xmlns:a16="http://schemas.microsoft.com/office/drawing/2014/main" id="{A6AEFAB2-45E6-46EE-9E3B-4C5AFE87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7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7D9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84" name="candidate-edit-arrow">
            <a:extLst xmlns:a="http://schemas.openxmlformats.org/drawingml/2006/main">
              <a:ext uri="{FF2B5EF4-FFF2-40B4-BE49-F238E27FC236}">
                <a16:creationId xmlns:a16="http://schemas.microsoft.com/office/drawing/2014/main" id="{1F815468-0CA5-42B8-9A36-8C91F303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1947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85" name="candidate-dag-edge-0-1">
            <a:extLst xmlns:a="http://schemas.openxmlformats.org/drawingml/2006/main">
              <a:ext uri="{FF2B5EF4-FFF2-40B4-BE49-F238E27FC236}">
                <a16:creationId xmlns:a16="http://schemas.microsoft.com/office/drawing/2014/main" id="{A4CEA728-1B40-45B6-BA5F-EB95CC4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5905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86" name="candidate-dag-head-0-1">
            <a:extLst xmlns:a="http://schemas.openxmlformats.org/drawingml/2006/main">
              <a:ext uri="{FF2B5EF4-FFF2-40B4-BE49-F238E27FC236}">
                <a16:creationId xmlns:a16="http://schemas.microsoft.com/office/drawing/2014/main" id="{3CF5236A-F066-4AB5-B8CC-07905CD3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8483">
            <a:off x="5678424" y="3443478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87" name="candidate-dag-edge-0-2">
            <a:extLst xmlns:a="http://schemas.openxmlformats.org/drawingml/2006/main">
              <a:ext uri="{FF2B5EF4-FFF2-40B4-BE49-F238E27FC236}">
                <a16:creationId xmlns:a16="http://schemas.microsoft.com/office/drawing/2014/main" id="{4F82ACAE-339D-4733-A47E-0991E7CF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66675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45B63"/>
            </a:solidFill>
            <a:prstDash val="dash"/>
          </a:ln>
        </p:spPr>
      </p:sp>
      <p:sp>
        <p:nvSpPr>
          <p:cNvPr id="88" name="candidate-dag-head-0-2">
            <a:extLst xmlns:a="http://schemas.openxmlformats.org/drawingml/2006/main">
              <a:ext uri="{FF2B5EF4-FFF2-40B4-BE49-F238E27FC236}">
                <a16:creationId xmlns:a16="http://schemas.microsoft.com/office/drawing/2014/main" id="{C62377E1-5E72-45BB-9FAA-293F9E7A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71579">
            <a:off x="5730240" y="3916299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5B63"/>
          </a:solidFill>
          <a:ln xmlns:a="http://schemas.openxmlformats.org/drawingml/2006/main" w="0">
            <a:solidFill>
              <a:srgbClr val="E45B63"/>
            </a:solidFill>
            <a:prstDash val="solid"/>
          </a:ln>
        </p:spPr>
      </p:sp>
      <p:sp>
        <p:nvSpPr>
          <p:cNvPr id="89" name="candidate-dag-edge-1-3">
            <a:extLst xmlns:a="http://schemas.openxmlformats.org/drawingml/2006/main">
              <a:ext uri="{FF2B5EF4-FFF2-40B4-BE49-F238E27FC236}">
                <a16:creationId xmlns:a16="http://schemas.microsoft.com/office/drawing/2014/main" id="{006636E7-5734-4DDF-A4F0-89F26D51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71850"/>
            <a:ext cx="79057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90" name="candidate-dag-head-1-3">
            <a:extLst xmlns:a="http://schemas.openxmlformats.org/drawingml/2006/main">
              <a:ext uri="{FF2B5EF4-FFF2-40B4-BE49-F238E27FC236}">
                <a16:creationId xmlns:a16="http://schemas.microsoft.com/office/drawing/2014/main" id="{6A87541B-44D4-42B6-B9F0-EB465E0E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511">
            <a:off x="6404991" y="3443859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91" name="candidate-dag-edge-1-2">
            <a:extLst xmlns:a="http://schemas.openxmlformats.org/drawingml/2006/main">
              <a:ext uri="{FF2B5EF4-FFF2-40B4-BE49-F238E27FC236}">
                <a16:creationId xmlns:a16="http://schemas.microsoft.com/office/drawing/2014/main" id="{183FDED9-D6EA-4896-AB18-B965B3A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71850"/>
            <a:ext cx="762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45B63"/>
            </a:solidFill>
            <a:prstDash val="dash"/>
          </a:ln>
        </p:spPr>
      </p:sp>
      <p:sp>
        <p:nvSpPr>
          <p:cNvPr id="92" name="candidate-dag-head-1-2">
            <a:extLst xmlns:a="http://schemas.openxmlformats.org/drawingml/2006/main">
              <a:ext uri="{FF2B5EF4-FFF2-40B4-BE49-F238E27FC236}">
                <a16:creationId xmlns:a16="http://schemas.microsoft.com/office/drawing/2014/main" id="{5D5A1323-6EC0-43FF-8DBD-73A8471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24758">
            <a:off x="5919216" y="3806571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5B63"/>
          </a:solidFill>
          <a:ln xmlns:a="http://schemas.openxmlformats.org/drawingml/2006/main" w="0">
            <a:solidFill>
              <a:srgbClr val="E45B63"/>
            </a:solidFill>
            <a:prstDash val="solid"/>
          </a:ln>
        </p:spPr>
      </p:sp>
      <p:sp>
        <p:nvSpPr>
          <p:cNvPr id="93" name="candidate-dag-edge-2-4">
            <a:extLst xmlns:a="http://schemas.openxmlformats.org/drawingml/2006/main">
              <a:ext uri="{FF2B5EF4-FFF2-40B4-BE49-F238E27FC236}">
                <a16:creationId xmlns:a16="http://schemas.microsoft.com/office/drawing/2014/main" id="{7636657E-51EE-4413-BD16-EAA59211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67175"/>
            <a:ext cx="9906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45B63"/>
            </a:solidFill>
            <a:prstDash val="dash"/>
          </a:ln>
        </p:spPr>
      </p:sp>
      <p:sp>
        <p:nvSpPr>
          <p:cNvPr id="94" name="candidate-dag-head-2-4">
            <a:extLst xmlns:a="http://schemas.openxmlformats.org/drawingml/2006/main">
              <a:ext uri="{FF2B5EF4-FFF2-40B4-BE49-F238E27FC236}">
                <a16:creationId xmlns:a16="http://schemas.microsoft.com/office/drawing/2014/main" id="{55474BB2-FDEA-4B1F-B873-0835C152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138">
            <a:off x="6617208" y="4048506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5B63"/>
          </a:solidFill>
          <a:ln xmlns:a="http://schemas.openxmlformats.org/drawingml/2006/main" w="0">
            <a:solidFill>
              <a:srgbClr val="E45B63"/>
            </a:solidFill>
            <a:prstDash val="solid"/>
          </a:ln>
        </p:spPr>
      </p:sp>
      <p:sp>
        <p:nvSpPr>
          <p:cNvPr id="95" name="candidate-dag-edge-3-4">
            <a:extLst xmlns:a="http://schemas.openxmlformats.org/drawingml/2006/main">
              <a:ext uri="{FF2B5EF4-FFF2-40B4-BE49-F238E27FC236}">
                <a16:creationId xmlns:a16="http://schemas.microsoft.com/office/drawing/2014/main" id="{DB51D728-36CC-424A-9DEB-34A8A87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33775"/>
            <a:ext cx="27622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96" name="candidate-dag-head-3-4">
            <a:extLst xmlns:a="http://schemas.openxmlformats.org/drawingml/2006/main">
              <a:ext uri="{FF2B5EF4-FFF2-40B4-BE49-F238E27FC236}">
                <a16:creationId xmlns:a16="http://schemas.microsoft.com/office/drawing/2014/main" id="{8DF15BB4-80AC-4106-A271-886F14FF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29483">
            <a:off x="6845808" y="3877818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97" name="candidate-dag-0-node">
            <a:extLst xmlns:a="http://schemas.openxmlformats.org/drawingml/2006/main">
              <a:ext uri="{FF2B5EF4-FFF2-40B4-BE49-F238E27FC236}">
                <a16:creationId xmlns:a16="http://schemas.microsoft.com/office/drawing/2014/main" id="{2C47498D-5379-48A0-ADF9-3C7858F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98" name="candidate-dag-0-label">
            <a:extLst xmlns:a="http://schemas.openxmlformats.org/drawingml/2006/main">
              <a:ext uri="{FF2B5EF4-FFF2-40B4-BE49-F238E27FC236}">
                <a16:creationId xmlns:a16="http://schemas.microsoft.com/office/drawing/2014/main" id="{F1C8BA0E-1C19-4556-AF52-76F36269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a1</a:t>
            </a:r>
          </a:p>
        </p:txBody>
      </p:sp>
      <p:sp>
        <p:nvSpPr>
          <p:cNvPr id="99" name="candidate-dag-1-node">
            <a:extLst xmlns:a="http://schemas.openxmlformats.org/drawingml/2006/main">
              <a:ext uri="{FF2B5EF4-FFF2-40B4-BE49-F238E27FC236}">
                <a16:creationId xmlns:a16="http://schemas.microsoft.com/office/drawing/2014/main" id="{11547726-7106-4CD8-8CA4-75828C67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00" name="candidate-dag-1-label">
            <a:extLst xmlns:a="http://schemas.openxmlformats.org/drawingml/2006/main">
              <a:ext uri="{FF2B5EF4-FFF2-40B4-BE49-F238E27FC236}">
                <a16:creationId xmlns:a16="http://schemas.microsoft.com/office/drawing/2014/main" id="{30843D5B-7A35-4769-A7EB-516D7D5E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099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a2</a:t>
            </a:r>
          </a:p>
        </p:txBody>
      </p:sp>
      <p:sp>
        <p:nvSpPr>
          <p:cNvPr id="101" name="candidate-dag-2-node">
            <a:extLst xmlns:a="http://schemas.openxmlformats.org/drawingml/2006/main">
              <a:ext uri="{FF2B5EF4-FFF2-40B4-BE49-F238E27FC236}">
                <a16:creationId xmlns:a16="http://schemas.microsoft.com/office/drawing/2014/main" id="{8C27C219-235C-433F-8380-14D942B2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05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5B63"/>
            </a:solidFill>
            <a:prstDash val="solid"/>
          </a:ln>
        </p:spPr>
      </p:sp>
      <p:sp>
        <p:nvSpPr>
          <p:cNvPr id="102" name="candidate-dag-2-label">
            <a:extLst xmlns:a="http://schemas.openxmlformats.org/drawingml/2006/main">
              <a:ext uri="{FF2B5EF4-FFF2-40B4-BE49-F238E27FC236}">
                <a16:creationId xmlns:a16="http://schemas.microsoft.com/office/drawing/2014/main" id="{6B2BE088-2504-4D6E-A1B8-37DBC050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05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45B6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E45B63"/>
                </a:solidFill>
                <a:latin typeface="Cambria Math"/>
                <a:ea typeface="Cambria Math"/>
                <a:cs typeface="Cambria Math"/>
              </a:rPr>
              <a:t>a3</a:t>
            </a:r>
          </a:p>
        </p:txBody>
      </p:sp>
      <p:sp>
        <p:nvSpPr>
          <p:cNvPr id="103" name="candidate-dag-x-a">
            <a:extLst xmlns:a="http://schemas.openxmlformats.org/drawingml/2006/main">
              <a:ext uri="{FF2B5EF4-FFF2-40B4-BE49-F238E27FC236}">
                <a16:creationId xmlns:a16="http://schemas.microsoft.com/office/drawing/2014/main" id="{C80BCC0A-8143-469E-92D7-0ACEF7F0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81450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5B63"/>
            </a:solidFill>
            <a:prstDash val="solid"/>
          </a:ln>
        </p:spPr>
      </p:sp>
      <p:sp>
        <p:nvSpPr>
          <p:cNvPr id="104" name="candidate-dag-x-b">
            <a:extLst xmlns:a="http://schemas.openxmlformats.org/drawingml/2006/main">
              <a:ext uri="{FF2B5EF4-FFF2-40B4-BE49-F238E27FC236}">
                <a16:creationId xmlns:a16="http://schemas.microsoft.com/office/drawing/2014/main" id="{5BFB45DA-540B-4F8F-B58B-1D2249FF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81450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5B63"/>
            </a:solidFill>
            <a:prstDash val="solid"/>
          </a:ln>
        </p:spPr>
      </p:sp>
      <p:sp>
        <p:nvSpPr>
          <p:cNvPr id="105" name="candidate-dag-3-node">
            <a:extLst xmlns:a="http://schemas.openxmlformats.org/drawingml/2006/main">
              <a:ext uri="{FF2B5EF4-FFF2-40B4-BE49-F238E27FC236}">
                <a16:creationId xmlns:a16="http://schemas.microsoft.com/office/drawing/2014/main" id="{3B5F8060-EF7F-4B96-81B4-653FB47D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19050">
            <a:solidFill>
              <a:srgbClr val="38B7D9"/>
            </a:solidFill>
            <a:prstDash val="solid"/>
          </a:ln>
        </p:spPr>
      </p:sp>
      <p:sp>
        <p:nvSpPr>
          <p:cNvPr id="106" name="candidate-dag-3-label">
            <a:extLst xmlns:a="http://schemas.openxmlformats.org/drawingml/2006/main">
              <a:ext uri="{FF2B5EF4-FFF2-40B4-BE49-F238E27FC236}">
                <a16:creationId xmlns:a16="http://schemas.microsoft.com/office/drawing/2014/main" id="{C0DD5FD1-5159-4428-AD70-9391BC4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a4</a:t>
            </a:r>
          </a:p>
        </p:txBody>
      </p:sp>
      <p:sp>
        <p:nvSpPr>
          <p:cNvPr id="107" name="candidate-dag-4-node">
            <a:extLst xmlns:a="http://schemas.openxmlformats.org/drawingml/2006/main">
              <a:ext uri="{FF2B5EF4-FFF2-40B4-BE49-F238E27FC236}">
                <a16:creationId xmlns:a16="http://schemas.microsoft.com/office/drawing/2014/main" id="{A39E4A9F-116A-483D-BD8A-0AC08B21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33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19050">
            <a:solidFill>
              <a:srgbClr val="38B7D9"/>
            </a:solidFill>
            <a:prstDash val="solid"/>
          </a:ln>
        </p:spPr>
      </p:sp>
      <p:sp>
        <p:nvSpPr>
          <p:cNvPr id="108" name="candidate-dag-4-label">
            <a:extLst xmlns:a="http://schemas.openxmlformats.org/drawingml/2006/main">
              <a:ext uri="{FF2B5EF4-FFF2-40B4-BE49-F238E27FC236}">
                <a16:creationId xmlns:a16="http://schemas.microsoft.com/office/drawing/2014/main" id="{6862652B-7AB1-48AB-A8B4-06A2FDC1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33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a5</a:t>
            </a:r>
          </a:p>
        </p:txBody>
      </p:sp>
      <p:sp>
        <p:nvSpPr>
          <p:cNvPr id="109" name="candidate-formula">
            <a:extLst xmlns:a="http://schemas.openxmlformats.org/drawingml/2006/main">
              <a:ext uri="{FF2B5EF4-FFF2-40B4-BE49-F238E27FC236}">
                <a16:creationId xmlns:a16="http://schemas.microsoft.com/office/drawing/2014/main" id="{F3C0EA50-BE05-4F8A-AEE7-E3F5FD08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A_S ⊂ A</a:t>
            </a:r>
          </a:p>
        </p:txBody>
      </p:sp>
      <p:sp>
        <p:nvSpPr>
          <p:cNvPr id="110" name="candidate-note">
            <a:extLst xmlns:a="http://schemas.openxmlformats.org/drawingml/2006/main">
              <a:ext uri="{FF2B5EF4-FFF2-40B4-BE49-F238E27FC236}">
                <a16:creationId xmlns:a16="http://schemas.microsoft.com/office/drawing/2014/main" id="{4C0B4480-ED51-4453-87EB-BB3A8CA4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retained + removed atoms</a:t>
            </a:r>
          </a:p>
        </p:txBody>
      </p:sp>
      <p:sp>
        <p:nvSpPr>
          <p:cNvPr id="111" name="renderer-body">
            <a:extLst xmlns:a="http://schemas.openxmlformats.org/drawingml/2006/main">
              <a:ext uri="{FF2B5EF4-FFF2-40B4-BE49-F238E27FC236}">
                <a16:creationId xmlns:a16="http://schemas.microsoft.com/office/drawing/2014/main" id="{64123B26-563A-4149-8FAF-CA4A25AA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66975"/>
            <a:ext cx="723900" cy="12001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4A8B"/>
            </a:solidFill>
            <a:prstDash val="solid"/>
          </a:ln>
        </p:spPr>
      </p:sp>
      <p:sp>
        <p:nvSpPr>
          <p:cNvPr id="112" name="renderer-r-circle">
            <a:extLst xmlns:a="http://schemas.openxmlformats.org/drawingml/2006/main">
              <a:ext uri="{FF2B5EF4-FFF2-40B4-BE49-F238E27FC236}">
                <a16:creationId xmlns:a16="http://schemas.microsoft.com/office/drawing/2014/main" id="{DF486655-252F-4B14-952E-878C5D00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4A8B"/>
            </a:solidFill>
            <a:prstDash val="solid"/>
          </a:ln>
        </p:spPr>
      </p:sp>
      <p:sp>
        <p:nvSpPr>
          <p:cNvPr id="113" name="renderer-r">
            <a:extLst xmlns:a="http://schemas.openxmlformats.org/drawingml/2006/main">
              <a:ext uri="{FF2B5EF4-FFF2-40B4-BE49-F238E27FC236}">
                <a16:creationId xmlns:a16="http://schemas.microsoft.com/office/drawing/2014/main" id="{AC047B59-542B-4943-86D5-9515B76D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09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sp>
        <p:nvSpPr>
          <p:cNvPr id="114" name="renderer-title">
            <a:extLst xmlns:a="http://schemas.openxmlformats.org/drawingml/2006/main">
              <a:ext uri="{FF2B5EF4-FFF2-40B4-BE49-F238E27FC236}">
                <a16:creationId xmlns:a16="http://schemas.microsoft.com/office/drawing/2014/main" id="{3B3DF2A7-8F0A-49D7-9D54-D151488D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115" name="full-spec-back">
            <a:extLst xmlns:a="http://schemas.openxmlformats.org/drawingml/2006/main">
              <a:ext uri="{FF2B5EF4-FFF2-40B4-BE49-F238E27FC236}">
                <a16:creationId xmlns:a16="http://schemas.microsoft.com/office/drawing/2014/main" id="{9D6E6329-5241-4155-931F-8EFF3104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19250"/>
            <a:ext cx="9144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16" name="full-spec-page">
            <a:extLst xmlns:a="http://schemas.openxmlformats.org/drawingml/2006/main">
              <a:ext uri="{FF2B5EF4-FFF2-40B4-BE49-F238E27FC236}">
                <a16:creationId xmlns:a16="http://schemas.microsoft.com/office/drawing/2014/main" id="{23C38986-3881-4DD0-B391-59E29F97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971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117" name="full-spec-line-0">
            <a:extLst xmlns:a="http://schemas.openxmlformats.org/drawingml/2006/main">
              <a:ext uri="{FF2B5EF4-FFF2-40B4-BE49-F238E27FC236}">
                <a16:creationId xmlns:a16="http://schemas.microsoft.com/office/drawing/2014/main" id="{7E56474D-CBBF-49CA-ADBE-011B6072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18" name="full-spec-line-1">
            <a:extLst xmlns:a="http://schemas.openxmlformats.org/drawingml/2006/main">
              <a:ext uri="{FF2B5EF4-FFF2-40B4-BE49-F238E27FC236}">
                <a16:creationId xmlns:a16="http://schemas.microsoft.com/office/drawing/2014/main" id="{091E1A21-A110-4727-AD2F-3E09E75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97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19" name="full-spec-line-2">
            <a:extLst xmlns:a="http://schemas.openxmlformats.org/drawingml/2006/main">
              <a:ext uri="{FF2B5EF4-FFF2-40B4-BE49-F238E27FC236}">
                <a16:creationId xmlns:a16="http://schemas.microsoft.com/office/drawing/2014/main" id="{3439D0A5-945F-4BB6-80CB-E06C08D1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20" name="full-spec-label">
            <a:extLst xmlns:a="http://schemas.openxmlformats.org/drawingml/2006/main">
              <a:ext uri="{FF2B5EF4-FFF2-40B4-BE49-F238E27FC236}">
                <a16:creationId xmlns:a16="http://schemas.microsoft.com/office/drawing/2014/main" id="{4BD15A00-A7B5-43F9-A37A-6B05DC4D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620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121" name="full-spec-formula">
            <a:extLst xmlns:a="http://schemas.openxmlformats.org/drawingml/2006/main">
              <a:ext uri="{FF2B5EF4-FFF2-40B4-BE49-F238E27FC236}">
                <a16:creationId xmlns:a16="http://schemas.microsoft.com/office/drawing/2014/main" id="{8824B13A-FA13-429E-81CF-D63963E7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F = R(A)</a:t>
            </a:r>
          </a:p>
        </p:txBody>
      </p:sp>
      <p:sp>
        <p:nvSpPr>
          <p:cNvPr id="122" name="candidate-spec-back">
            <a:extLst xmlns:a="http://schemas.openxmlformats.org/drawingml/2006/main">
              <a:ext uri="{FF2B5EF4-FFF2-40B4-BE49-F238E27FC236}">
                <a16:creationId xmlns:a16="http://schemas.microsoft.com/office/drawing/2014/main" id="{126FF618-885B-497E-97D7-6352826B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24225"/>
            <a:ext cx="9144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D"/>
          </a:solidFill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23" name="candidate-spec-page">
            <a:extLst xmlns:a="http://schemas.openxmlformats.org/drawingml/2006/main">
              <a:ext uri="{FF2B5EF4-FFF2-40B4-BE49-F238E27FC236}">
                <a16:creationId xmlns:a16="http://schemas.microsoft.com/office/drawing/2014/main" id="{1414BBC3-7C50-4995-828A-1E8A36A4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971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8B7D9"/>
            </a:solidFill>
            <a:prstDash val="solid"/>
          </a:ln>
        </p:spPr>
      </p:sp>
      <p:sp>
        <p:nvSpPr>
          <p:cNvPr id="124" name="candidate-spec-line-0">
            <a:extLst xmlns:a="http://schemas.openxmlformats.org/drawingml/2006/main">
              <a:ext uri="{FF2B5EF4-FFF2-40B4-BE49-F238E27FC236}">
                <a16:creationId xmlns:a16="http://schemas.microsoft.com/office/drawing/2014/main" id="{5A6283A0-9446-4BAF-B454-01154673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52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125" name="candidate-spec-line-1">
            <a:extLst xmlns:a="http://schemas.openxmlformats.org/drawingml/2006/main">
              <a:ext uri="{FF2B5EF4-FFF2-40B4-BE49-F238E27FC236}">
                <a16:creationId xmlns:a16="http://schemas.microsoft.com/office/drawing/2014/main" id="{B85E33F3-C7D5-4A1C-ACF7-AE5E48D5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126" name="candidate-spec-line-2">
            <a:extLst xmlns:a="http://schemas.openxmlformats.org/drawingml/2006/main">
              <a:ext uri="{FF2B5EF4-FFF2-40B4-BE49-F238E27FC236}">
                <a16:creationId xmlns:a16="http://schemas.microsoft.com/office/drawing/2014/main" id="{CAD8F99D-7F32-4D3F-A930-88CC7BC6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76675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127" name="candidate-spec-label">
            <a:extLst xmlns:a="http://schemas.openxmlformats.org/drawingml/2006/main">
              <a:ext uri="{FF2B5EF4-FFF2-40B4-BE49-F238E27FC236}">
                <a16:creationId xmlns:a16="http://schemas.microsoft.com/office/drawing/2014/main" id="{DC19F11E-C741-4BD9-B721-0299496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7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7D9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28" name="candidate-spec-formula">
            <a:extLst xmlns:a="http://schemas.openxmlformats.org/drawingml/2006/main">
              <a:ext uri="{FF2B5EF4-FFF2-40B4-BE49-F238E27FC236}">
                <a16:creationId xmlns:a16="http://schemas.microsoft.com/office/drawing/2014/main" id="{13FA8C41-A690-4841-AC69-91394AB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38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S = R(A_S)</a:t>
            </a:r>
          </a:p>
        </p:txBody>
      </p:sp>
      <p:sp>
        <p:nvSpPr>
          <p:cNvPr id="129" name="boundary-outer">
            <a:extLst xmlns:a="http://schemas.openxmlformats.org/drawingml/2006/main">
              <a:ext uri="{FF2B5EF4-FFF2-40B4-BE49-F238E27FC236}">
                <a16:creationId xmlns:a16="http://schemas.microsoft.com/office/drawing/2014/main" id="{485A6BD6-E93A-4977-8FED-5E42BF87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19250"/>
            <a:ext cx="1657350" cy="28575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30" name="boundary-inner">
            <a:extLst xmlns:a="http://schemas.openxmlformats.org/drawingml/2006/main">
              <a:ext uri="{FF2B5EF4-FFF2-40B4-BE49-F238E27FC236}">
                <a16:creationId xmlns:a16="http://schemas.microsoft.com/office/drawing/2014/main" id="{F8C2F92B-1D8A-4A29-8757-678C6610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0"/>
            <a:ext cx="1466850" cy="26670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31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589F3E5A-980B-4BEC-9404-79350653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526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0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REGISTERED</a:t>
            </a:r>
          </a:p>
          <a:p xmlns:a="http://schemas.openxmlformats.org/drawingml/2006/main">
            <a:pPr algn="ctr">
              <a:defRPr sz="1725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32" name="boundary-omega">
            <a:extLst xmlns:a="http://schemas.openxmlformats.org/drawingml/2006/main">
              <a:ext uri="{FF2B5EF4-FFF2-40B4-BE49-F238E27FC236}">
                <a16:creationId xmlns:a16="http://schemas.microsoft.com/office/drawing/2014/main" id="{F8E5E29C-EA96-49F2-96A4-9974BE5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4315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478F6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3478F6"/>
                </a:solidFill>
                <a:latin typeface="Cambria Math"/>
                <a:ea typeface="Cambria Math"/>
                <a:cs typeface="Cambria Math"/>
              </a:rPr>
              <a:t>Ω</a:t>
            </a:r>
          </a:p>
        </p:txBody>
      </p:sp>
      <p:sp>
        <p:nvSpPr>
          <p:cNvPr id="133" name="boundary-rule-1">
            <a:extLst xmlns:a="http://schemas.openxmlformats.org/drawingml/2006/main">
              <a:ext uri="{FF2B5EF4-FFF2-40B4-BE49-F238E27FC236}">
                <a16:creationId xmlns:a16="http://schemas.microsoft.com/office/drawing/2014/main" id="{70E84736-C834-47B2-BE41-8305A88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0990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34" name="boundary-row-1">
            <a:extLst xmlns:a="http://schemas.openxmlformats.org/drawingml/2006/main">
              <a:ext uri="{FF2B5EF4-FFF2-40B4-BE49-F238E27FC236}">
                <a16:creationId xmlns:a16="http://schemas.microsoft.com/office/drawing/2014/main" id="{9FD3EC48-58F3-4729-B47A-3212750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95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P  A  G  F  S</a:t>
            </a:r>
          </a:p>
        </p:txBody>
      </p:sp>
      <p:sp>
        <p:nvSpPr>
          <p:cNvPr id="135" name="boundary-row-2">
            <a:extLst xmlns:a="http://schemas.openxmlformats.org/drawingml/2006/main">
              <a:ext uri="{FF2B5EF4-FFF2-40B4-BE49-F238E27FC236}">
                <a16:creationId xmlns:a16="http://schemas.microsoft.com/office/drawing/2014/main" id="{AB912964-59C2-45A9-9D41-3C7E45A2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385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t W M T U Q</a:t>
            </a:r>
          </a:p>
        </p:txBody>
      </p:sp>
      <p:sp>
        <p:nvSpPr>
          <p:cNvPr id="136" name="boundary-row-3">
            <a:extLst xmlns:a="http://schemas.openxmlformats.org/drawingml/2006/main">
              <a:ext uri="{FF2B5EF4-FFF2-40B4-BE49-F238E27FC236}">
                <a16:creationId xmlns:a16="http://schemas.microsoft.com/office/drawing/2014/main" id="{275F55BD-E363-4C00-BCBB-0AE07231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81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8B12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D98B12"/>
                </a:solidFill>
                <a:latin typeface="Cambria Math"/>
                <a:ea typeface="Cambria Math"/>
                <a:cs typeface="Cambria Math"/>
              </a:rPr>
              <a:t>σ   τ   γ</a:t>
            </a:r>
          </a:p>
        </p:txBody>
      </p:sp>
      <p:sp>
        <p:nvSpPr>
          <p:cNvPr id="137" name="boundary-lock-body">
            <a:extLst xmlns:a="http://schemas.openxmlformats.org/drawingml/2006/main">
              <a:ext uri="{FF2B5EF4-FFF2-40B4-BE49-F238E27FC236}">
                <a16:creationId xmlns:a16="http://schemas.microsoft.com/office/drawing/2014/main" id="{FC9A5A44-D28B-413F-AAFD-A218046F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43375"/>
            <a:ext cx="2857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138" name="boundary-lock-loop">
            <a:extLst xmlns:a="http://schemas.openxmlformats.org/drawingml/2006/main">
              <a:ext uri="{FF2B5EF4-FFF2-40B4-BE49-F238E27FC236}">
                <a16:creationId xmlns:a16="http://schemas.microsoft.com/office/drawing/2014/main" id="{3B2D8155-DE5E-4C98-8FD2-B9AD7F4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19550"/>
            <a:ext cx="171450" cy="19050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74A8B"/>
            </a:solidFill>
            <a:prstDash val="solid"/>
          </a:ln>
        </p:spPr>
      </p:sp>
      <p:sp>
        <p:nvSpPr>
          <p:cNvPr id="139" name="evaluation-path-label">
            <a:extLst xmlns:a="http://schemas.openxmlformats.org/drawingml/2006/main">
              <a:ext uri="{FF2B5EF4-FFF2-40B4-BE49-F238E27FC236}">
                <a16:creationId xmlns:a16="http://schemas.microsoft.com/office/drawing/2014/main" id="{01871075-AC94-4B05-92FB-6EB760A4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8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8B12"/>
                </a:solidFill>
                <a:latin typeface="Arial"/>
                <a:ea typeface="Arial"/>
                <a:cs typeface="Arial"/>
              </a:rPr>
              <a:t>EVALUATION PATH</a:t>
            </a:r>
          </a:p>
        </p:txBody>
      </p:sp>
      <p:sp>
        <p:nvSpPr>
          <p:cNvPr id="140" name="evaluation-track">
            <a:extLst xmlns:a="http://schemas.openxmlformats.org/drawingml/2006/main">
              <a:ext uri="{FF2B5EF4-FFF2-40B4-BE49-F238E27FC236}">
                <a16:creationId xmlns:a16="http://schemas.microsoft.com/office/drawing/2014/main" id="{58387FDB-055C-499D-9EA3-F35FC859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609600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4E0"/>
            </a:solidFill>
            <a:prstDash val="solid"/>
          </a:ln>
        </p:spPr>
      </p:sp>
      <p:sp>
        <p:nvSpPr>
          <p:cNvPr id="141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261A0013-88DE-4141-A4AE-A128D5D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286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EVALUATION PACKAGE</a:t>
            </a:r>
          </a:p>
        </p:txBody>
      </p:sp>
      <p:sp>
        <p:nvSpPr>
          <p:cNvPr id="142" name="eval-symbol-0">
            <a:extLst xmlns:a="http://schemas.openxmlformats.org/drawingml/2006/main">
              <a:ext uri="{FF2B5EF4-FFF2-40B4-BE49-F238E27FC236}">
                <a16:creationId xmlns:a16="http://schemas.microsoft.com/office/drawing/2014/main" id="{07F53AC5-666F-41C5-8431-05EBEA3F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9590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t, W</a:t>
            </a:r>
          </a:p>
        </p:txBody>
      </p:sp>
      <p:sp>
        <p:nvSpPr>
          <p:cNvPr id="143" name="eval-label-0">
            <a:extLst xmlns:a="http://schemas.openxmlformats.org/drawingml/2006/main">
              <a:ext uri="{FF2B5EF4-FFF2-40B4-BE49-F238E27FC236}">
                <a16:creationId xmlns:a16="http://schemas.microsoft.com/office/drawing/2014/main" id="{537F8F94-C61C-4578-80E3-0ADED5B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1975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task/work</a:t>
            </a:r>
          </a:p>
        </p:txBody>
      </p:sp>
      <p:sp>
        <p:nvSpPr>
          <p:cNvPr id="144" name="eval-sep-1">
            <a:extLst xmlns:a="http://schemas.openxmlformats.org/drawingml/2006/main">
              <a:ext uri="{FF2B5EF4-FFF2-40B4-BE49-F238E27FC236}">
                <a16:creationId xmlns:a16="http://schemas.microsoft.com/office/drawing/2014/main" id="{BF07B4DA-7221-4BDB-8BF4-1150B795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53530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45" name="eval-symbol-1">
            <a:extLst xmlns:a="http://schemas.openxmlformats.org/drawingml/2006/main">
              <a:ext uri="{FF2B5EF4-FFF2-40B4-BE49-F238E27FC236}">
                <a16:creationId xmlns:a16="http://schemas.microsoft.com/office/drawing/2014/main" id="{342334D2-6B4D-4147-9FB7-7CD7398D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529590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M, T, U</a:t>
            </a:r>
          </a:p>
        </p:txBody>
      </p:sp>
      <p:sp>
        <p:nvSpPr>
          <p:cNvPr id="146" name="eval-label-1">
            <a:extLst xmlns:a="http://schemas.openxmlformats.org/drawingml/2006/main">
              <a:ext uri="{FF2B5EF4-FFF2-40B4-BE49-F238E27FC236}">
                <a16:creationId xmlns:a16="http://schemas.microsoft.com/office/drawing/2014/main" id="{2D07C32F-9F9B-4739-A744-73F7EA1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561975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147" name="eval-sep-2">
            <a:extLst xmlns:a="http://schemas.openxmlformats.org/drawingml/2006/main">
              <a:ext uri="{FF2B5EF4-FFF2-40B4-BE49-F238E27FC236}">
                <a16:creationId xmlns:a16="http://schemas.microsoft.com/office/drawing/2014/main" id="{C151B417-D637-4EA1-9CCF-76B5B84C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530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48" name="eval-symbol-2">
            <a:extLst xmlns:a="http://schemas.openxmlformats.org/drawingml/2006/main">
              <a:ext uri="{FF2B5EF4-FFF2-40B4-BE49-F238E27FC236}">
                <a16:creationId xmlns:a16="http://schemas.microsoft.com/office/drawing/2014/main" id="{C76D3AE7-7F15-427F-90B2-38F78A9E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9590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Q</a:t>
            </a:r>
          </a:p>
        </p:txBody>
      </p:sp>
      <p:sp>
        <p:nvSpPr>
          <p:cNvPr id="149" name="eval-label-2">
            <a:extLst xmlns:a="http://schemas.openxmlformats.org/drawingml/2006/main">
              <a:ext uri="{FF2B5EF4-FFF2-40B4-BE49-F238E27FC236}">
                <a16:creationId xmlns:a16="http://schemas.microsoft.com/office/drawing/2014/main" id="{93A68B24-6D8A-4B2E-BCC7-9AC12C80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1975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150" name="eval-sep-3">
            <a:extLst xmlns:a="http://schemas.openxmlformats.org/drawingml/2006/main">
              <a:ext uri="{FF2B5EF4-FFF2-40B4-BE49-F238E27FC236}">
                <a16:creationId xmlns:a16="http://schemas.microsoft.com/office/drawing/2014/main" id="{315AF64C-D1FC-485F-B223-72A79A4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53530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51" name="eval-symbol-3">
            <a:extLst xmlns:a="http://schemas.openxmlformats.org/drawingml/2006/main">
              <a:ext uri="{FF2B5EF4-FFF2-40B4-BE49-F238E27FC236}">
                <a16:creationId xmlns:a16="http://schemas.microsoft.com/office/drawing/2014/main" id="{5AE1ECDA-F631-4293-98DF-10733F7A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529590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σ, τ, γ</a:t>
            </a:r>
          </a:p>
        </p:txBody>
      </p:sp>
      <p:sp>
        <p:nvSpPr>
          <p:cNvPr id="152" name="eval-label-3">
            <a:extLst xmlns:a="http://schemas.openxmlformats.org/drawingml/2006/main">
              <a:ext uri="{FF2B5EF4-FFF2-40B4-BE49-F238E27FC236}">
                <a16:creationId xmlns:a16="http://schemas.microsoft.com/office/drawing/2014/main" id="{38827803-4116-40C6-BE57-DF23827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561975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</p:spTree>
    <p:extLst>
      <p:ext uri="{BB962C8B-B14F-4D97-AF65-F5344CB8AC3E}">
        <p14:creationId xmlns:p14="http://schemas.microsoft.com/office/powerpoint/2010/main" val="989153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panel-title">
            <a:extLst xmlns:a="http://schemas.openxmlformats.org/drawingml/2006/main">
              <a:ext uri="{FF2B5EF4-FFF2-40B4-BE49-F238E27FC236}">
                <a16:creationId xmlns:a16="http://schemas.microsoft.com/office/drawing/2014/main" id="{28D9BC34-BC69-47C0-A600-36B0E704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(b) SKILLAUDIT VALIDATION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45054A4-14AB-4D6D-BE0F-014B8725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F4C72AF4-05A4-4366-B5E1-2758B974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00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4" name="header-dot-2">
            <a:extLst xmlns:a="http://schemas.openxmlformats.org/drawingml/2006/main">
              <a:ext uri="{FF2B5EF4-FFF2-40B4-BE49-F238E27FC236}">
                <a16:creationId xmlns:a16="http://schemas.microsoft.com/office/drawing/2014/main" id="{C6E52367-E13B-4D81-9003-CE7EDAE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00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" name="protocol-label">
            <a:extLst xmlns:a="http://schemas.openxmlformats.org/drawingml/2006/main">
              <a:ext uri="{FF2B5EF4-FFF2-40B4-BE49-F238E27FC236}">
                <a16:creationId xmlns:a16="http://schemas.microsoft.com/office/drawing/2014/main" id="{F64855A1-396A-4C19-8E6B-777FEA6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355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POST-COMPRESSION PROTOCOL</a:t>
            </a:r>
          </a:p>
        </p:txBody>
      </p:sp>
      <p:sp>
        <p:nvSpPr>
          <p:cNvPr id="6" name="input-to-audit-line">
            <a:extLst xmlns:a="http://schemas.openxmlformats.org/drawingml/2006/main">
              <a:ext uri="{FF2B5EF4-FFF2-40B4-BE49-F238E27FC236}">
                <a16:creationId xmlns:a16="http://schemas.microsoft.com/office/drawing/2014/main" id="{4644BE2E-A605-4EC1-A894-3DE5E747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7" name="input-to-audit-arrow">
            <a:extLst xmlns:a="http://schemas.openxmlformats.org/drawingml/2006/main">
              <a:ext uri="{FF2B5EF4-FFF2-40B4-BE49-F238E27FC236}">
                <a16:creationId xmlns:a16="http://schemas.microsoft.com/office/drawing/2014/main" id="{69881E01-7972-4591-A2B7-ADC376B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8" name="audit-to-freeze-line">
            <a:extLst xmlns:a="http://schemas.openxmlformats.org/drawingml/2006/main">
              <a:ext uri="{FF2B5EF4-FFF2-40B4-BE49-F238E27FC236}">
                <a16:creationId xmlns:a16="http://schemas.microsoft.com/office/drawing/2014/main" id="{8ED20ED9-69B8-4ADA-A9C5-01B35754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9" name="audit-to-freeze-arrow">
            <a:extLst xmlns:a="http://schemas.openxmlformats.org/drawingml/2006/main">
              <a:ext uri="{FF2B5EF4-FFF2-40B4-BE49-F238E27FC236}">
                <a16:creationId xmlns:a16="http://schemas.microsoft.com/office/drawing/2014/main" id="{A4FA4C7C-91CE-4906-AF52-F5ADB15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0" name="freeze-to-exec-line">
            <a:extLst xmlns:a="http://schemas.openxmlformats.org/drawingml/2006/main">
              <a:ext uri="{FF2B5EF4-FFF2-40B4-BE49-F238E27FC236}">
                <a16:creationId xmlns:a16="http://schemas.microsoft.com/office/drawing/2014/main" id="{FF78D2FE-DF0E-40CE-9642-97A0A576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8607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478F6"/>
            </a:solidFill>
            <a:prstDash val="solid"/>
          </a:ln>
        </p:spPr>
      </p:sp>
      <p:sp>
        <p:nvSpPr>
          <p:cNvPr id="11" name="freeze-to-exec-arrow">
            <a:extLst xmlns:a="http://schemas.openxmlformats.org/drawingml/2006/main">
              <a:ext uri="{FF2B5EF4-FFF2-40B4-BE49-F238E27FC236}">
                <a16:creationId xmlns:a16="http://schemas.microsoft.com/office/drawing/2014/main" id="{6C0A96A7-B2FC-4663-B942-7A154CA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2" name="exec-to-validity-line">
            <a:extLst xmlns:a="http://schemas.openxmlformats.org/drawingml/2006/main">
              <a:ext uri="{FF2B5EF4-FFF2-40B4-BE49-F238E27FC236}">
                <a16:creationId xmlns:a16="http://schemas.microsoft.com/office/drawing/2014/main" id="{FBB987A5-1569-4019-A443-8AD868F7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860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38B7D9"/>
            </a:solidFill>
            <a:prstDash val="solid"/>
          </a:ln>
        </p:spPr>
      </p:sp>
      <p:sp>
        <p:nvSpPr>
          <p:cNvPr id="13" name="exec-to-validity-arrow">
            <a:extLst xmlns:a="http://schemas.openxmlformats.org/drawingml/2006/main">
              <a:ext uri="{FF2B5EF4-FFF2-40B4-BE49-F238E27FC236}">
                <a16:creationId xmlns:a16="http://schemas.microsoft.com/office/drawing/2014/main" id="{E5910718-42FF-4522-96C9-55AD4968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14" name="validity-to-gate-line">
            <a:extLst xmlns:a="http://schemas.openxmlformats.org/drawingml/2006/main">
              <a:ext uri="{FF2B5EF4-FFF2-40B4-BE49-F238E27FC236}">
                <a16:creationId xmlns:a16="http://schemas.microsoft.com/office/drawing/2014/main" id="{5763F46B-FB69-4ADD-954D-0A055FA9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21A366"/>
            </a:solidFill>
            <a:prstDash val="solid"/>
          </a:ln>
        </p:spPr>
      </p:sp>
      <p:sp>
        <p:nvSpPr>
          <p:cNvPr id="15" name="validity-to-gate-arrow">
            <a:extLst xmlns:a="http://schemas.openxmlformats.org/drawingml/2006/main">
              <a:ext uri="{FF2B5EF4-FFF2-40B4-BE49-F238E27FC236}">
                <a16:creationId xmlns:a16="http://schemas.microsoft.com/office/drawing/2014/main" id="{20B05E87-DE20-4957-9E15-26541C79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A366"/>
          </a:solidFill>
          <a:ln xmlns:a="http://schemas.openxmlformats.org/drawingml/2006/main" w="0">
            <a:solidFill>
              <a:srgbClr val="21A366"/>
            </a:solidFill>
            <a:prstDash val="solid"/>
          </a:ln>
        </p:spPr>
      </p:sp>
      <p:sp>
        <p:nvSpPr>
          <p:cNvPr id="16" name="gate-to-record-line">
            <a:extLst xmlns:a="http://schemas.openxmlformats.org/drawingml/2006/main">
              <a:ext uri="{FF2B5EF4-FFF2-40B4-BE49-F238E27FC236}">
                <a16:creationId xmlns:a16="http://schemas.microsoft.com/office/drawing/2014/main" id="{466646A4-857E-400B-8679-605C6A93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8607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D98B12"/>
            </a:solidFill>
            <a:prstDash val="solid"/>
          </a:ln>
        </p:spPr>
      </p:sp>
      <p:sp>
        <p:nvSpPr>
          <p:cNvPr id="17" name="gate-to-record-arrow">
            <a:extLst xmlns:a="http://schemas.openxmlformats.org/drawingml/2006/main">
              <a:ext uri="{FF2B5EF4-FFF2-40B4-BE49-F238E27FC236}">
                <a16:creationId xmlns:a16="http://schemas.microsoft.com/office/drawing/2014/main" id="{3C0152EE-F55D-4E28-AC9B-87166F8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09875"/>
            <a:ext cx="2190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8B12"/>
          </a:solidFill>
          <a:ln xmlns:a="http://schemas.openxmlformats.org/drawingml/2006/main" w="0">
            <a:solidFill>
              <a:srgbClr val="D98B12"/>
            </a:solidFill>
            <a:prstDash val="solid"/>
          </a:ln>
        </p:spPr>
      </p:sp>
      <p:sp>
        <p:nvSpPr>
          <p:cNvPr id="18" name="audit-evidence-drop">
            <a:extLst xmlns:a="http://schemas.openxmlformats.org/drawingml/2006/main">
              <a:ext uri="{FF2B5EF4-FFF2-40B4-BE49-F238E27FC236}">
                <a16:creationId xmlns:a16="http://schemas.microsoft.com/office/drawing/2014/main" id="{715DCD65-A729-4CA8-8BE2-684C7BA3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95750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19" name="freeze-evidence-drop">
            <a:extLst xmlns:a="http://schemas.openxmlformats.org/drawingml/2006/main">
              <a:ext uri="{FF2B5EF4-FFF2-40B4-BE49-F238E27FC236}">
                <a16:creationId xmlns:a16="http://schemas.microsoft.com/office/drawing/2014/main" id="{92CA7819-2888-4CC1-97AD-9D0E7A81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4340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20" name="exec-evidence-drop">
            <a:extLst xmlns:a="http://schemas.openxmlformats.org/drawingml/2006/main">
              <a:ext uri="{FF2B5EF4-FFF2-40B4-BE49-F238E27FC236}">
                <a16:creationId xmlns:a16="http://schemas.microsoft.com/office/drawing/2014/main" id="{3C05B1AF-F280-41AB-93B7-5E2C3663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0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21" name="validity-evidence-drop">
            <a:extLst xmlns:a="http://schemas.openxmlformats.org/drawingml/2006/main">
              <a:ext uri="{FF2B5EF4-FFF2-40B4-BE49-F238E27FC236}">
                <a16:creationId xmlns:a16="http://schemas.microsoft.com/office/drawing/2014/main" id="{96F4688C-A4E5-4711-843E-7A861E83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4340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22" name="gate-evidence-drop">
            <a:extLst xmlns:a="http://schemas.openxmlformats.org/drawingml/2006/main">
              <a:ext uri="{FF2B5EF4-FFF2-40B4-BE49-F238E27FC236}">
                <a16:creationId xmlns:a16="http://schemas.microsoft.com/office/drawing/2014/main" id="{8F723F77-A961-4F8E-9D67-2D1D8F4A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4340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23" name="invalid-branch-a">
            <a:extLst xmlns:a="http://schemas.openxmlformats.org/drawingml/2006/main">
              <a:ext uri="{FF2B5EF4-FFF2-40B4-BE49-F238E27FC236}">
                <a16:creationId xmlns:a16="http://schemas.microsoft.com/office/drawing/2014/main" id="{2EDB6673-D4F1-4508-8F11-158695B0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8145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793A3"/>
            </a:solidFill>
            <a:prstDash val="solid"/>
          </a:ln>
        </p:spPr>
      </p:sp>
      <p:sp>
        <p:nvSpPr>
          <p:cNvPr id="24" name="invalid-branch-b">
            <a:extLst xmlns:a="http://schemas.openxmlformats.org/drawingml/2006/main">
              <a:ext uri="{FF2B5EF4-FFF2-40B4-BE49-F238E27FC236}">
                <a16:creationId xmlns:a16="http://schemas.microsoft.com/office/drawing/2014/main" id="{0EB52824-1B41-483A-A465-959115B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0532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793A3"/>
            </a:solidFill>
            <a:prstDash val="solid"/>
          </a:ln>
        </p:spPr>
      </p:sp>
      <p:sp>
        <p:nvSpPr>
          <p:cNvPr id="25" name="invalid-to-record-arrow">
            <a:extLst xmlns:a="http://schemas.openxmlformats.org/drawingml/2006/main">
              <a:ext uri="{FF2B5EF4-FFF2-40B4-BE49-F238E27FC236}">
                <a16:creationId xmlns:a16="http://schemas.microsoft.com/office/drawing/2014/main" id="{746D1741-C1F2-4511-8AA3-C9ABB816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2912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3"/>
          </a:solidFill>
          <a:ln xmlns:a="http://schemas.openxmlformats.org/drawingml/2006/main" w="0">
            <a:solidFill>
              <a:srgbClr val="8793A3"/>
            </a:solidFill>
            <a:prstDash val="solid"/>
          </a:ln>
        </p:spPr>
      </p:sp>
      <p:sp>
        <p:nvSpPr>
          <p:cNvPr id="26" name="rail-to-record-a">
            <a:extLst xmlns:a="http://schemas.openxmlformats.org/drawingml/2006/main">
              <a:ext uri="{FF2B5EF4-FFF2-40B4-BE49-F238E27FC236}">
                <a16:creationId xmlns:a16="http://schemas.microsoft.com/office/drawing/2014/main" id="{A267D3C5-640C-4E17-AB5B-E9F95FA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768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174A8B"/>
            </a:solidFill>
            <a:prstDash val="solid"/>
          </a:ln>
        </p:spPr>
      </p:sp>
      <p:sp>
        <p:nvSpPr>
          <p:cNvPr id="27" name="rail-to-record-b">
            <a:extLst xmlns:a="http://schemas.openxmlformats.org/drawingml/2006/main">
              <a:ext uri="{FF2B5EF4-FFF2-40B4-BE49-F238E27FC236}">
                <a16:creationId xmlns:a16="http://schemas.microsoft.com/office/drawing/2014/main" id="{CA6C9E92-E06D-4B92-8171-8FF4E5B1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1149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174A8B"/>
            </a:solidFill>
            <a:prstDash val="solid"/>
          </a:ln>
        </p:spPr>
      </p:sp>
      <p:sp>
        <p:nvSpPr>
          <p:cNvPr id="28" name="rail-to-record-arrow">
            <a:extLst xmlns:a="http://schemas.openxmlformats.org/drawingml/2006/main">
              <a:ext uri="{FF2B5EF4-FFF2-40B4-BE49-F238E27FC236}">
                <a16:creationId xmlns:a16="http://schemas.microsoft.com/office/drawing/2014/main" id="{4E3A53D9-6738-468E-AB37-5323CB4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95850"/>
            <a:ext cx="152400" cy="2476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29" name="input-port">
            <a:extLst xmlns:a="http://schemas.openxmlformats.org/drawingml/2006/main">
              <a:ext uri="{FF2B5EF4-FFF2-40B4-BE49-F238E27FC236}">
                <a16:creationId xmlns:a16="http://schemas.microsoft.com/office/drawing/2014/main" id="{5DC310E7-8C34-4B7D-B809-53CF0394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85800" cy="10096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0" name="input-port-omega">
            <a:extLst xmlns:a="http://schemas.openxmlformats.org/drawingml/2006/main">
              <a:ext uri="{FF2B5EF4-FFF2-40B4-BE49-F238E27FC236}">
                <a16:creationId xmlns:a16="http://schemas.microsoft.com/office/drawing/2014/main" id="{9466D090-2518-41F6-AE8E-03E1A2F0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478F6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3478F6"/>
                </a:solidFill>
                <a:latin typeface="Cambria Math"/>
                <a:ea typeface="Cambria Math"/>
                <a:cs typeface="Cambria Math"/>
              </a:rPr>
              <a:t>Ω</a:t>
            </a:r>
          </a:p>
        </p:txBody>
      </p:sp>
      <p:sp>
        <p:nvSpPr>
          <p:cNvPr id="31" name="input-port-label">
            <a:extLst xmlns:a="http://schemas.openxmlformats.org/drawingml/2006/main">
              <a:ext uri="{FF2B5EF4-FFF2-40B4-BE49-F238E27FC236}">
                <a16:creationId xmlns:a16="http://schemas.microsoft.com/office/drawing/2014/main" id="{5E6765B5-D4BF-4784-95BD-D9FA80E5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2" name="audit-title">
            <a:extLst xmlns:a="http://schemas.openxmlformats.org/drawingml/2006/main">
              <a:ext uri="{FF2B5EF4-FFF2-40B4-BE49-F238E27FC236}">
                <a16:creationId xmlns:a16="http://schemas.microsoft.com/office/drawing/2014/main" id="{EEE8B889-E3DE-46B9-95F8-2435BA1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00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1  AUDIT</a:t>
            </a:r>
          </a:p>
        </p:txBody>
      </p:sp>
      <p:sp>
        <p:nvSpPr>
          <p:cNvPr id="33" name="audit-subtitle">
            <a:extLst xmlns:a="http://schemas.openxmlformats.org/drawingml/2006/main">
              <a:ext uri="{FF2B5EF4-FFF2-40B4-BE49-F238E27FC236}">
                <a16:creationId xmlns:a16="http://schemas.microsoft.com/office/drawing/2014/main" id="{482793DF-8EA5-4BA3-8476-0CC9318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85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source + closure</a:t>
            </a:r>
          </a:p>
        </p:txBody>
      </p:sp>
      <p:sp>
        <p:nvSpPr>
          <p:cNvPr id="34" name="audit-paper-page">
            <a:extLst xmlns:a="http://schemas.openxmlformats.org/drawingml/2006/main">
              <a:ext uri="{FF2B5EF4-FFF2-40B4-BE49-F238E27FC236}">
                <a16:creationId xmlns:a16="http://schemas.microsoft.com/office/drawing/2014/main" id="{16BEE7BD-E6A6-4752-8202-A941CD1C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05000"/>
            <a:ext cx="51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7212F"/>
            </a:solidFill>
            <a:prstDash val="solid"/>
          </a:ln>
        </p:spPr>
      </p:sp>
      <p:sp>
        <p:nvSpPr>
          <p:cNvPr id="35" name="audit-paper-highlight">
            <a:extLst xmlns:a="http://schemas.openxmlformats.org/drawingml/2006/main">
              <a:ext uri="{FF2B5EF4-FFF2-40B4-BE49-F238E27FC236}">
                <a16:creationId xmlns:a16="http://schemas.microsoft.com/office/drawing/2014/main" id="{08C3F3D7-1C1B-4EC9-993A-B449548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62175"/>
            <a:ext cx="3524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36" name="audit-paper-line-1">
            <a:extLst xmlns:a="http://schemas.openxmlformats.org/drawingml/2006/main">
              <a:ext uri="{FF2B5EF4-FFF2-40B4-BE49-F238E27FC236}">
                <a16:creationId xmlns:a16="http://schemas.microsoft.com/office/drawing/2014/main" id="{D6D9D67A-5109-43A1-89BE-705D609E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28825"/>
            <a:ext cx="295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E0"/>
          </a:solidFill>
          <a:ln xmlns:a="http://schemas.openxmlformats.org/drawingml/2006/main" w="0">
            <a:solidFill>
              <a:srgbClr val="C9D4E0"/>
            </a:solidFill>
            <a:prstDash val="solid"/>
          </a:ln>
        </p:spPr>
      </p:sp>
      <p:sp>
        <p:nvSpPr>
          <p:cNvPr id="37" name="audit-paper-line-2">
            <a:extLst xmlns:a="http://schemas.openxmlformats.org/drawingml/2006/main">
              <a:ext uri="{FF2B5EF4-FFF2-40B4-BE49-F238E27FC236}">
                <a16:creationId xmlns:a16="http://schemas.microsoft.com/office/drawing/2014/main" id="{7D574B8A-447C-4DCA-A6D6-50359AD5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E0"/>
          </a:solidFill>
          <a:ln xmlns:a="http://schemas.openxmlformats.org/drawingml/2006/main" w="0">
            <a:solidFill>
              <a:srgbClr val="C9D4E0"/>
            </a:solidFill>
            <a:prstDash val="solid"/>
          </a:ln>
        </p:spPr>
      </p:sp>
      <p:sp>
        <p:nvSpPr>
          <p:cNvPr id="38" name="audit-paper-p">
            <a:extLst xmlns:a="http://schemas.openxmlformats.org/drawingml/2006/main">
              <a:ext uri="{FF2B5EF4-FFF2-40B4-BE49-F238E27FC236}">
                <a16:creationId xmlns:a16="http://schemas.microsoft.com/office/drawing/2014/main" id="{570A42BE-6940-4F79-9606-6BC9E0C1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81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39" name="audit-mini-edge-0-1">
            <a:extLst xmlns:a="http://schemas.openxmlformats.org/drawingml/2006/main">
              <a:ext uri="{FF2B5EF4-FFF2-40B4-BE49-F238E27FC236}">
                <a16:creationId xmlns:a16="http://schemas.microsoft.com/office/drawing/2014/main" id="{A3A2F0AC-5762-43BF-A1A9-F30EE799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62150"/>
            <a:ext cx="36195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0" name="audit-mini-head-0-1">
            <a:extLst xmlns:a="http://schemas.openxmlformats.org/drawingml/2006/main">
              <a:ext uri="{FF2B5EF4-FFF2-40B4-BE49-F238E27FC236}">
                <a16:creationId xmlns:a16="http://schemas.microsoft.com/office/drawing/2014/main" id="{65624235-CCEC-428E-905F-ABE9A38B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71098">
            <a:off x="2474976" y="2003679"/>
            <a:ext cx="114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41" name="audit-mini-edge-0-2">
            <a:extLst xmlns:a="http://schemas.openxmlformats.org/drawingml/2006/main">
              <a:ext uri="{FF2B5EF4-FFF2-40B4-BE49-F238E27FC236}">
                <a16:creationId xmlns:a16="http://schemas.microsoft.com/office/drawing/2014/main" id="{33E90D00-263B-4322-9CE6-749FDE3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3524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2" name="audit-mini-head-0-2">
            <a:extLst xmlns:a="http://schemas.openxmlformats.org/drawingml/2006/main">
              <a:ext uri="{FF2B5EF4-FFF2-40B4-BE49-F238E27FC236}">
                <a16:creationId xmlns:a16="http://schemas.microsoft.com/office/drawing/2014/main" id="{D02ED85F-4669-49E0-9464-66A4560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04532">
            <a:off x="2468499" y="2379345"/>
            <a:ext cx="114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43" name="audit-mini-edge-1-3">
            <a:extLst xmlns:a="http://schemas.openxmlformats.org/drawingml/2006/main">
              <a:ext uri="{FF2B5EF4-FFF2-40B4-BE49-F238E27FC236}">
                <a16:creationId xmlns:a16="http://schemas.microsoft.com/office/drawing/2014/main" id="{11F7787E-E034-4A5F-B620-943B56B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62150"/>
            <a:ext cx="3333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4" name="audit-mini-head-1-3">
            <a:extLst xmlns:a="http://schemas.openxmlformats.org/drawingml/2006/main">
              <a:ext uri="{FF2B5EF4-FFF2-40B4-BE49-F238E27FC236}">
                <a16:creationId xmlns:a16="http://schemas.microsoft.com/office/drawing/2014/main" id="{3E86AE26-2271-45FE-BFAA-1969D606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2817495" y="2114931"/>
            <a:ext cx="114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45" name="audit-mini-edge-2-3">
            <a:extLst xmlns:a="http://schemas.openxmlformats.org/drawingml/2006/main">
              <a:ext uri="{FF2B5EF4-FFF2-40B4-BE49-F238E27FC236}">
                <a16:creationId xmlns:a16="http://schemas.microsoft.com/office/drawing/2014/main" id="{14A3B643-1FCC-41C6-8EC4-7F9A6633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28850"/>
            <a:ext cx="3429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6" name="audit-mini-head-2-3">
            <a:extLst xmlns:a="http://schemas.openxmlformats.org/drawingml/2006/main">
              <a:ext uri="{FF2B5EF4-FFF2-40B4-BE49-F238E27FC236}">
                <a16:creationId xmlns:a16="http://schemas.microsoft.com/office/drawing/2014/main" id="{AB8BFE98-E535-4EE9-96FC-867C7F4D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88334">
            <a:off x="2814447" y="2291715"/>
            <a:ext cx="114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47" name="audit-mini-node-0">
            <a:extLst xmlns:a="http://schemas.openxmlformats.org/drawingml/2006/main">
              <a:ext uri="{FF2B5EF4-FFF2-40B4-BE49-F238E27FC236}">
                <a16:creationId xmlns:a16="http://schemas.microsoft.com/office/drawing/2014/main" id="{DD64F58F-6C3C-401A-BDC5-FA50E5D1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66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8" name="audit-mini-node-1">
            <a:extLst xmlns:a="http://schemas.openxmlformats.org/drawingml/2006/main">
              <a:ext uri="{FF2B5EF4-FFF2-40B4-BE49-F238E27FC236}">
                <a16:creationId xmlns:a16="http://schemas.microsoft.com/office/drawing/2014/main" id="{ADBFF6CA-45B4-419A-AA00-B3426ADF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47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9" name="audit-mini-node-2">
            <a:extLst xmlns:a="http://schemas.openxmlformats.org/drawingml/2006/main">
              <a:ext uri="{FF2B5EF4-FFF2-40B4-BE49-F238E27FC236}">
                <a16:creationId xmlns:a16="http://schemas.microsoft.com/office/drawing/2014/main" id="{B65BFAA6-E450-411C-8C99-7E0BED8F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00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45B63"/>
            </a:solidFill>
            <a:prstDash val="solid"/>
          </a:ln>
        </p:spPr>
      </p:sp>
      <p:sp>
        <p:nvSpPr>
          <p:cNvPr id="50" name="audit-mini-x-a">
            <a:extLst xmlns:a="http://schemas.openxmlformats.org/drawingml/2006/main">
              <a:ext uri="{FF2B5EF4-FFF2-40B4-BE49-F238E27FC236}">
                <a16:creationId xmlns:a16="http://schemas.microsoft.com/office/drawing/2014/main" id="{61D11B39-3E0F-444B-8FF3-31683114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5745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45B63"/>
            </a:solidFill>
            <a:prstDash val="solid"/>
          </a:ln>
        </p:spPr>
      </p:sp>
      <p:sp>
        <p:nvSpPr>
          <p:cNvPr id="51" name="audit-mini-x-b">
            <a:extLst xmlns:a="http://schemas.openxmlformats.org/drawingml/2006/main">
              <a:ext uri="{FF2B5EF4-FFF2-40B4-BE49-F238E27FC236}">
                <a16:creationId xmlns:a16="http://schemas.microsoft.com/office/drawing/2014/main" id="{9DF769BC-2232-41F5-9C8C-7365059F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5745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45B63"/>
            </a:solidFill>
            <a:prstDash val="solid"/>
          </a:ln>
        </p:spPr>
      </p:sp>
      <p:sp>
        <p:nvSpPr>
          <p:cNvPr id="52" name="audit-mini-node-3">
            <a:extLst xmlns:a="http://schemas.openxmlformats.org/drawingml/2006/main">
              <a:ext uri="{FF2B5EF4-FFF2-40B4-BE49-F238E27FC236}">
                <a16:creationId xmlns:a16="http://schemas.microsoft.com/office/drawing/2014/main" id="{BF97BC43-4E32-4899-B8F3-C8F4EA2F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114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14288">
            <a:solidFill>
              <a:srgbClr val="38B7D9"/>
            </a:solidFill>
            <a:prstDash val="solid"/>
          </a:ln>
        </p:spPr>
      </p:sp>
      <p:sp>
        <p:nvSpPr>
          <p:cNvPr id="53" name="audit-map-line-1">
            <a:extLst xmlns:a="http://schemas.openxmlformats.org/drawingml/2006/main">
              <a:ext uri="{FF2B5EF4-FFF2-40B4-BE49-F238E27FC236}">
                <a16:creationId xmlns:a16="http://schemas.microsoft.com/office/drawing/2014/main" id="{8EBEA8F0-5B3E-4214-A83D-146EF21F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621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54" name="audit-map-line-2">
            <a:extLst xmlns:a="http://schemas.openxmlformats.org/drawingml/2006/main">
              <a:ext uri="{FF2B5EF4-FFF2-40B4-BE49-F238E27FC236}">
                <a16:creationId xmlns:a16="http://schemas.microsoft.com/office/drawing/2014/main" id="{87BF399D-5B40-49A2-B30B-FA45DFEF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352675"/>
            <a:ext cx="71437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dash"/>
          </a:ln>
        </p:spPr>
      </p:sp>
      <p:sp>
        <p:nvSpPr>
          <p:cNvPr id="55" name="closure-check">
            <a:extLst xmlns:a="http://schemas.openxmlformats.org/drawingml/2006/main">
              <a:ext uri="{FF2B5EF4-FFF2-40B4-BE49-F238E27FC236}">
                <a16:creationId xmlns:a16="http://schemas.microsoft.com/office/drawing/2014/main" id="{7C76055B-218B-48F1-AB3F-C02039B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19050">
            <a:solidFill>
              <a:srgbClr val="21A366"/>
            </a:solidFill>
            <a:prstDash val="solid"/>
          </a:ln>
        </p:spPr>
      </p:sp>
      <p:sp>
        <p:nvSpPr>
          <p:cNvPr id="56" name="closure-check-mark">
            <a:extLst xmlns:a="http://schemas.openxmlformats.org/drawingml/2006/main">
              <a:ext uri="{FF2B5EF4-FFF2-40B4-BE49-F238E27FC236}">
                <a16:creationId xmlns:a16="http://schemas.microsoft.com/office/drawing/2014/main" id="{56ED6148-BB7B-48D9-AC5D-E69222AB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A36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A36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closure-label">
            <a:extLst xmlns:a="http://schemas.openxmlformats.org/drawingml/2006/main">
              <a:ext uri="{FF2B5EF4-FFF2-40B4-BE49-F238E27FC236}">
                <a16:creationId xmlns:a16="http://schemas.microsoft.com/office/drawing/2014/main" id="{49D11905-FD54-4FF2-B37A-0509BEB1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source map</a:t>
            </a:r>
          </a:p>
          <a:p xmlns:a="http://schemas.openxmlformats.org/drawingml/2006/main">
            <a:pPr algn="ct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DAG closure</a:t>
            </a:r>
          </a:p>
        </p:txBody>
      </p:sp>
      <p:sp>
        <p:nvSpPr>
          <p:cNvPr id="58" name="freeze-title">
            <a:extLst xmlns:a="http://schemas.openxmlformats.org/drawingml/2006/main">
              <a:ext uri="{FF2B5EF4-FFF2-40B4-BE49-F238E27FC236}">
                <a16:creationId xmlns:a16="http://schemas.microsoft.com/office/drawing/2014/main" id="{589BE457-463F-4A82-A2D8-FB7A626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00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2  FREEZE</a:t>
            </a:r>
          </a:p>
        </p:txBody>
      </p:sp>
      <p:sp>
        <p:nvSpPr>
          <p:cNvPr id="59" name="freeze-subtitle">
            <a:extLst xmlns:a="http://schemas.openxmlformats.org/drawingml/2006/main">
              <a:ext uri="{FF2B5EF4-FFF2-40B4-BE49-F238E27FC236}">
                <a16:creationId xmlns:a16="http://schemas.microsoft.com/office/drawing/2014/main" id="{A737368B-454E-44CD-8FA1-038853C4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859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verify digests</a:t>
            </a:r>
          </a:p>
        </p:txBody>
      </p:sp>
      <p:sp>
        <p:nvSpPr>
          <p:cNvPr id="60" name="freeze-B-card">
            <a:extLst xmlns:a="http://schemas.openxmlformats.org/drawingml/2006/main">
              <a:ext uri="{FF2B5EF4-FFF2-40B4-BE49-F238E27FC236}">
                <a16:creationId xmlns:a16="http://schemas.microsoft.com/office/drawing/2014/main" id="{B7ABA61F-80E7-4F8F-9245-DB3CC33C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11239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14288">
            <a:solidFill>
              <a:srgbClr val="8793A3"/>
            </a:solidFill>
            <a:prstDash val="solid"/>
          </a:ln>
        </p:spPr>
      </p:sp>
      <p:sp>
        <p:nvSpPr>
          <p:cNvPr id="61" name="freeze-B-text">
            <a:extLst xmlns:a="http://schemas.openxmlformats.org/drawingml/2006/main">
              <a:ext uri="{FF2B5EF4-FFF2-40B4-BE49-F238E27FC236}">
                <a16:creationId xmlns:a16="http://schemas.microsoft.com/office/drawing/2014/main" id="{4B6D61FA-6744-4F9B-B75A-E87110BB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47850"/>
            <a:ext cx="962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793A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8793A3"/>
                </a:solidFill>
                <a:latin typeface="Cambria Math"/>
                <a:ea typeface="Cambria Math"/>
                <a:cs typeface="Cambria Math"/>
              </a:rPr>
              <a:t>B  hash</a:t>
            </a:r>
          </a:p>
        </p:txBody>
      </p:sp>
      <p:sp>
        <p:nvSpPr>
          <p:cNvPr id="62" name="freeze-F-card">
            <a:extLst xmlns:a="http://schemas.openxmlformats.org/drawingml/2006/main">
              <a:ext uri="{FF2B5EF4-FFF2-40B4-BE49-F238E27FC236}">
                <a16:creationId xmlns:a16="http://schemas.microsoft.com/office/drawing/2014/main" id="{0017E2B3-87E9-4FA5-B065-8ECBF648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1239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63" name="freeze-F-text">
            <a:extLst xmlns:a="http://schemas.openxmlformats.org/drawingml/2006/main">
              <a:ext uri="{FF2B5EF4-FFF2-40B4-BE49-F238E27FC236}">
                <a16:creationId xmlns:a16="http://schemas.microsoft.com/office/drawing/2014/main" id="{96CBE1AD-D1FF-41C7-8CF2-58196ED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00300"/>
            <a:ext cx="962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478F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3478F6"/>
                </a:solidFill>
                <a:latin typeface="Cambria Math"/>
                <a:ea typeface="Cambria Math"/>
                <a:cs typeface="Cambria Math"/>
              </a:rPr>
              <a:t>F  hash</a:t>
            </a:r>
          </a:p>
        </p:txBody>
      </p:sp>
      <p:sp>
        <p:nvSpPr>
          <p:cNvPr id="64" name="freeze-S-card">
            <a:extLst xmlns:a="http://schemas.openxmlformats.org/drawingml/2006/main">
              <a:ext uri="{FF2B5EF4-FFF2-40B4-BE49-F238E27FC236}">
                <a16:creationId xmlns:a16="http://schemas.microsoft.com/office/drawing/2014/main" id="{3CE0ECDB-5F5E-415E-9F1F-8BFF63E7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11239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FAFD"/>
          </a:solidFill>
          <a:ln xmlns:a="http://schemas.openxmlformats.org/drawingml/2006/main" w="14288">
            <a:solidFill>
              <a:srgbClr val="38B7D9"/>
            </a:solidFill>
            <a:prstDash val="solid"/>
          </a:ln>
        </p:spPr>
      </p:sp>
      <p:sp>
        <p:nvSpPr>
          <p:cNvPr id="65" name="freeze-S-text">
            <a:extLst xmlns:a="http://schemas.openxmlformats.org/drawingml/2006/main">
              <a:ext uri="{FF2B5EF4-FFF2-40B4-BE49-F238E27FC236}">
                <a16:creationId xmlns:a16="http://schemas.microsoft.com/office/drawing/2014/main" id="{0D6D88AB-FDC4-4A81-B24A-B4DA5FA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962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7D9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38B7D9"/>
                </a:solidFill>
                <a:latin typeface="Cambria Math"/>
                <a:ea typeface="Cambria Math"/>
                <a:cs typeface="Cambria Math"/>
              </a:rPr>
              <a:t>S  hash</a:t>
            </a:r>
          </a:p>
        </p:txBody>
      </p:sp>
      <p:sp>
        <p:nvSpPr>
          <p:cNvPr id="66" name="freeze-lock-body">
            <a:extLst xmlns:a="http://schemas.openxmlformats.org/drawingml/2006/main">
              <a:ext uri="{FF2B5EF4-FFF2-40B4-BE49-F238E27FC236}">
                <a16:creationId xmlns:a16="http://schemas.microsoft.com/office/drawing/2014/main" id="{5BF4E983-A9CF-4AA1-A199-8C323AC8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00450"/>
            <a:ext cx="457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67" name="freeze-lock-loop">
            <a:extLst xmlns:a="http://schemas.openxmlformats.org/drawingml/2006/main">
              <a:ext uri="{FF2B5EF4-FFF2-40B4-BE49-F238E27FC236}">
                <a16:creationId xmlns:a16="http://schemas.microsoft.com/office/drawing/2014/main" id="{10F10B0F-885F-442E-A565-515DE78E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285750" cy="333375"/>
          </a:xfrm>
          <a:prstGeom xmlns:a="http://schemas.openxmlformats.org/drawingml/2006/main" prst="roundRect">
            <a:avLst>
              <a:gd name="adj" fmla="val 46667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174A8B"/>
            </a:solidFill>
            <a:prstDash val="solid"/>
          </a:ln>
        </p:spPr>
      </p:sp>
      <p:sp>
        <p:nvSpPr>
          <p:cNvPr id="68" name="freeze-label">
            <a:extLst xmlns:a="http://schemas.openxmlformats.org/drawingml/2006/main">
              <a:ext uri="{FF2B5EF4-FFF2-40B4-BE49-F238E27FC236}">
                <a16:creationId xmlns:a16="http://schemas.microsoft.com/office/drawing/2014/main" id="{73F8C6A3-6B77-4A1B-8AF5-545485A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67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frozen B/F/S</a:t>
            </a:r>
          </a:p>
        </p:txBody>
      </p:sp>
      <p:sp>
        <p:nvSpPr>
          <p:cNvPr id="69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6ADB3374-E2E7-4270-A2D2-61223313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0015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8B7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8B7D9"/>
                </a:solidFill>
                <a:latin typeface="Arial"/>
                <a:ea typeface="Arial"/>
                <a:cs typeface="Arial"/>
              </a:rPr>
              <a:t>3  MATCHED B / F / S RUNS</a:t>
            </a:r>
          </a:p>
        </p:txBody>
      </p:sp>
      <p:sp>
        <p:nvSpPr>
          <p:cNvPr id="70" name="execution-boundary">
            <a:extLst xmlns:a="http://schemas.openxmlformats.org/drawingml/2006/main">
              <a:ext uri="{FF2B5EF4-FFF2-40B4-BE49-F238E27FC236}">
                <a16:creationId xmlns:a16="http://schemas.microsoft.com/office/drawing/2014/main" id="{E6DF8EE1-BA65-4500-9FF0-592E5E98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3143250" cy="280035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4E0"/>
            </a:solidFill>
            <a:prstDash val="solid"/>
          </a:ln>
        </p:spPr>
      </p:sp>
      <p:sp>
        <p:nvSpPr>
          <p:cNvPr id="71" name="execution-shared">
            <a:extLst xmlns:a="http://schemas.openxmlformats.org/drawingml/2006/main">
              <a:ext uri="{FF2B5EF4-FFF2-40B4-BE49-F238E27FC236}">
                <a16:creationId xmlns:a16="http://schemas.microsoft.com/office/drawing/2014/main" id="{C18541F1-C6EC-4048-89A1-CB58DB96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8592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SAME  t  W  M  T  U  Q</a:t>
            </a:r>
          </a:p>
        </p:txBody>
      </p:sp>
      <p:sp>
        <p:nvSpPr>
          <p:cNvPr id="72" name="execution-header-rule">
            <a:extLst xmlns:a="http://schemas.openxmlformats.org/drawingml/2006/main">
              <a:ext uri="{FF2B5EF4-FFF2-40B4-BE49-F238E27FC236}">
                <a16:creationId xmlns:a16="http://schemas.microsoft.com/office/drawing/2014/main" id="{22494891-A929-472D-80CF-F648970D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383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73" name="lane-B">
            <a:extLst xmlns:a="http://schemas.openxmlformats.org/drawingml/2006/main">
              <a:ext uri="{FF2B5EF4-FFF2-40B4-BE49-F238E27FC236}">
                <a16:creationId xmlns:a16="http://schemas.microsoft.com/office/drawing/2014/main" id="{7B3531C1-305F-459A-B069-8A5D644C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62175"/>
            <a:ext cx="2876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14288">
            <a:solidFill>
              <a:srgbClr val="8793A3"/>
            </a:solidFill>
            <a:prstDash val="solid"/>
          </a:ln>
        </p:spPr>
      </p:sp>
      <p:sp>
        <p:nvSpPr>
          <p:cNvPr id="74" name="lane-B-badge">
            <a:extLst xmlns:a="http://schemas.openxmlformats.org/drawingml/2006/main">
              <a:ext uri="{FF2B5EF4-FFF2-40B4-BE49-F238E27FC236}">
                <a16:creationId xmlns:a16="http://schemas.microsoft.com/office/drawing/2014/main" id="{79B3ADD2-10B6-4366-BEE8-52BC0964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3A3"/>
          </a:solidFill>
          <a:ln xmlns:a="http://schemas.openxmlformats.org/drawingml/2006/main" w="0">
            <a:solidFill>
              <a:srgbClr val="8793A3"/>
            </a:solidFill>
            <a:prstDash val="solid"/>
          </a:ln>
        </p:spPr>
      </p:sp>
      <p:sp>
        <p:nvSpPr>
          <p:cNvPr id="75" name="lane-B-badge-text">
            <a:extLst xmlns:a="http://schemas.openxmlformats.org/drawingml/2006/main">
              <a:ext uri="{FF2B5EF4-FFF2-40B4-BE49-F238E27FC236}">
                <a16:creationId xmlns:a16="http://schemas.microsoft.com/office/drawing/2014/main" id="{A63EDCBF-3F5B-4757-93AC-1CD3C1CB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669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76" name="lane-B-label">
            <a:extLst xmlns:a="http://schemas.openxmlformats.org/drawingml/2006/main">
              <a:ext uri="{FF2B5EF4-FFF2-40B4-BE49-F238E27FC236}">
                <a16:creationId xmlns:a16="http://schemas.microsoft.com/office/drawing/2014/main" id="{2509AF3F-AB8E-4A4B-8C3A-58F8DEB8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57425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793A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793A3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77" name="lane-B-agent-head">
            <a:extLst xmlns:a="http://schemas.openxmlformats.org/drawingml/2006/main">
              <a:ext uri="{FF2B5EF4-FFF2-40B4-BE49-F238E27FC236}">
                <a16:creationId xmlns:a16="http://schemas.microsoft.com/office/drawing/2014/main" id="{369E149B-9439-4B37-A871-B0DC2029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305050"/>
            <a:ext cx="361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793A3"/>
            </a:solidFill>
            <a:prstDash val="solid"/>
          </a:ln>
        </p:spPr>
      </p:sp>
      <p:sp>
        <p:nvSpPr>
          <p:cNvPr id="78" name="lane-B-agent-eye-1">
            <a:extLst xmlns:a="http://schemas.openxmlformats.org/drawingml/2006/main">
              <a:ext uri="{FF2B5EF4-FFF2-40B4-BE49-F238E27FC236}">
                <a16:creationId xmlns:a16="http://schemas.microsoft.com/office/drawing/2014/main" id="{E9D65650-267E-48BB-B0E8-64F55349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00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3A3"/>
          </a:solidFill>
          <a:ln xmlns:a="http://schemas.openxmlformats.org/drawingml/2006/main" w="0">
            <a:solidFill>
              <a:srgbClr val="8793A3"/>
            </a:solidFill>
            <a:prstDash val="solid"/>
          </a:ln>
        </p:spPr>
      </p:sp>
      <p:sp>
        <p:nvSpPr>
          <p:cNvPr id="79" name="lane-B-agent-eye-2">
            <a:extLst xmlns:a="http://schemas.openxmlformats.org/drawingml/2006/main">
              <a:ext uri="{FF2B5EF4-FFF2-40B4-BE49-F238E27FC236}">
                <a16:creationId xmlns:a16="http://schemas.microsoft.com/office/drawing/2014/main" id="{87F765E5-A750-4121-8811-96667485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3A3"/>
          </a:solidFill>
          <a:ln xmlns:a="http://schemas.openxmlformats.org/drawingml/2006/main" w="0">
            <a:solidFill>
              <a:srgbClr val="8793A3"/>
            </a:solidFill>
            <a:prstDash val="solid"/>
          </a:ln>
        </p:spPr>
      </p:sp>
      <p:sp>
        <p:nvSpPr>
          <p:cNvPr id="80" name="lane-B-agent-antenna">
            <a:extLst xmlns:a="http://schemas.openxmlformats.org/drawingml/2006/main">
              <a:ext uri="{FF2B5EF4-FFF2-40B4-BE49-F238E27FC236}">
                <a16:creationId xmlns:a16="http://schemas.microsoft.com/office/drawing/2014/main" id="{FB2A912F-219C-4CD4-8B51-CC2741E2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8793A3"/>
            </a:solidFill>
            <a:prstDash val="solid"/>
          </a:ln>
        </p:spPr>
      </p:sp>
      <p:sp>
        <p:nvSpPr>
          <p:cNvPr id="81" name="lane-B-arrow">
            <a:extLst xmlns:a="http://schemas.openxmlformats.org/drawingml/2006/main">
              <a:ext uri="{FF2B5EF4-FFF2-40B4-BE49-F238E27FC236}">
                <a16:creationId xmlns:a16="http://schemas.microsoft.com/office/drawing/2014/main" id="{30430852-0301-44D1-AAF8-A15D7C0A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3"/>
          </a:solidFill>
          <a:ln xmlns:a="http://schemas.openxmlformats.org/drawingml/2006/main" w="0">
            <a:solidFill>
              <a:srgbClr val="8793A3"/>
            </a:solidFill>
            <a:prstDash val="solid"/>
          </a:ln>
        </p:spPr>
      </p:sp>
      <p:sp>
        <p:nvSpPr>
          <p:cNvPr id="82" name="lane-B-terminal-terminal">
            <a:extLst xmlns:a="http://schemas.openxmlformats.org/drawingml/2006/main">
              <a:ext uri="{FF2B5EF4-FFF2-40B4-BE49-F238E27FC236}">
                <a16:creationId xmlns:a16="http://schemas.microsoft.com/office/drawing/2014/main" id="{405ED4F3-FA38-49A1-92D5-53BC297E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95525"/>
            <a:ext cx="4000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793A3"/>
            </a:solidFill>
            <a:prstDash val="solid"/>
          </a:ln>
        </p:spPr>
      </p:sp>
      <p:sp>
        <p:nvSpPr>
          <p:cNvPr id="83" name="lane-B-terminal-prompt">
            <a:extLst xmlns:a="http://schemas.openxmlformats.org/drawingml/2006/main">
              <a:ext uri="{FF2B5EF4-FFF2-40B4-BE49-F238E27FC236}">
                <a16:creationId xmlns:a16="http://schemas.microsoft.com/office/drawing/2014/main" id="{A35C9D55-856D-4F54-B4DE-0B3D7781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955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793A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8793A3"/>
                </a:solidFill>
                <a:latin typeface="Cambria Math"/>
                <a:ea typeface="Cambria Math"/>
                <a:cs typeface="Cambria Math"/>
              </a:rPr>
              <a:t>&gt;_</a:t>
            </a:r>
          </a:p>
        </p:txBody>
      </p:sp>
      <p:sp>
        <p:nvSpPr>
          <p:cNvPr id="84" name="lane-B-output">
            <a:extLst xmlns:a="http://schemas.openxmlformats.org/drawingml/2006/main">
              <a:ext uri="{FF2B5EF4-FFF2-40B4-BE49-F238E27FC236}">
                <a16:creationId xmlns:a16="http://schemas.microsoft.com/office/drawing/2014/main" id="{B6C1AD57-42A5-4820-997D-0041D843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764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v,h,p,q</a:t>
            </a:r>
          </a:p>
        </p:txBody>
      </p:sp>
      <p:sp>
        <p:nvSpPr>
          <p:cNvPr id="85" name="lane-F">
            <a:extLst xmlns:a="http://schemas.openxmlformats.org/drawingml/2006/main">
              <a:ext uri="{FF2B5EF4-FFF2-40B4-BE49-F238E27FC236}">
                <a16:creationId xmlns:a16="http://schemas.microsoft.com/office/drawing/2014/main" id="{641FBE16-06AD-4BF2-8CBB-ED051C30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47975"/>
            <a:ext cx="2876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86" name="lane-F-badge">
            <a:extLst xmlns:a="http://schemas.openxmlformats.org/drawingml/2006/main">
              <a:ext uri="{FF2B5EF4-FFF2-40B4-BE49-F238E27FC236}">
                <a16:creationId xmlns:a16="http://schemas.microsoft.com/office/drawing/2014/main" id="{53A54EED-AB1E-43C4-83BE-548A114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87" name="lane-F-badge-text">
            <a:extLst xmlns:a="http://schemas.openxmlformats.org/drawingml/2006/main">
              <a:ext uri="{FF2B5EF4-FFF2-40B4-BE49-F238E27FC236}">
                <a16:creationId xmlns:a16="http://schemas.microsoft.com/office/drawing/2014/main" id="{7899685E-61CA-4FA1-BAB6-0143ACB2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52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88" name="lane-F-label">
            <a:extLst xmlns:a="http://schemas.openxmlformats.org/drawingml/2006/main">
              <a:ext uri="{FF2B5EF4-FFF2-40B4-BE49-F238E27FC236}">
                <a16:creationId xmlns:a16="http://schemas.microsoft.com/office/drawing/2014/main" id="{1B4CF881-2B9F-4F8A-803F-B7631426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43225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89" name="lane-F-agent-head">
            <a:extLst xmlns:a="http://schemas.openxmlformats.org/drawingml/2006/main">
              <a:ext uri="{FF2B5EF4-FFF2-40B4-BE49-F238E27FC236}">
                <a16:creationId xmlns:a16="http://schemas.microsoft.com/office/drawing/2014/main" id="{A596EF5C-1383-40BE-83B3-FD9545C6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90850"/>
            <a:ext cx="361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90" name="lane-F-agent-eye-1">
            <a:extLst xmlns:a="http://schemas.openxmlformats.org/drawingml/2006/main">
              <a:ext uri="{FF2B5EF4-FFF2-40B4-BE49-F238E27FC236}">
                <a16:creationId xmlns:a16="http://schemas.microsoft.com/office/drawing/2014/main" id="{A21915E1-81BB-48DD-B43B-3101F5E4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86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91" name="lane-F-agent-eye-2">
            <a:extLst xmlns:a="http://schemas.openxmlformats.org/drawingml/2006/main">
              <a:ext uri="{FF2B5EF4-FFF2-40B4-BE49-F238E27FC236}">
                <a16:creationId xmlns:a16="http://schemas.microsoft.com/office/drawing/2014/main" id="{3C6BD7D5-3CCA-4415-A5DA-77918710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86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92" name="lane-F-agent-antenna">
            <a:extLst xmlns:a="http://schemas.openxmlformats.org/drawingml/2006/main">
              <a:ext uri="{FF2B5EF4-FFF2-40B4-BE49-F238E27FC236}">
                <a16:creationId xmlns:a16="http://schemas.microsoft.com/office/drawing/2014/main" id="{A3A6DA82-E7A9-4CA6-8769-28294B6B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146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3478F6"/>
            </a:solidFill>
            <a:prstDash val="solid"/>
          </a:ln>
        </p:spPr>
      </p:sp>
      <p:sp>
        <p:nvSpPr>
          <p:cNvPr id="93" name="lane-F-arrow">
            <a:extLst xmlns:a="http://schemas.openxmlformats.org/drawingml/2006/main">
              <a:ext uri="{FF2B5EF4-FFF2-40B4-BE49-F238E27FC236}">
                <a16:creationId xmlns:a16="http://schemas.microsoft.com/office/drawing/2014/main" id="{F2D24FF2-8D94-4B8D-A6C5-478FFB14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94" name="lane-F-terminal-terminal">
            <a:extLst xmlns:a="http://schemas.openxmlformats.org/drawingml/2006/main">
              <a:ext uri="{FF2B5EF4-FFF2-40B4-BE49-F238E27FC236}">
                <a16:creationId xmlns:a16="http://schemas.microsoft.com/office/drawing/2014/main" id="{38E05D90-1355-453B-AD3D-0612F87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81325"/>
            <a:ext cx="4000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95" name="lane-F-terminal-prompt">
            <a:extLst xmlns:a="http://schemas.openxmlformats.org/drawingml/2006/main">
              <a:ext uri="{FF2B5EF4-FFF2-40B4-BE49-F238E27FC236}">
                <a16:creationId xmlns:a16="http://schemas.microsoft.com/office/drawing/2014/main" id="{AD3C0C88-8450-49EC-98E9-F2E0D8C2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813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478F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3478F6"/>
                </a:solidFill>
                <a:latin typeface="Cambria Math"/>
                <a:ea typeface="Cambria Math"/>
                <a:cs typeface="Cambria Math"/>
              </a:rPr>
              <a:t>&gt;_</a:t>
            </a:r>
          </a:p>
        </p:txBody>
      </p:sp>
      <p:sp>
        <p:nvSpPr>
          <p:cNvPr id="96" name="lane-F-output">
            <a:extLst xmlns:a="http://schemas.openxmlformats.org/drawingml/2006/main">
              <a:ext uri="{FF2B5EF4-FFF2-40B4-BE49-F238E27FC236}">
                <a16:creationId xmlns:a16="http://schemas.microsoft.com/office/drawing/2014/main" id="{79E67AC6-6212-47D9-AAEE-A441E09A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622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v,h,p,q</a:t>
            </a:r>
          </a:p>
        </p:txBody>
      </p:sp>
      <p:sp>
        <p:nvSpPr>
          <p:cNvPr id="97" name="lane-S">
            <a:extLst xmlns:a="http://schemas.openxmlformats.org/drawingml/2006/main">
              <a:ext uri="{FF2B5EF4-FFF2-40B4-BE49-F238E27FC236}">
                <a16:creationId xmlns:a16="http://schemas.microsoft.com/office/drawing/2014/main" id="{CD696E3F-C3FB-4A81-BDD7-A465D07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33775"/>
            <a:ext cx="2876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FAFD"/>
          </a:solidFill>
          <a:ln xmlns:a="http://schemas.openxmlformats.org/drawingml/2006/main" w="14288">
            <a:solidFill>
              <a:srgbClr val="38B7D9"/>
            </a:solidFill>
            <a:prstDash val="solid"/>
          </a:ln>
        </p:spPr>
      </p:sp>
      <p:sp>
        <p:nvSpPr>
          <p:cNvPr id="98" name="lane-S-badge">
            <a:extLst xmlns:a="http://schemas.openxmlformats.org/drawingml/2006/main">
              <a:ext uri="{FF2B5EF4-FFF2-40B4-BE49-F238E27FC236}">
                <a16:creationId xmlns:a16="http://schemas.microsoft.com/office/drawing/2014/main" id="{393F2C74-0D43-4438-BAFD-E694A12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99" name="lane-S-badge-text">
            <a:extLst xmlns:a="http://schemas.openxmlformats.org/drawingml/2006/main">
              <a:ext uri="{FF2B5EF4-FFF2-40B4-BE49-F238E27FC236}">
                <a16:creationId xmlns:a16="http://schemas.microsoft.com/office/drawing/2014/main" id="{79C37E64-D644-4F8C-966B-4835AD7C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638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</a:t>
            </a:r>
          </a:p>
        </p:txBody>
      </p:sp>
      <p:sp>
        <p:nvSpPr>
          <p:cNvPr id="100" name="lane-S-label">
            <a:extLst xmlns:a="http://schemas.openxmlformats.org/drawingml/2006/main">
              <a:ext uri="{FF2B5EF4-FFF2-40B4-BE49-F238E27FC236}">
                <a16:creationId xmlns:a16="http://schemas.microsoft.com/office/drawing/2014/main" id="{B1B472AE-040A-4916-9A6F-8ADCC3AD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29025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7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7D9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01" name="lane-S-agent-head">
            <a:extLst xmlns:a="http://schemas.openxmlformats.org/drawingml/2006/main">
              <a:ext uri="{FF2B5EF4-FFF2-40B4-BE49-F238E27FC236}">
                <a16:creationId xmlns:a16="http://schemas.microsoft.com/office/drawing/2014/main" id="{0FD7D13A-AC84-4CDD-AD7D-070A4B7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76650"/>
            <a:ext cx="361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8B7D9"/>
            </a:solidFill>
            <a:prstDash val="solid"/>
          </a:ln>
        </p:spPr>
      </p:sp>
      <p:sp>
        <p:nvSpPr>
          <p:cNvPr id="102" name="lane-S-agent-eye-1">
            <a:extLst xmlns:a="http://schemas.openxmlformats.org/drawingml/2006/main">
              <a:ext uri="{FF2B5EF4-FFF2-40B4-BE49-F238E27FC236}">
                <a16:creationId xmlns:a16="http://schemas.microsoft.com/office/drawing/2014/main" id="{99859C6E-E8DD-4648-AE36-50E1E041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71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103" name="lane-S-agent-eye-2">
            <a:extLst xmlns:a="http://schemas.openxmlformats.org/drawingml/2006/main">
              <a:ext uri="{FF2B5EF4-FFF2-40B4-BE49-F238E27FC236}">
                <a16:creationId xmlns:a16="http://schemas.microsoft.com/office/drawing/2014/main" id="{34DF6890-5279-40B3-8828-F57927B8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71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104" name="lane-S-agent-antenna">
            <a:extLst xmlns:a="http://schemas.openxmlformats.org/drawingml/2006/main">
              <a:ext uri="{FF2B5EF4-FFF2-40B4-BE49-F238E27FC236}">
                <a16:creationId xmlns:a16="http://schemas.microsoft.com/office/drawing/2014/main" id="{645FE847-27CF-4805-A7B5-5D82C48E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38B7D9"/>
            </a:solidFill>
            <a:prstDash val="solid"/>
          </a:ln>
        </p:spPr>
      </p:sp>
      <p:sp>
        <p:nvSpPr>
          <p:cNvPr id="105" name="lane-S-arrow">
            <a:extLst xmlns:a="http://schemas.openxmlformats.org/drawingml/2006/main">
              <a:ext uri="{FF2B5EF4-FFF2-40B4-BE49-F238E27FC236}">
                <a16:creationId xmlns:a16="http://schemas.microsoft.com/office/drawing/2014/main" id="{FC03A6A5-F60E-4C24-9A3C-49C6AA84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106" name="lane-S-terminal-terminal">
            <a:extLst xmlns:a="http://schemas.openxmlformats.org/drawingml/2006/main">
              <a:ext uri="{FF2B5EF4-FFF2-40B4-BE49-F238E27FC236}">
                <a16:creationId xmlns:a16="http://schemas.microsoft.com/office/drawing/2014/main" id="{BBF0A84C-CA12-4C85-9289-D2EC31CF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67125"/>
            <a:ext cx="4000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8B7D9"/>
            </a:solidFill>
            <a:prstDash val="solid"/>
          </a:ln>
        </p:spPr>
      </p:sp>
      <p:sp>
        <p:nvSpPr>
          <p:cNvPr id="107" name="lane-S-terminal-prompt">
            <a:extLst xmlns:a="http://schemas.openxmlformats.org/drawingml/2006/main">
              <a:ext uri="{FF2B5EF4-FFF2-40B4-BE49-F238E27FC236}">
                <a16:creationId xmlns:a16="http://schemas.microsoft.com/office/drawing/2014/main" id="{89DA1BE9-B60D-46FA-BD9E-214A6FD3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671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7D9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38B7D9"/>
                </a:solidFill>
                <a:latin typeface="Cambria Math"/>
                <a:ea typeface="Cambria Math"/>
                <a:cs typeface="Cambria Math"/>
              </a:rPr>
              <a:t>&gt;_</a:t>
            </a:r>
          </a:p>
        </p:txBody>
      </p:sp>
      <p:sp>
        <p:nvSpPr>
          <p:cNvPr id="108" name="lane-S-output">
            <a:extLst xmlns:a="http://schemas.openxmlformats.org/drawingml/2006/main">
              <a:ext uri="{FF2B5EF4-FFF2-40B4-BE49-F238E27FC236}">
                <a16:creationId xmlns:a16="http://schemas.microsoft.com/office/drawing/2014/main" id="{E9A1021E-3E28-413C-8D4B-F657AB73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480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v,h,p,q</a:t>
            </a:r>
          </a:p>
        </p:txBody>
      </p:sp>
      <p:sp>
        <p:nvSpPr>
          <p:cNvPr id="109" name="validity-title">
            <a:extLst xmlns:a="http://schemas.openxmlformats.org/drawingml/2006/main">
              <a:ext uri="{FF2B5EF4-FFF2-40B4-BE49-F238E27FC236}">
                <a16:creationId xmlns:a16="http://schemas.microsoft.com/office/drawing/2014/main" id="{14A78C04-E447-4FCC-AB7C-A8C9E78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00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A3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A366"/>
                </a:solidFill>
                <a:latin typeface="Arial"/>
                <a:ea typeface="Arial"/>
                <a:cs typeface="Arial"/>
              </a:rPr>
              <a:t>4  VALIDITY</a:t>
            </a:r>
          </a:p>
        </p:txBody>
      </p:sp>
      <p:sp>
        <p:nvSpPr>
          <p:cNvPr id="110" name="validity-diamond">
            <a:extLst xmlns:a="http://schemas.openxmlformats.org/drawingml/2006/main">
              <a:ext uri="{FF2B5EF4-FFF2-40B4-BE49-F238E27FC236}">
                <a16:creationId xmlns:a16="http://schemas.microsoft.com/office/drawing/2014/main" id="{A00BF369-4DD5-4B3D-8B11-074C66B0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24125"/>
            <a:ext cx="7239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A366"/>
            </a:solidFill>
            <a:prstDash val="solid"/>
          </a:ln>
        </p:spPr>
      </p:sp>
      <p:sp>
        <p:nvSpPr>
          <p:cNvPr id="111" name="validity-v">
            <a:extLst xmlns:a="http://schemas.openxmlformats.org/drawingml/2006/main">
              <a:ext uri="{FF2B5EF4-FFF2-40B4-BE49-F238E27FC236}">
                <a16:creationId xmlns:a16="http://schemas.microsoft.com/office/drawing/2014/main" id="{2282BFF4-4A40-4662-902B-ECEA166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241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A366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21A366"/>
                </a:solidFill>
                <a:latin typeface="Cambria Math"/>
                <a:ea typeface="Cambria Math"/>
                <a:cs typeface="Cambria Math"/>
              </a:rPr>
              <a:t>V ?</a:t>
            </a:r>
          </a:p>
        </p:txBody>
      </p:sp>
      <p:sp>
        <p:nvSpPr>
          <p:cNvPr id="112" name="validity-dot-0">
            <a:extLst xmlns:a="http://schemas.openxmlformats.org/drawingml/2006/main">
              <a:ext uri="{FF2B5EF4-FFF2-40B4-BE49-F238E27FC236}">
                <a16:creationId xmlns:a16="http://schemas.microsoft.com/office/drawing/2014/main" id="{10EB9D8D-8CCE-4DEE-B7F1-76D0D370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81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366"/>
          </a:solidFill>
          <a:ln xmlns:a="http://schemas.openxmlformats.org/drawingml/2006/main" w="0">
            <a:solidFill>
              <a:srgbClr val="21A366"/>
            </a:solidFill>
            <a:prstDash val="solid"/>
          </a:ln>
        </p:spPr>
      </p:sp>
      <p:sp>
        <p:nvSpPr>
          <p:cNvPr id="113" name="validity-check-0">
            <a:extLst xmlns:a="http://schemas.openxmlformats.org/drawingml/2006/main">
              <a:ext uri="{FF2B5EF4-FFF2-40B4-BE49-F238E27FC236}">
                <a16:creationId xmlns:a16="http://schemas.microsoft.com/office/drawing/2014/main" id="{464CA16C-1AAE-4983-ABD9-B08A9E65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digest</a:t>
            </a:r>
          </a:p>
        </p:txBody>
      </p:sp>
      <p:sp>
        <p:nvSpPr>
          <p:cNvPr id="114" name="validity-dot-1">
            <a:extLst xmlns:a="http://schemas.openxmlformats.org/drawingml/2006/main">
              <a:ext uri="{FF2B5EF4-FFF2-40B4-BE49-F238E27FC236}">
                <a16:creationId xmlns:a16="http://schemas.microsoft.com/office/drawing/2014/main" id="{2340DCC2-89B7-4A10-95FD-C265A25B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14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366"/>
          </a:solidFill>
          <a:ln xmlns:a="http://schemas.openxmlformats.org/drawingml/2006/main" w="0">
            <a:solidFill>
              <a:srgbClr val="21A366"/>
            </a:solidFill>
            <a:prstDash val="solid"/>
          </a:ln>
        </p:spPr>
      </p:sp>
      <p:sp>
        <p:nvSpPr>
          <p:cNvPr id="115" name="validity-check-1">
            <a:extLst xmlns:a="http://schemas.openxmlformats.org/drawingml/2006/main">
              <a:ext uri="{FF2B5EF4-FFF2-40B4-BE49-F238E27FC236}">
                <a16:creationId xmlns:a16="http://schemas.microsoft.com/office/drawing/2014/main" id="{55EEB582-851D-471F-B2C1-3B891909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116" name="validity-dot-2">
            <a:extLst xmlns:a="http://schemas.openxmlformats.org/drawingml/2006/main">
              <a:ext uri="{FF2B5EF4-FFF2-40B4-BE49-F238E27FC236}">
                <a16:creationId xmlns:a16="http://schemas.microsoft.com/office/drawing/2014/main" id="{99B3225B-03F6-4323-9D8F-F2BB7E8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47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366"/>
          </a:solidFill>
          <a:ln xmlns:a="http://schemas.openxmlformats.org/drawingml/2006/main" w="0">
            <a:solidFill>
              <a:srgbClr val="21A366"/>
            </a:solidFill>
            <a:prstDash val="solid"/>
          </a:ln>
        </p:spPr>
      </p:sp>
      <p:sp>
        <p:nvSpPr>
          <p:cNvPr id="117" name="validity-check-2">
            <a:extLst xmlns:a="http://schemas.openxmlformats.org/drawingml/2006/main">
              <a:ext uri="{FF2B5EF4-FFF2-40B4-BE49-F238E27FC236}">
                <a16:creationId xmlns:a16="http://schemas.microsoft.com/office/drawing/2014/main" id="{4B61098D-6F60-4195-9931-A76BCC45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scorer</a:t>
            </a:r>
          </a:p>
        </p:txBody>
      </p:sp>
      <p:sp>
        <p:nvSpPr>
          <p:cNvPr id="118" name="validity-invalid">
            <a:extLst xmlns:a="http://schemas.openxmlformats.org/drawingml/2006/main">
              <a:ext uri="{FF2B5EF4-FFF2-40B4-BE49-F238E27FC236}">
                <a16:creationId xmlns:a16="http://schemas.microsoft.com/office/drawing/2014/main" id="{6D666092-770B-4826-BFF7-B629360D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671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793A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793A3"/>
                </a:solidFill>
                <a:latin typeface="Arial"/>
                <a:ea typeface="Arial"/>
                <a:cs typeface="Arial"/>
              </a:rPr>
              <a:t>INVALID</a:t>
            </a:r>
          </a:p>
        </p:txBody>
      </p:sp>
      <p:sp>
        <p:nvSpPr>
          <p:cNvPr id="119" name="gate-title">
            <a:extLst xmlns:a="http://schemas.openxmlformats.org/drawingml/2006/main">
              <a:ext uri="{FF2B5EF4-FFF2-40B4-BE49-F238E27FC236}">
                <a16:creationId xmlns:a16="http://schemas.microsoft.com/office/drawing/2014/main" id="{9F91BB70-73D5-4D2E-8EA8-715FE529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8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8B12"/>
                </a:solidFill>
                <a:latin typeface="Arial"/>
                <a:ea typeface="Arial"/>
                <a:cs typeface="Arial"/>
              </a:rPr>
              <a:t>5  GATE</a:t>
            </a:r>
          </a:p>
        </p:txBody>
      </p:sp>
      <p:sp>
        <p:nvSpPr>
          <p:cNvPr id="120" name="gate-subtitle">
            <a:extLst xmlns:a="http://schemas.openxmlformats.org/drawingml/2006/main">
              <a:ext uri="{FF2B5EF4-FFF2-40B4-BE49-F238E27FC236}">
                <a16:creationId xmlns:a16="http://schemas.microsoft.com/office/drawing/2014/main" id="{EDAF76EC-30C3-4F71-88DA-268C7E23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859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prespecified</a:t>
            </a:r>
          </a:p>
        </p:txBody>
      </p:sp>
      <p:sp>
        <p:nvSpPr>
          <p:cNvPr id="121" name="gate-frame">
            <a:extLst xmlns:a="http://schemas.openxmlformats.org/drawingml/2006/main">
              <a:ext uri="{FF2B5EF4-FFF2-40B4-BE49-F238E27FC236}">
                <a16:creationId xmlns:a16="http://schemas.microsoft.com/office/drawing/2014/main" id="{66313803-DAB4-4311-A91C-119393C9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19275"/>
            <a:ext cx="1066800" cy="2066925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8B12"/>
            </a:solidFill>
            <a:prstDash val="solid"/>
          </a:ln>
        </p:spPr>
      </p:sp>
      <p:sp>
        <p:nvSpPr>
          <p:cNvPr id="122" name="gate-post-left">
            <a:extLst xmlns:a="http://schemas.openxmlformats.org/drawingml/2006/main">
              <a:ext uri="{FF2B5EF4-FFF2-40B4-BE49-F238E27FC236}">
                <a16:creationId xmlns:a16="http://schemas.microsoft.com/office/drawing/2014/main" id="{0F813A5F-D310-40DF-A75D-1B77F6FD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1930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8B12"/>
            </a:solidFill>
            <a:prstDash val="solid"/>
          </a:ln>
        </p:spPr>
      </p:sp>
      <p:sp>
        <p:nvSpPr>
          <p:cNvPr id="123" name="gate-post-right">
            <a:extLst xmlns:a="http://schemas.openxmlformats.org/drawingml/2006/main">
              <a:ext uri="{FF2B5EF4-FFF2-40B4-BE49-F238E27FC236}">
                <a16:creationId xmlns:a16="http://schemas.microsoft.com/office/drawing/2014/main" id="{28573EED-AECD-49F8-A63A-466581C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1930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8B12"/>
            </a:solidFill>
            <a:prstDash val="solid"/>
          </a:ln>
        </p:spPr>
      </p:sp>
      <p:sp>
        <p:nvSpPr>
          <p:cNvPr id="124" name="gate-light-0">
            <a:extLst xmlns:a="http://schemas.openxmlformats.org/drawingml/2006/main">
              <a:ext uri="{FF2B5EF4-FFF2-40B4-BE49-F238E27FC236}">
                <a16:creationId xmlns:a16="http://schemas.microsoft.com/office/drawing/2014/main" id="{BC075909-66D2-4C5D-910A-F0B66F49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366"/>
          </a:solidFill>
          <a:ln xmlns:a="http://schemas.openxmlformats.org/drawingml/2006/main" w="0">
            <a:solidFill>
              <a:srgbClr val="21A366"/>
            </a:solidFill>
            <a:prstDash val="solid"/>
          </a:ln>
        </p:spPr>
      </p:sp>
      <p:sp>
        <p:nvSpPr>
          <p:cNvPr id="125" name="gate-rule-0">
            <a:extLst xmlns:a="http://schemas.openxmlformats.org/drawingml/2006/main">
              <a:ext uri="{FF2B5EF4-FFF2-40B4-BE49-F238E27FC236}">
                <a16:creationId xmlns:a16="http://schemas.microsoft.com/office/drawing/2014/main" id="{392010CB-9E33-447C-BDDB-53C2D22D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76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23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B≤b</a:t>
            </a:r>
          </a:p>
        </p:txBody>
      </p:sp>
      <p:sp>
        <p:nvSpPr>
          <p:cNvPr id="126" name="gate-light-1">
            <a:extLst xmlns:a="http://schemas.openxmlformats.org/drawingml/2006/main">
              <a:ext uri="{FF2B5EF4-FFF2-40B4-BE49-F238E27FC236}">
                <a16:creationId xmlns:a16="http://schemas.microsoft.com/office/drawing/2014/main" id="{7B397819-9136-4BE6-A09F-F3563FE0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366"/>
          </a:solidFill>
          <a:ln xmlns:a="http://schemas.openxmlformats.org/drawingml/2006/main" w="0">
            <a:solidFill>
              <a:srgbClr val="21A366"/>
            </a:solidFill>
            <a:prstDash val="solid"/>
          </a:ln>
        </p:spPr>
      </p:sp>
      <p:sp>
        <p:nvSpPr>
          <p:cNvPr id="127" name="gate-rule-1">
            <a:extLst xmlns:a="http://schemas.openxmlformats.org/drawingml/2006/main">
              <a:ext uri="{FF2B5EF4-FFF2-40B4-BE49-F238E27FC236}">
                <a16:creationId xmlns:a16="http://schemas.microsoft.com/office/drawing/2014/main" id="{68BC416B-4FE9-4BFF-8B8E-AA9FC4C8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F≥f</a:t>
            </a:r>
          </a:p>
        </p:txBody>
      </p:sp>
      <p:sp>
        <p:nvSpPr>
          <p:cNvPr id="128" name="gate-light-2">
            <a:extLst xmlns:a="http://schemas.openxmlformats.org/drawingml/2006/main">
              <a:ext uri="{FF2B5EF4-FFF2-40B4-BE49-F238E27FC236}">
                <a16:creationId xmlns:a16="http://schemas.microsoft.com/office/drawing/2014/main" id="{FD26721F-564A-4749-8543-DEA6529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B12"/>
          </a:solidFill>
          <a:ln xmlns:a="http://schemas.openxmlformats.org/drawingml/2006/main" w="0">
            <a:solidFill>
              <a:srgbClr val="D98B12"/>
            </a:solidFill>
            <a:prstDash val="solid"/>
          </a:ln>
        </p:spPr>
      </p:sp>
      <p:sp>
        <p:nvSpPr>
          <p:cNvPr id="129" name="gate-rule-2">
            <a:extLst xmlns:a="http://schemas.openxmlformats.org/drawingml/2006/main">
              <a:ext uri="{FF2B5EF4-FFF2-40B4-BE49-F238E27FC236}">
                <a16:creationId xmlns:a16="http://schemas.microsoft.com/office/drawing/2014/main" id="{A999DC9E-3495-4E5C-9A7D-C5DEDEBC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086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17212F"/>
                </a:solidFill>
                <a:latin typeface="Cambria Math"/>
                <a:ea typeface="Cambria Math"/>
                <a:cs typeface="Cambria Math"/>
              </a:rPr>
              <a:t>S≈F</a:t>
            </a:r>
          </a:p>
        </p:txBody>
      </p:sp>
      <p:sp>
        <p:nvSpPr>
          <p:cNvPr id="130" name="gate-accept">
            <a:extLst xmlns:a="http://schemas.openxmlformats.org/drawingml/2006/main">
              <a:ext uri="{FF2B5EF4-FFF2-40B4-BE49-F238E27FC236}">
                <a16:creationId xmlns:a16="http://schemas.microsoft.com/office/drawing/2014/main" id="{2FB9F0A2-831F-4AD5-895C-C4B023D0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338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A3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A366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131" name="gate-reject">
            <a:extLst xmlns:a="http://schemas.openxmlformats.org/drawingml/2006/main">
              <a:ext uri="{FF2B5EF4-FFF2-40B4-BE49-F238E27FC236}">
                <a16:creationId xmlns:a16="http://schemas.microsoft.com/office/drawing/2014/main" id="{34FB894B-EB3F-4986-918A-D2C1078F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2195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45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45B63"/>
                </a:solidFill>
                <a:latin typeface="Arial"/>
                <a:ea typeface="Arial"/>
                <a:cs typeface="Arial"/>
              </a:rPr>
              <a:t>REJECT</a:t>
            </a:r>
          </a:p>
        </p:txBody>
      </p:sp>
      <p:sp>
        <p:nvSpPr>
          <p:cNvPr id="132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4FDE3736-9DDF-4A6F-A030-D8F82633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00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33" name="record-page">
            <a:extLst xmlns:a="http://schemas.openxmlformats.org/drawingml/2006/main">
              <a:ext uri="{FF2B5EF4-FFF2-40B4-BE49-F238E27FC236}">
                <a16:creationId xmlns:a16="http://schemas.microsoft.com/office/drawing/2014/main" id="{F5BD3851-8A0B-4003-92B5-E8C5D5BF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666875"/>
            <a:ext cx="1257300" cy="3362325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4A8B"/>
            </a:solidFill>
            <a:prstDash val="solid"/>
          </a:ln>
        </p:spPr>
      </p:sp>
      <p:sp>
        <p:nvSpPr>
          <p:cNvPr id="134" name="record-symbol">
            <a:extLst xmlns:a="http://schemas.openxmlformats.org/drawingml/2006/main">
              <a:ext uri="{FF2B5EF4-FFF2-40B4-BE49-F238E27FC236}">
                <a16:creationId xmlns:a16="http://schemas.microsoft.com/office/drawing/2014/main" id="{68594112-C586-4C5F-9365-5FA85762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240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174A8B"/>
                </a:solidFill>
                <a:latin typeface="Cambria Math"/>
                <a:ea typeface="Cambria Math"/>
                <a:cs typeface="Cambria Math"/>
              </a:rPr>
              <a:t>ℰ</a:t>
            </a:r>
          </a:p>
        </p:txBody>
      </p:sp>
      <p:sp>
        <p:nvSpPr>
          <p:cNvPr id="135" name="record-name">
            <a:extLst xmlns:a="http://schemas.openxmlformats.org/drawingml/2006/main">
              <a:ext uri="{FF2B5EF4-FFF2-40B4-BE49-F238E27FC236}">
                <a16:creationId xmlns:a16="http://schemas.microsoft.com/office/drawing/2014/main" id="{7CB552E2-B23B-4134-BCD5-31E164A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2288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pPr algn="ctr">
              <a:defRPr sz="1650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36" name="record-rule">
            <a:extLst xmlns:a="http://schemas.openxmlformats.org/drawingml/2006/main">
              <a:ext uri="{FF2B5EF4-FFF2-40B4-BE49-F238E27FC236}">
                <a16:creationId xmlns:a16="http://schemas.microsoft.com/office/drawing/2014/main" id="{6A860CA4-780A-4EDA-AC63-2B856BB3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752725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37" name="record-field-dot-0">
            <a:extLst xmlns:a="http://schemas.openxmlformats.org/drawingml/2006/main">
              <a:ext uri="{FF2B5EF4-FFF2-40B4-BE49-F238E27FC236}">
                <a16:creationId xmlns:a16="http://schemas.microsoft.com/office/drawing/2014/main" id="{90BDEACC-AE5F-4BC7-978E-A91A1778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38" name="record-field-0">
            <a:extLst xmlns:a="http://schemas.openxmlformats.org/drawingml/2006/main">
              <a:ext uri="{FF2B5EF4-FFF2-40B4-BE49-F238E27FC236}">
                <a16:creationId xmlns:a16="http://schemas.microsoft.com/office/drawing/2014/main" id="{771C341D-A4AB-49AD-85F8-DB4F7EBF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762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39" name="record-field-dot-1">
            <a:extLst xmlns:a="http://schemas.openxmlformats.org/drawingml/2006/main">
              <a:ext uri="{FF2B5EF4-FFF2-40B4-BE49-F238E27FC236}">
                <a16:creationId xmlns:a16="http://schemas.microsoft.com/office/drawing/2014/main" id="{67EC4C00-D6AC-4285-ADB9-D4F89F20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33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40" name="record-field-1">
            <a:extLst xmlns:a="http://schemas.openxmlformats.org/drawingml/2006/main">
              <a:ext uri="{FF2B5EF4-FFF2-40B4-BE49-F238E27FC236}">
                <a16:creationId xmlns:a16="http://schemas.microsoft.com/office/drawing/2014/main" id="{014659FB-3321-422D-9CAA-08B762CB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0194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41" name="record-field-dot-2">
            <a:extLst xmlns:a="http://schemas.openxmlformats.org/drawingml/2006/main">
              <a:ext uri="{FF2B5EF4-FFF2-40B4-BE49-F238E27FC236}">
                <a16:creationId xmlns:a16="http://schemas.microsoft.com/office/drawing/2014/main" id="{4ED9B9D3-C439-46DB-A40E-568D8B3D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0">
            <a:solidFill>
              <a:srgbClr val="38B7D9"/>
            </a:solidFill>
            <a:prstDash val="solid"/>
          </a:ln>
        </p:spPr>
      </p:sp>
      <p:sp>
        <p:nvSpPr>
          <p:cNvPr id="142" name="record-field-2">
            <a:extLst xmlns:a="http://schemas.openxmlformats.org/drawingml/2006/main">
              <a:ext uri="{FF2B5EF4-FFF2-40B4-BE49-F238E27FC236}">
                <a16:creationId xmlns:a16="http://schemas.microsoft.com/office/drawing/2014/main" id="{003E955B-49A0-41AE-AF74-9F133146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76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43" name="record-field-dot-3">
            <a:extLst xmlns:a="http://schemas.openxmlformats.org/drawingml/2006/main">
              <a:ext uri="{FF2B5EF4-FFF2-40B4-BE49-F238E27FC236}">
                <a16:creationId xmlns:a16="http://schemas.microsoft.com/office/drawing/2014/main" id="{94F42923-9E2D-41C3-877E-F5B93D6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B12"/>
          </a:solidFill>
          <a:ln xmlns:a="http://schemas.openxmlformats.org/drawingml/2006/main" w="0">
            <a:solidFill>
              <a:srgbClr val="D98B12"/>
            </a:solidFill>
            <a:prstDash val="solid"/>
          </a:ln>
        </p:spPr>
      </p:sp>
      <p:sp>
        <p:nvSpPr>
          <p:cNvPr id="144" name="record-field-3">
            <a:extLst xmlns:a="http://schemas.openxmlformats.org/drawingml/2006/main">
              <a:ext uri="{FF2B5EF4-FFF2-40B4-BE49-F238E27FC236}">
                <a16:creationId xmlns:a16="http://schemas.microsoft.com/office/drawing/2014/main" id="{C900754F-9AE3-4261-A76C-81416ABC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5337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145" name="record-field-dot-4">
            <a:extLst xmlns:a="http://schemas.openxmlformats.org/drawingml/2006/main">
              <a:ext uri="{FF2B5EF4-FFF2-40B4-BE49-F238E27FC236}">
                <a16:creationId xmlns:a16="http://schemas.microsoft.com/office/drawing/2014/main" id="{EB888FC8-868C-47D8-BF6A-C9AD92E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B12"/>
          </a:solidFill>
          <a:ln xmlns:a="http://schemas.openxmlformats.org/drawingml/2006/main" w="0">
            <a:solidFill>
              <a:srgbClr val="D98B12"/>
            </a:solidFill>
            <a:prstDash val="solid"/>
          </a:ln>
        </p:spPr>
      </p:sp>
      <p:sp>
        <p:nvSpPr>
          <p:cNvPr id="146" name="record-field-4">
            <a:extLst xmlns:a="http://schemas.openxmlformats.org/drawingml/2006/main">
              <a:ext uri="{FF2B5EF4-FFF2-40B4-BE49-F238E27FC236}">
                <a16:creationId xmlns:a16="http://schemas.microsoft.com/office/drawing/2014/main" id="{6D113944-4128-4684-A7F2-4DBA42AB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7909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rationale</a:t>
            </a:r>
          </a:p>
        </p:txBody>
      </p:sp>
      <p:sp>
        <p:nvSpPr>
          <p:cNvPr id="147" name="record-delta-rule">
            <a:extLst xmlns:a="http://schemas.openxmlformats.org/drawingml/2006/main">
              <a:ext uri="{FF2B5EF4-FFF2-40B4-BE49-F238E27FC236}">
                <a16:creationId xmlns:a16="http://schemas.microsoft.com/office/drawing/2014/main" id="{30B99EE1-28C9-4C3B-BD06-2AC31026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1529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4E0"/>
            </a:solidFill>
            <a:prstDash val="solid"/>
          </a:ln>
        </p:spPr>
      </p:sp>
      <p:sp>
        <p:nvSpPr>
          <p:cNvPr id="148" name="record-delta">
            <a:extLst xmlns:a="http://schemas.openxmlformats.org/drawingml/2006/main">
              <a:ext uri="{FF2B5EF4-FFF2-40B4-BE49-F238E27FC236}">
                <a16:creationId xmlns:a16="http://schemas.microsoft.com/office/drawing/2014/main" id="{BE8F4F82-19FE-4BB9-8E35-48FBFBB9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1719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49" name="record-status-accept">
            <a:extLst xmlns:a="http://schemas.openxmlformats.org/drawingml/2006/main">
              <a:ext uri="{FF2B5EF4-FFF2-40B4-BE49-F238E27FC236}">
                <a16:creationId xmlns:a16="http://schemas.microsoft.com/office/drawing/2014/main" id="{E403F161-BCB4-47E7-BD85-68375E85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366"/>
          </a:solidFill>
          <a:ln xmlns:a="http://schemas.openxmlformats.org/drawingml/2006/main" w="0">
            <a:solidFill>
              <a:srgbClr val="21A366"/>
            </a:solidFill>
            <a:prstDash val="solid"/>
          </a:ln>
        </p:spPr>
      </p:sp>
      <p:sp>
        <p:nvSpPr>
          <p:cNvPr id="150" name="record-status-reject">
            <a:extLst xmlns:a="http://schemas.openxmlformats.org/drawingml/2006/main">
              <a:ext uri="{FF2B5EF4-FFF2-40B4-BE49-F238E27FC236}">
                <a16:creationId xmlns:a16="http://schemas.microsoft.com/office/drawing/2014/main" id="{64D382B7-4F54-4CB3-AB13-18106CA9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B63"/>
          </a:solidFill>
          <a:ln xmlns:a="http://schemas.openxmlformats.org/drawingml/2006/main" w="0">
            <a:solidFill>
              <a:srgbClr val="E45B63"/>
            </a:solidFill>
            <a:prstDash val="solid"/>
          </a:ln>
        </p:spPr>
      </p:sp>
      <p:sp>
        <p:nvSpPr>
          <p:cNvPr id="151" name="record-status-invalid">
            <a:extLst xmlns:a="http://schemas.openxmlformats.org/drawingml/2006/main">
              <a:ext uri="{FF2B5EF4-FFF2-40B4-BE49-F238E27FC236}">
                <a16:creationId xmlns:a16="http://schemas.microsoft.com/office/drawing/2014/main" id="{8DF38162-A19F-4831-AF86-B4A8A62A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3A3"/>
          </a:solidFill>
          <a:ln xmlns:a="http://schemas.openxmlformats.org/drawingml/2006/main" w="0">
            <a:solidFill>
              <a:srgbClr val="8793A3"/>
            </a:solidFill>
            <a:prstDash val="solid"/>
          </a:ln>
        </p:spPr>
      </p:sp>
      <p:sp>
        <p:nvSpPr>
          <p:cNvPr id="152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B8D45411-1709-4FD2-8FF6-290563E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785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174A8B"/>
            </a:solidFill>
            <a:prstDash val="solid"/>
          </a:ln>
        </p:spPr>
      </p:sp>
      <p:sp>
        <p:nvSpPr>
          <p:cNvPr id="153" name="evidence-node-0">
            <a:extLst xmlns:a="http://schemas.openxmlformats.org/drawingml/2006/main">
              <a:ext uri="{FF2B5EF4-FFF2-40B4-BE49-F238E27FC236}">
                <a16:creationId xmlns:a16="http://schemas.microsoft.com/office/drawing/2014/main" id="{34C19FDA-AFDE-41FE-9A0B-06EDE58C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154" name="evidence-label-0">
            <a:extLst xmlns:a="http://schemas.openxmlformats.org/drawingml/2006/main">
              <a:ext uri="{FF2B5EF4-FFF2-40B4-BE49-F238E27FC236}">
                <a16:creationId xmlns:a16="http://schemas.microsoft.com/office/drawing/2014/main" id="{794D8AD6-9A3D-4486-9921-ED41643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55" name="evidence-node-1">
            <a:extLst xmlns:a="http://schemas.openxmlformats.org/drawingml/2006/main">
              <a:ext uri="{FF2B5EF4-FFF2-40B4-BE49-F238E27FC236}">
                <a16:creationId xmlns:a16="http://schemas.microsoft.com/office/drawing/2014/main" id="{F25DBF40-80D4-4323-A272-3907FBA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081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156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C255A8EE-CCE5-434F-A076-15B540B8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1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157" name="evidence-node-2">
            <a:extLst xmlns:a="http://schemas.openxmlformats.org/drawingml/2006/main">
              <a:ext uri="{FF2B5EF4-FFF2-40B4-BE49-F238E27FC236}">
                <a16:creationId xmlns:a16="http://schemas.microsoft.com/office/drawing/2014/main" id="{111DAA58-DF5F-40A6-B26E-EE9C40C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D9"/>
          </a:solidFill>
          <a:ln xmlns:a="http://schemas.openxmlformats.org/drawingml/2006/main" w="14288">
            <a:solidFill>
              <a:srgbClr val="38B7D9"/>
            </a:solidFill>
            <a:prstDash val="solid"/>
          </a:ln>
        </p:spPr>
      </p:sp>
      <p:sp>
        <p:nvSpPr>
          <p:cNvPr id="158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84E82017-DB92-4405-A8A7-3DC77A52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63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E7085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59" name="evidence-node-3">
            <a:extLst xmlns:a="http://schemas.openxmlformats.org/drawingml/2006/main">
              <a:ext uri="{FF2B5EF4-FFF2-40B4-BE49-F238E27FC236}">
                <a16:creationId xmlns:a16="http://schemas.microsoft.com/office/drawing/2014/main" id="{2FA8FCF9-1C1E-46C7-A641-E46F71CF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144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160" name="evidence-label-3">
            <a:extLst xmlns:a="http://schemas.openxmlformats.org/drawingml/2006/main">
              <a:ext uri="{FF2B5EF4-FFF2-40B4-BE49-F238E27FC236}">
                <a16:creationId xmlns:a16="http://schemas.microsoft.com/office/drawing/2014/main" id="{DC9FCB35-1675-461C-8A45-8B1942A8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094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161" name="evidence-node-4">
            <a:extLst xmlns:a="http://schemas.openxmlformats.org/drawingml/2006/main">
              <a:ext uri="{FF2B5EF4-FFF2-40B4-BE49-F238E27FC236}">
                <a16:creationId xmlns:a16="http://schemas.microsoft.com/office/drawing/2014/main" id="{38F491F8-F87A-4157-90DB-1B2FB822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162" name="evidence-label-4">
            <a:extLst xmlns:a="http://schemas.openxmlformats.org/drawingml/2006/main">
              <a:ext uri="{FF2B5EF4-FFF2-40B4-BE49-F238E27FC236}">
                <a16:creationId xmlns:a16="http://schemas.microsoft.com/office/drawing/2014/main" id="{FCAB7C65-1C7C-4D8A-A52D-48EC3CAA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85"/>
                </a:solidFill>
                <a:latin typeface="Arial"/>
                <a:ea typeface="Arial"/>
                <a:cs typeface="Arial"/>
              </a:rPr>
              <a:t>rationale</a:t>
            </a:r>
          </a:p>
        </p:txBody>
      </p:sp>
      <p:sp>
        <p:nvSpPr>
          <p:cNvPr id="163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CFCCBC8A-A7AB-4328-94CE-6A584383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292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A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A8B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164" name="invalid-branch-label">
            <a:extLst xmlns:a="http://schemas.openxmlformats.org/drawingml/2006/main">
              <a:ext uri="{FF2B5EF4-FFF2-40B4-BE49-F238E27FC236}">
                <a16:creationId xmlns:a16="http://schemas.microsoft.com/office/drawing/2014/main" id="{E1FBB297-E9EC-46B5-84FC-D61DF380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793A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8793A3"/>
                </a:solidFill>
                <a:latin typeface="Cambria Math"/>
                <a:ea typeface="Cambria Math"/>
                <a:cs typeface="Cambria Math"/>
              </a:rPr>
              <a:t>V = 0</a:t>
            </a:r>
          </a:p>
        </p:txBody>
      </p:sp>
      <p:sp>
        <p:nvSpPr>
          <p:cNvPr id="165" name="valid-branch-label">
            <a:extLst xmlns:a="http://schemas.openxmlformats.org/drawingml/2006/main">
              <a:ext uri="{FF2B5EF4-FFF2-40B4-BE49-F238E27FC236}">
                <a16:creationId xmlns:a16="http://schemas.microsoft.com/office/drawing/2014/main" id="{BA110AFE-4EA8-426C-8556-F70C77D6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A36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1A366"/>
                </a:solidFill>
                <a:latin typeface="Cambria Math"/>
                <a:ea typeface="Cambria Math"/>
                <a:cs typeface="Cambria Math"/>
              </a:rPr>
              <a:t>V = 1</a:t>
            </a:r>
          </a:p>
        </p:txBody>
      </p:sp>
    </p:spTree>
    <p:extLst>
      <p:ext uri="{BB962C8B-B14F-4D97-AF65-F5344CB8AC3E}">
        <p14:creationId xmlns:p14="http://schemas.microsoft.com/office/powerpoint/2010/main" val="989153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panel-title">
            <a:extLst xmlns:a="http://schemas.openxmlformats.org/drawingml/2006/main">
              <a:ext uri="{FF2B5EF4-FFF2-40B4-BE49-F238E27FC236}">
                <a16:creationId xmlns:a16="http://schemas.microsoft.com/office/drawing/2014/main" id="{3D4DCC0F-ADDA-4497-AE01-6160B4A7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(a) UPSTREAM INPUT PREPARATION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86BA325-4EF1-4D8E-AF1F-79FF648E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287D2C32-209B-471C-85A4-01D8C96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00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4" name="header-dot-2">
            <a:extLst xmlns:a="http://schemas.openxmlformats.org/drawingml/2006/main">
              <a:ext uri="{FF2B5EF4-FFF2-40B4-BE49-F238E27FC236}">
                <a16:creationId xmlns:a16="http://schemas.microsoft.com/office/drawing/2014/main" id="{F7313779-0C3A-4E45-B78F-11F0795F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00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5" name="scope-label">
            <a:extLst xmlns:a="http://schemas.openxmlformats.org/drawingml/2006/main">
              <a:ext uri="{FF2B5EF4-FFF2-40B4-BE49-F238E27FC236}">
                <a16:creationId xmlns:a16="http://schemas.microsoft.com/office/drawing/2014/main" id="{11A061BA-5736-4268-92CC-A480244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OUTSIDE SKILLAUDIT</a:t>
            </a:r>
          </a:p>
        </p:txBody>
      </p:sp>
      <p:sp>
        <p:nvSpPr>
          <p:cNvPr id="6" name="method-flow-line">
            <a:extLst xmlns:a="http://schemas.openxmlformats.org/drawingml/2006/main">
              <a:ext uri="{FF2B5EF4-FFF2-40B4-BE49-F238E27FC236}">
                <a16:creationId xmlns:a16="http://schemas.microsoft.com/office/drawing/2014/main" id="{C77A570B-58A5-4C1A-8670-73FDA4AD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7" name="paper-arrow">
            <a:extLst xmlns:a="http://schemas.openxmlformats.org/drawingml/2006/main">
              <a:ext uri="{FF2B5EF4-FFF2-40B4-BE49-F238E27FC236}">
                <a16:creationId xmlns:a16="http://schemas.microsoft.com/office/drawing/2014/main" id="{D89D9520-24E6-4735-A2E1-23244E85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3840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8" name="extract-flow-line">
            <a:extLst xmlns:a="http://schemas.openxmlformats.org/drawingml/2006/main">
              <a:ext uri="{FF2B5EF4-FFF2-40B4-BE49-F238E27FC236}">
                <a16:creationId xmlns:a16="http://schemas.microsoft.com/office/drawing/2014/main" id="{BEB9A8C1-1571-4712-9022-97C2BF99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146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9" name="extract-arrow">
            <a:extLst xmlns:a="http://schemas.openxmlformats.org/drawingml/2006/main">
              <a:ext uri="{FF2B5EF4-FFF2-40B4-BE49-F238E27FC236}">
                <a16:creationId xmlns:a16="http://schemas.microsoft.com/office/drawing/2014/main" id="{D8A4376B-0EC3-428A-A617-D64EABF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384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0" name="full-to-render-line">
            <a:extLst xmlns:a="http://schemas.openxmlformats.org/drawingml/2006/main">
              <a:ext uri="{FF2B5EF4-FFF2-40B4-BE49-F238E27FC236}">
                <a16:creationId xmlns:a16="http://schemas.microsoft.com/office/drawing/2014/main" id="{6A5FC354-33AC-448C-8132-6333E4C6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11" name="candidate-to-render-line">
            <a:extLst xmlns:a="http://schemas.openxmlformats.org/drawingml/2006/main">
              <a:ext uri="{FF2B5EF4-FFF2-40B4-BE49-F238E27FC236}">
                <a16:creationId xmlns:a16="http://schemas.microsoft.com/office/drawing/2014/main" id="{C66CDCFE-DEBD-41B1-B520-BFEED28F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76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53C3C3"/>
            </a:solidFill>
            <a:prstDash val="solid"/>
          </a:ln>
        </p:spPr>
      </p:sp>
      <p:sp>
        <p:nvSpPr>
          <p:cNvPr id="12" name="render-input-merge">
            <a:extLst xmlns:a="http://schemas.openxmlformats.org/drawingml/2006/main">
              <a:ext uri="{FF2B5EF4-FFF2-40B4-BE49-F238E27FC236}">
                <a16:creationId xmlns:a16="http://schemas.microsoft.com/office/drawing/2014/main" id="{1E614023-8C4A-4AD9-A15C-30978005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0" cy="1704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2DF"/>
            </a:solidFill>
            <a:prstDash val="solid"/>
          </a:ln>
        </p:spPr>
      </p:sp>
      <p:sp>
        <p:nvSpPr>
          <p:cNvPr id="13" name="render-input-center">
            <a:extLst xmlns:a="http://schemas.openxmlformats.org/drawingml/2006/main">
              <a:ext uri="{FF2B5EF4-FFF2-40B4-BE49-F238E27FC236}">
                <a16:creationId xmlns:a16="http://schemas.microsoft.com/office/drawing/2014/main" id="{F489FA19-6EA9-4FF2-85DA-E0026D72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4F5BC9"/>
            </a:solidFill>
            <a:prstDash val="solid"/>
          </a:ln>
        </p:spPr>
      </p:sp>
      <p:sp>
        <p:nvSpPr>
          <p:cNvPr id="14" name="render-input-arrow">
            <a:extLst xmlns:a="http://schemas.openxmlformats.org/drawingml/2006/main">
              <a:ext uri="{FF2B5EF4-FFF2-40B4-BE49-F238E27FC236}">
                <a16:creationId xmlns:a16="http://schemas.microsoft.com/office/drawing/2014/main" id="{EE293384-14C9-4EDB-B77F-0D44A1F2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527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5BC9"/>
          </a:solidFill>
          <a:ln xmlns:a="http://schemas.openxmlformats.org/drawingml/2006/main" w="0">
            <a:solidFill>
              <a:srgbClr val="4F5BC9"/>
            </a:solidFill>
            <a:prstDash val="solid"/>
          </a:ln>
        </p:spPr>
      </p:sp>
      <p:sp>
        <p:nvSpPr>
          <p:cNvPr id="15" name="render-output-center">
            <a:extLst xmlns:a="http://schemas.openxmlformats.org/drawingml/2006/main">
              <a:ext uri="{FF2B5EF4-FFF2-40B4-BE49-F238E27FC236}">
                <a16:creationId xmlns:a16="http://schemas.microsoft.com/office/drawing/2014/main" id="{C98E41C8-2E99-4E4D-99E8-4FBDA4E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28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4F5BC9"/>
            </a:solidFill>
            <a:prstDash val="solid"/>
          </a:ln>
        </p:spPr>
      </p:sp>
      <p:sp>
        <p:nvSpPr>
          <p:cNvPr id="16" name="render-output-arrow">
            <a:extLst xmlns:a="http://schemas.openxmlformats.org/drawingml/2006/main">
              <a:ext uri="{FF2B5EF4-FFF2-40B4-BE49-F238E27FC236}">
                <a16:creationId xmlns:a16="http://schemas.microsoft.com/office/drawing/2014/main" id="{3E64884A-B41B-4413-9B59-21F9ADF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527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5BC9"/>
          </a:solidFill>
          <a:ln xmlns:a="http://schemas.openxmlformats.org/drawingml/2006/main" w="0">
            <a:solidFill>
              <a:srgbClr val="4F5BC9"/>
            </a:solidFill>
            <a:prstDash val="solid"/>
          </a:ln>
        </p:spPr>
      </p:sp>
      <p:sp>
        <p:nvSpPr>
          <p:cNvPr id="17" name="render-output-split">
            <a:extLst xmlns:a="http://schemas.openxmlformats.org/drawingml/2006/main">
              <a:ext uri="{FF2B5EF4-FFF2-40B4-BE49-F238E27FC236}">
                <a16:creationId xmlns:a16="http://schemas.microsoft.com/office/drawing/2014/main" id="{AF94B419-C4DC-4007-B4AA-6944D608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0" cy="1704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2DF"/>
            </a:solidFill>
            <a:prstDash val="solid"/>
          </a:ln>
        </p:spPr>
      </p:sp>
      <p:sp>
        <p:nvSpPr>
          <p:cNvPr id="18" name="render-to-full-line">
            <a:extLst xmlns:a="http://schemas.openxmlformats.org/drawingml/2006/main">
              <a:ext uri="{FF2B5EF4-FFF2-40B4-BE49-F238E27FC236}">
                <a16:creationId xmlns:a16="http://schemas.microsoft.com/office/drawing/2014/main" id="{2DEE93D8-F989-41FC-AFB5-57897147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19" name="render-to-candidate-line">
            <a:extLst xmlns:a="http://schemas.openxmlformats.org/drawingml/2006/main">
              <a:ext uri="{FF2B5EF4-FFF2-40B4-BE49-F238E27FC236}">
                <a16:creationId xmlns:a16="http://schemas.microsoft.com/office/drawing/2014/main" id="{BE1CD535-1FB2-45B4-91EE-60E48782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7667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53C3C3"/>
            </a:solidFill>
            <a:prstDash val="solid"/>
          </a:ln>
        </p:spPr>
      </p:sp>
      <p:sp>
        <p:nvSpPr>
          <p:cNvPr id="20" name="spec-merge-vertical">
            <a:extLst xmlns:a="http://schemas.openxmlformats.org/drawingml/2006/main">
              <a:ext uri="{FF2B5EF4-FFF2-40B4-BE49-F238E27FC236}">
                <a16:creationId xmlns:a16="http://schemas.microsoft.com/office/drawing/2014/main" id="{36FE1E81-2E5F-489E-9142-8724CA63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0" cy="1704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2DF"/>
            </a:solidFill>
            <a:prstDash val="solid"/>
          </a:ln>
        </p:spPr>
      </p:sp>
      <p:sp>
        <p:nvSpPr>
          <p:cNvPr id="21" name="full-to-merge">
            <a:extLst xmlns:a="http://schemas.openxmlformats.org/drawingml/2006/main">
              <a:ext uri="{FF2B5EF4-FFF2-40B4-BE49-F238E27FC236}">
                <a16:creationId xmlns:a16="http://schemas.microsoft.com/office/drawing/2014/main" id="{EFDF4A07-2969-400C-A36C-2C541821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717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22" name="candidate-to-merge">
            <a:extLst xmlns:a="http://schemas.openxmlformats.org/drawingml/2006/main">
              <a:ext uri="{FF2B5EF4-FFF2-40B4-BE49-F238E27FC236}">
                <a16:creationId xmlns:a16="http://schemas.microsoft.com/office/drawing/2014/main" id="{7A24D3B6-33A7-4647-8B65-FB3B4607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766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53C3C3"/>
            </a:solidFill>
            <a:prstDash val="solid"/>
          </a:ln>
        </p:spPr>
      </p:sp>
      <p:sp>
        <p:nvSpPr>
          <p:cNvPr id="23" name="merge-to-boundary">
            <a:extLst xmlns:a="http://schemas.openxmlformats.org/drawingml/2006/main">
              <a:ext uri="{FF2B5EF4-FFF2-40B4-BE49-F238E27FC236}">
                <a16:creationId xmlns:a16="http://schemas.microsoft.com/office/drawing/2014/main" id="{B679E299-21BE-4C19-A594-91222936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24" name="merge-to-boundary-arrow">
            <a:extLst xmlns:a="http://schemas.openxmlformats.org/drawingml/2006/main">
              <a:ext uri="{FF2B5EF4-FFF2-40B4-BE49-F238E27FC236}">
                <a16:creationId xmlns:a16="http://schemas.microsoft.com/office/drawing/2014/main" id="{C8C2760D-0FE2-40F4-86BC-FD7B7B9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432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25" name="eval-to-boundary-horizontal">
            <a:extLst xmlns:a="http://schemas.openxmlformats.org/drawingml/2006/main">
              <a:ext uri="{FF2B5EF4-FFF2-40B4-BE49-F238E27FC236}">
                <a16:creationId xmlns:a16="http://schemas.microsoft.com/office/drawing/2014/main" id="{96E8BBEE-1E9A-4959-A5BD-DAE0175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05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E3B84C"/>
            </a:solidFill>
            <a:prstDash val="solid"/>
          </a:ln>
        </p:spPr>
      </p:sp>
      <p:sp>
        <p:nvSpPr>
          <p:cNvPr id="26" name="eval-to-boundary-vertical">
            <a:extLst xmlns:a="http://schemas.openxmlformats.org/drawingml/2006/main">
              <a:ext uri="{FF2B5EF4-FFF2-40B4-BE49-F238E27FC236}">
                <a16:creationId xmlns:a16="http://schemas.microsoft.com/office/drawing/2014/main" id="{68AE8B1A-819E-445B-9CB7-C76B7C10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29150"/>
            <a:ext cx="0" cy="1076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E3B84C"/>
            </a:solidFill>
            <a:prstDash val="solid"/>
          </a:ln>
        </p:spPr>
      </p:sp>
      <p:sp>
        <p:nvSpPr>
          <p:cNvPr id="27" name="eval-to-boundary-arrow">
            <a:extLst xmlns:a="http://schemas.openxmlformats.org/drawingml/2006/main">
              <a:ext uri="{FF2B5EF4-FFF2-40B4-BE49-F238E27FC236}">
                <a16:creationId xmlns:a16="http://schemas.microsoft.com/office/drawing/2014/main" id="{6D588093-A4E6-4C24-8139-5FD09E58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391025"/>
            <a:ext cx="1524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0">
            <a:solidFill>
              <a:srgbClr val="E3B84C"/>
            </a:solidFill>
            <a:prstDash val="solid"/>
          </a:ln>
        </p:spPr>
      </p:sp>
      <p:sp>
        <p:nvSpPr>
          <p:cNvPr id="28" name="method-path-label">
            <a:extLst xmlns:a="http://schemas.openxmlformats.org/drawingml/2006/main">
              <a:ext uri="{FF2B5EF4-FFF2-40B4-BE49-F238E27FC236}">
                <a16:creationId xmlns:a16="http://schemas.microsoft.com/office/drawing/2014/main" id="{7866317B-FD89-4206-BCBB-FA436E7B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rPr>
              <a:t>METHOD PATH</a:t>
            </a:r>
          </a:p>
        </p:txBody>
      </p:sp>
      <p:sp>
        <p:nvSpPr>
          <p:cNvPr id="29" name="source-paper-shadow">
            <a:extLst xmlns:a="http://schemas.openxmlformats.org/drawingml/2006/main">
              <a:ext uri="{FF2B5EF4-FFF2-40B4-BE49-F238E27FC236}">
                <a16:creationId xmlns:a16="http://schemas.microsoft.com/office/drawing/2014/main" id="{9A4F0511-20A3-4329-A493-CF0E67C1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09775"/>
            <a:ext cx="895350" cy="116205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30" name="source-paper-back">
            <a:extLst xmlns:a="http://schemas.openxmlformats.org/drawingml/2006/main">
              <a:ext uri="{FF2B5EF4-FFF2-40B4-BE49-F238E27FC236}">
                <a16:creationId xmlns:a16="http://schemas.microsoft.com/office/drawing/2014/main" id="{1B328180-4013-4AAA-9A18-A83B3E38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76425"/>
            <a:ext cx="876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31" name="source-paper-page">
            <a:extLst xmlns:a="http://schemas.openxmlformats.org/drawingml/2006/main">
              <a:ext uri="{FF2B5EF4-FFF2-40B4-BE49-F238E27FC236}">
                <a16:creationId xmlns:a16="http://schemas.microsoft.com/office/drawing/2014/main" id="{A5809BE3-D9D5-4F1A-8E53-CE2D073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95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334A"/>
            </a:solidFill>
            <a:prstDash val="solid"/>
          </a:ln>
        </p:spPr>
      </p:sp>
      <p:sp>
        <p:nvSpPr>
          <p:cNvPr id="32" name="source-paper-title-bar">
            <a:extLst xmlns:a="http://schemas.openxmlformats.org/drawingml/2006/main">
              <a:ext uri="{FF2B5EF4-FFF2-40B4-BE49-F238E27FC236}">
                <a16:creationId xmlns:a16="http://schemas.microsoft.com/office/drawing/2014/main" id="{357778B9-CF15-4347-9179-2313155E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34A"/>
          </a:solidFill>
          <a:ln xmlns:a="http://schemas.openxmlformats.org/drawingml/2006/main" w="0">
            <a:solidFill>
              <a:srgbClr val="28334A"/>
            </a:solidFill>
            <a:prstDash val="solid"/>
          </a:ln>
        </p:spPr>
      </p:sp>
      <p:sp>
        <p:nvSpPr>
          <p:cNvPr id="33" name="source-paper-line-0">
            <a:extLst xmlns:a="http://schemas.openxmlformats.org/drawingml/2006/main">
              <a:ext uri="{FF2B5EF4-FFF2-40B4-BE49-F238E27FC236}">
                <a16:creationId xmlns:a16="http://schemas.microsoft.com/office/drawing/2014/main" id="{BFB60503-957A-4F85-827A-2731F739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C9D2DF"/>
            </a:solidFill>
            <a:prstDash val="solid"/>
          </a:ln>
        </p:spPr>
      </p:sp>
      <p:sp>
        <p:nvSpPr>
          <p:cNvPr id="34" name="source-paper-line-1">
            <a:extLst xmlns:a="http://schemas.openxmlformats.org/drawingml/2006/main">
              <a:ext uri="{FF2B5EF4-FFF2-40B4-BE49-F238E27FC236}">
                <a16:creationId xmlns:a16="http://schemas.microsoft.com/office/drawing/2014/main" id="{F119A3A0-AA36-4CA0-9188-638944B8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C9D2DF"/>
            </a:solidFill>
            <a:prstDash val="solid"/>
          </a:ln>
        </p:spPr>
      </p:sp>
      <p:sp>
        <p:nvSpPr>
          <p:cNvPr id="35" name="source-paper-line-2">
            <a:extLst xmlns:a="http://schemas.openxmlformats.org/drawingml/2006/main">
              <a:ext uri="{FF2B5EF4-FFF2-40B4-BE49-F238E27FC236}">
                <a16:creationId xmlns:a16="http://schemas.microsoft.com/office/drawing/2014/main" id="{19BCD751-CD30-46CC-B6E5-09E72C3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36" name="source-paper-line-3">
            <a:extLst xmlns:a="http://schemas.openxmlformats.org/drawingml/2006/main">
              <a:ext uri="{FF2B5EF4-FFF2-40B4-BE49-F238E27FC236}">
                <a16:creationId xmlns:a16="http://schemas.microsoft.com/office/drawing/2014/main" id="{BD9F6F91-B59F-42C9-A7A0-F9EC7186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C9D2DF"/>
            </a:solidFill>
            <a:prstDash val="solid"/>
          </a:ln>
        </p:spPr>
      </p:sp>
      <p:sp>
        <p:nvSpPr>
          <p:cNvPr id="37" name="source-paper-line-4">
            <a:extLst xmlns:a="http://schemas.openxmlformats.org/drawingml/2006/main">
              <a:ext uri="{FF2B5EF4-FFF2-40B4-BE49-F238E27FC236}">
                <a16:creationId xmlns:a16="http://schemas.microsoft.com/office/drawing/2014/main" id="{45626CA2-6B2D-4FAB-85B0-6469953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C9D2DF"/>
            </a:solidFill>
            <a:prstDash val="solid"/>
          </a:ln>
        </p:spPr>
      </p:sp>
      <p:sp>
        <p:nvSpPr>
          <p:cNvPr id="38" name="source-paper-clip">
            <a:extLst xmlns:a="http://schemas.openxmlformats.org/drawingml/2006/main">
              <a:ext uri="{FF2B5EF4-FFF2-40B4-BE49-F238E27FC236}">
                <a16:creationId xmlns:a16="http://schemas.microsoft.com/office/drawing/2014/main" id="{4597EF18-2F36-42F2-A6EC-9789BAA8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85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11906">
            <a:solidFill>
              <a:srgbClr val="E3B84C"/>
            </a:solidFill>
            <a:prstDash val="solid"/>
          </a:ln>
        </p:spPr>
      </p:sp>
      <p:sp>
        <p:nvSpPr>
          <p:cNvPr id="39" name="source-paper-label">
            <a:extLst xmlns:a="http://schemas.openxmlformats.org/drawingml/2006/main">
              <a:ext uri="{FF2B5EF4-FFF2-40B4-BE49-F238E27FC236}">
                <a16:creationId xmlns:a16="http://schemas.microsoft.com/office/drawing/2014/main" id="{819E04B4-95BE-4931-A216-9214BD8A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334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8334A"/>
                </a:solidFill>
                <a:latin typeface="Trebuchet MS"/>
                <a:ea typeface="Trebuchet MS"/>
                <a:cs typeface="Trebuchet MS"/>
              </a:rPr>
              <a:t>Paper  P</a:t>
            </a:r>
          </a:p>
        </p:txBody>
      </p:sp>
      <p:sp>
        <p:nvSpPr>
          <p:cNvPr id="40" name="extractor-human-head">
            <a:extLst xmlns:a="http://schemas.openxmlformats.org/drawingml/2006/main">
              <a:ext uri="{FF2B5EF4-FFF2-40B4-BE49-F238E27FC236}">
                <a16:creationId xmlns:a16="http://schemas.microsoft.com/office/drawing/2014/main" id="{0C3D2CDC-8C18-44CA-A45B-9AE1849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47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14288">
            <a:solidFill>
              <a:srgbClr val="4F5BC9"/>
            </a:solidFill>
            <a:prstDash val="solid"/>
          </a:ln>
        </p:spPr>
      </p:sp>
      <p:sp>
        <p:nvSpPr>
          <p:cNvPr id="41" name="extractor-human-body">
            <a:extLst xmlns:a="http://schemas.openxmlformats.org/drawingml/2006/main">
              <a:ext uri="{FF2B5EF4-FFF2-40B4-BE49-F238E27FC236}">
                <a16:creationId xmlns:a16="http://schemas.microsoft.com/office/drawing/2014/main" id="{A70627ED-6590-458B-958F-426146F9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371725"/>
            <a:ext cx="400050" cy="4381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DE"/>
          </a:solidFill>
          <a:ln xmlns:a="http://schemas.openxmlformats.org/drawingml/2006/main" w="14288">
            <a:solidFill>
              <a:srgbClr val="4F5BC9"/>
            </a:solidFill>
            <a:prstDash val="solid"/>
          </a:ln>
        </p:spPr>
      </p:sp>
      <p:sp>
        <p:nvSpPr>
          <p:cNvPr id="42" name="extractor-slash">
            <a:extLst xmlns:a="http://schemas.openxmlformats.org/drawingml/2006/main">
              <a:ext uri="{FF2B5EF4-FFF2-40B4-BE49-F238E27FC236}">
                <a16:creationId xmlns:a16="http://schemas.microsoft.com/office/drawing/2014/main" id="{8F3731C4-45B8-4A6A-A28B-952542A6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66925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C9D2DF"/>
            </a:solidFill>
            <a:prstDash val="solid"/>
          </a:ln>
        </p:spPr>
      </p:sp>
      <p:sp>
        <p:nvSpPr>
          <p:cNvPr id="43" name="extractor-bot-head">
            <a:extLst xmlns:a="http://schemas.openxmlformats.org/drawingml/2006/main">
              <a:ext uri="{FF2B5EF4-FFF2-40B4-BE49-F238E27FC236}">
                <a16:creationId xmlns:a16="http://schemas.microsoft.com/office/drawing/2014/main" id="{41038B09-F85C-430E-A7A1-89875305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57400"/>
            <a:ext cx="4572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44" name="extractor-bot-eye-1">
            <a:extLst xmlns:a="http://schemas.openxmlformats.org/drawingml/2006/main">
              <a:ext uri="{FF2B5EF4-FFF2-40B4-BE49-F238E27FC236}">
                <a16:creationId xmlns:a16="http://schemas.microsoft.com/office/drawing/2014/main" id="{F6433C6C-28DF-4F79-9B81-9D4040C6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45" name="extractor-bot-eye-2">
            <a:extLst xmlns:a="http://schemas.openxmlformats.org/drawingml/2006/main">
              <a:ext uri="{FF2B5EF4-FFF2-40B4-BE49-F238E27FC236}">
                <a16:creationId xmlns:a16="http://schemas.microsoft.com/office/drawing/2014/main" id="{8641D7A3-6EEE-44B9-B5E7-270C41F4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46" name="extractor-antenna">
            <a:extLst xmlns:a="http://schemas.openxmlformats.org/drawingml/2006/main">
              <a:ext uri="{FF2B5EF4-FFF2-40B4-BE49-F238E27FC236}">
                <a16:creationId xmlns:a16="http://schemas.microsoft.com/office/drawing/2014/main" id="{A9FD3109-C257-492E-B5AA-C3C4879F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431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47" name="extractor-antenna-dot">
            <a:extLst xmlns:a="http://schemas.openxmlformats.org/drawingml/2006/main">
              <a:ext uri="{FF2B5EF4-FFF2-40B4-BE49-F238E27FC236}">
                <a16:creationId xmlns:a16="http://schemas.microsoft.com/office/drawing/2014/main" id="{2C970965-D972-4294-B992-4E6E0B4A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48" name="extractor-bot-body">
            <a:extLst xmlns:a="http://schemas.openxmlformats.org/drawingml/2006/main">
              <a:ext uri="{FF2B5EF4-FFF2-40B4-BE49-F238E27FC236}">
                <a16:creationId xmlns:a16="http://schemas.microsoft.com/office/drawing/2014/main" id="{42C3D2C8-2E17-4920-A1D0-7B07E4B5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381000" cy="314325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49" name="extractor-label">
            <a:extLst xmlns:a="http://schemas.openxmlformats.org/drawingml/2006/main">
              <a:ext uri="{FF2B5EF4-FFF2-40B4-BE49-F238E27FC236}">
                <a16:creationId xmlns:a16="http://schemas.microsoft.com/office/drawing/2014/main" id="{34ECF90B-E4BC-4597-9C60-2AB3EDF7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33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HUMAN / AGENT</a:t>
            </a:r>
          </a:p>
        </p:txBody>
      </p:sp>
      <p:sp>
        <p:nvSpPr>
          <p:cNvPr id="50" name="procedure-title">
            <a:extLst xmlns:a="http://schemas.openxmlformats.org/drawingml/2006/main">
              <a:ext uri="{FF2B5EF4-FFF2-40B4-BE49-F238E27FC236}">
                <a16:creationId xmlns:a16="http://schemas.microsoft.com/office/drawing/2014/main" id="{00FC432F-C856-4E4E-BD53-F6B0FAD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SOURCE-ADDRESSED PROCEDURE</a:t>
            </a:r>
          </a:p>
        </p:txBody>
      </p:sp>
      <p:sp>
        <p:nvSpPr>
          <p:cNvPr id="51" name="procedure-rule">
            <a:extLst xmlns:a="http://schemas.openxmlformats.org/drawingml/2006/main">
              <a:ext uri="{FF2B5EF4-FFF2-40B4-BE49-F238E27FC236}">
                <a16:creationId xmlns:a16="http://schemas.microsoft.com/office/drawing/2014/main" id="{F7EFCB41-7A25-4CEE-9B21-DC29D102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9065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2DF"/>
            </a:solidFill>
            <a:prstDash val="solid"/>
          </a:ln>
        </p:spPr>
      </p:sp>
      <p:sp>
        <p:nvSpPr>
          <p:cNvPr id="52" name="source-span-0">
            <a:extLst xmlns:a="http://schemas.openxmlformats.org/drawingml/2006/main">
              <a:ext uri="{FF2B5EF4-FFF2-40B4-BE49-F238E27FC236}">
                <a16:creationId xmlns:a16="http://schemas.microsoft.com/office/drawing/2014/main" id="{62E3BDEB-82BB-4BC6-86D7-3F889B18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8763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53" name="source-span-text-0">
            <a:extLst xmlns:a="http://schemas.openxmlformats.org/drawingml/2006/main">
              <a:ext uri="{FF2B5EF4-FFF2-40B4-BE49-F238E27FC236}">
                <a16:creationId xmlns:a16="http://schemas.microsoft.com/office/drawing/2014/main" id="{49B3E51B-12B0-442E-95D9-2855354B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68758A"/>
                </a:solidFill>
                <a:latin typeface="Cambria Math"/>
                <a:ea typeface="Cambria Math"/>
                <a:cs typeface="Cambria Math"/>
              </a:rPr>
              <a:t>p.4 : 18</a:t>
            </a:r>
          </a:p>
        </p:txBody>
      </p:sp>
      <p:sp>
        <p:nvSpPr>
          <p:cNvPr id="54" name="source-span-1">
            <a:extLst xmlns:a="http://schemas.openxmlformats.org/drawingml/2006/main">
              <a:ext uri="{FF2B5EF4-FFF2-40B4-BE49-F238E27FC236}">
                <a16:creationId xmlns:a16="http://schemas.microsoft.com/office/drawing/2014/main" id="{776111F8-95F6-42DB-97DE-9681FBC0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8763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11906">
            <a:solidFill>
              <a:srgbClr val="53C3C3"/>
            </a:solidFill>
            <a:prstDash val="solid"/>
          </a:ln>
        </p:spPr>
      </p:sp>
      <p:sp>
        <p:nvSpPr>
          <p:cNvPr id="55" name="source-span-text-1">
            <a:extLst xmlns:a="http://schemas.openxmlformats.org/drawingml/2006/main">
              <a:ext uri="{FF2B5EF4-FFF2-40B4-BE49-F238E27FC236}">
                <a16:creationId xmlns:a16="http://schemas.microsoft.com/office/drawing/2014/main" id="{815EE27E-5A9F-40F7-8DEF-DA09DDDE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Eq. 2</a:t>
            </a:r>
          </a:p>
        </p:txBody>
      </p:sp>
      <p:sp>
        <p:nvSpPr>
          <p:cNvPr id="56" name="source-span-2">
            <a:extLst xmlns:a="http://schemas.openxmlformats.org/drawingml/2006/main">
              <a:ext uri="{FF2B5EF4-FFF2-40B4-BE49-F238E27FC236}">
                <a16:creationId xmlns:a16="http://schemas.microsoft.com/office/drawing/2014/main" id="{03426518-7280-4167-84D3-CDC691FD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8763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57" name="source-span-text-2">
            <a:extLst xmlns:a="http://schemas.openxmlformats.org/drawingml/2006/main">
              <a:ext uri="{FF2B5EF4-FFF2-40B4-BE49-F238E27FC236}">
                <a16:creationId xmlns:a16="http://schemas.microsoft.com/office/drawing/2014/main" id="{FD8963AC-6B64-4AF7-A6D9-9ADA4B37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68758A"/>
                </a:solidFill>
                <a:latin typeface="Cambria Math"/>
                <a:ea typeface="Cambria Math"/>
                <a:cs typeface="Cambria Math"/>
              </a:rPr>
              <a:t>Alg. 1</a:t>
            </a:r>
          </a:p>
        </p:txBody>
      </p:sp>
      <p:sp>
        <p:nvSpPr>
          <p:cNvPr id="58" name="source-map-1">
            <a:extLst xmlns:a="http://schemas.openxmlformats.org/drawingml/2006/main">
              <a:ext uri="{FF2B5EF4-FFF2-40B4-BE49-F238E27FC236}">
                <a16:creationId xmlns:a16="http://schemas.microsoft.com/office/drawing/2014/main" id="{F85BB97A-FC7C-4A04-8627-C4E1DEF6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59" name="source-map-2">
            <a:extLst xmlns:a="http://schemas.openxmlformats.org/drawingml/2006/main">
              <a:ext uri="{FF2B5EF4-FFF2-40B4-BE49-F238E27FC236}">
                <a16:creationId xmlns:a16="http://schemas.microsoft.com/office/drawing/2014/main" id="{506EC859-FA17-4F16-84B7-0CADE385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11239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60" name="source-map-3">
            <a:extLst xmlns:a="http://schemas.openxmlformats.org/drawingml/2006/main">
              <a:ext uri="{FF2B5EF4-FFF2-40B4-BE49-F238E27FC236}">
                <a16:creationId xmlns:a16="http://schemas.microsoft.com/office/drawing/2014/main" id="{D002D2F1-7B5F-409D-854B-DD1AF1A5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16383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61" name="full-dag-edge-0-1">
            <a:extLst xmlns:a="http://schemas.openxmlformats.org/drawingml/2006/main">
              <a:ext uri="{FF2B5EF4-FFF2-40B4-BE49-F238E27FC236}">
                <a16:creationId xmlns:a16="http://schemas.microsoft.com/office/drawing/2014/main" id="{5535B81A-9ED0-4B43-B0B9-010D1D5A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90700"/>
            <a:ext cx="5905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62" name="full-dag-head-0-1">
            <a:extLst xmlns:a="http://schemas.openxmlformats.org/drawingml/2006/main">
              <a:ext uri="{FF2B5EF4-FFF2-40B4-BE49-F238E27FC236}">
                <a16:creationId xmlns:a16="http://schemas.microsoft.com/office/drawing/2014/main" id="{4A96B0AF-DF86-4984-9131-A6912E2E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8483">
            <a:off x="5440299" y="1862328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63" name="full-dag-edge-0-2">
            <a:extLst xmlns:a="http://schemas.openxmlformats.org/drawingml/2006/main">
              <a:ext uri="{FF2B5EF4-FFF2-40B4-BE49-F238E27FC236}">
                <a16:creationId xmlns:a16="http://schemas.microsoft.com/office/drawing/2014/main" id="{D6744F9F-9183-4B9A-A8B9-06F254F5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133600"/>
            <a:ext cx="66675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64" name="full-dag-head-0-2">
            <a:extLst xmlns:a="http://schemas.openxmlformats.org/drawingml/2006/main">
              <a:ext uri="{FF2B5EF4-FFF2-40B4-BE49-F238E27FC236}">
                <a16:creationId xmlns:a16="http://schemas.microsoft.com/office/drawing/2014/main" id="{3751D757-E779-4D16-8039-BA4CBC5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71579">
            <a:off x="5492115" y="2335149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65" name="full-dag-edge-1-3">
            <a:extLst xmlns:a="http://schemas.openxmlformats.org/drawingml/2006/main">
              <a:ext uri="{FF2B5EF4-FFF2-40B4-BE49-F238E27FC236}">
                <a16:creationId xmlns:a16="http://schemas.microsoft.com/office/drawing/2014/main" id="{2633611F-8BF8-40C5-887D-30C2A37D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90700"/>
            <a:ext cx="79057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66" name="full-dag-head-1-3">
            <a:extLst xmlns:a="http://schemas.openxmlformats.org/drawingml/2006/main">
              <a:ext uri="{FF2B5EF4-FFF2-40B4-BE49-F238E27FC236}">
                <a16:creationId xmlns:a16="http://schemas.microsoft.com/office/drawing/2014/main" id="{73025195-477D-482C-B235-746AE11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511">
            <a:off x="6166866" y="1862709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67" name="full-dag-edge-1-2">
            <a:extLst xmlns:a="http://schemas.openxmlformats.org/drawingml/2006/main">
              <a:ext uri="{FF2B5EF4-FFF2-40B4-BE49-F238E27FC236}">
                <a16:creationId xmlns:a16="http://schemas.microsoft.com/office/drawing/2014/main" id="{E408D565-AF65-41D5-89CD-529C37C1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90700"/>
            <a:ext cx="762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68" name="full-dag-head-1-2">
            <a:extLst xmlns:a="http://schemas.openxmlformats.org/drawingml/2006/main">
              <a:ext uri="{FF2B5EF4-FFF2-40B4-BE49-F238E27FC236}">
                <a16:creationId xmlns:a16="http://schemas.microsoft.com/office/drawing/2014/main" id="{BC14104E-4672-4072-8D7D-FDFE0563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24758">
            <a:off x="5681091" y="2225421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69" name="full-dag-edge-2-4">
            <a:extLst xmlns:a="http://schemas.openxmlformats.org/drawingml/2006/main">
              <a:ext uri="{FF2B5EF4-FFF2-40B4-BE49-F238E27FC236}">
                <a16:creationId xmlns:a16="http://schemas.microsoft.com/office/drawing/2014/main" id="{3DE65698-563C-4BF9-9A2E-78B79BB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86025"/>
            <a:ext cx="9906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70" name="full-dag-head-2-4">
            <a:extLst xmlns:a="http://schemas.openxmlformats.org/drawingml/2006/main">
              <a:ext uri="{FF2B5EF4-FFF2-40B4-BE49-F238E27FC236}">
                <a16:creationId xmlns:a16="http://schemas.microsoft.com/office/drawing/2014/main" id="{3A82FDEA-92A1-4F8C-9AAE-F4C466A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138">
            <a:off x="6379083" y="2467356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71" name="full-dag-edge-3-4">
            <a:extLst xmlns:a="http://schemas.openxmlformats.org/drawingml/2006/main">
              <a:ext uri="{FF2B5EF4-FFF2-40B4-BE49-F238E27FC236}">
                <a16:creationId xmlns:a16="http://schemas.microsoft.com/office/drawing/2014/main" id="{C481CD7D-C557-4FE7-B362-808A7BA0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27622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72" name="full-dag-head-3-4">
            <a:extLst xmlns:a="http://schemas.openxmlformats.org/drawingml/2006/main">
              <a:ext uri="{FF2B5EF4-FFF2-40B4-BE49-F238E27FC236}">
                <a16:creationId xmlns:a16="http://schemas.microsoft.com/office/drawing/2014/main" id="{39D9F11E-4ACF-4EEE-9A31-B8F1BF29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29483">
            <a:off x="6607683" y="2296668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73" name="full-dag-0-node">
            <a:extLst xmlns:a="http://schemas.openxmlformats.org/drawingml/2006/main">
              <a:ext uri="{FF2B5EF4-FFF2-40B4-BE49-F238E27FC236}">
                <a16:creationId xmlns:a16="http://schemas.microsoft.com/office/drawing/2014/main" id="{76084024-6EF6-406F-8E78-8CA38549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74" name="full-dag-0-label">
            <a:extLst xmlns:a="http://schemas.openxmlformats.org/drawingml/2006/main">
              <a:ext uri="{FF2B5EF4-FFF2-40B4-BE49-F238E27FC236}">
                <a16:creationId xmlns:a16="http://schemas.microsoft.com/office/drawing/2014/main" id="{BF282A99-5867-412C-8C30-0A6632B4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a1</a:t>
            </a:r>
          </a:p>
        </p:txBody>
      </p:sp>
      <p:sp>
        <p:nvSpPr>
          <p:cNvPr id="75" name="full-dag-1-node">
            <a:extLst xmlns:a="http://schemas.openxmlformats.org/drawingml/2006/main">
              <a:ext uri="{FF2B5EF4-FFF2-40B4-BE49-F238E27FC236}">
                <a16:creationId xmlns:a16="http://schemas.microsoft.com/office/drawing/2014/main" id="{0B1DFBC3-83D8-4639-B06B-2884DA39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28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76" name="full-dag-1-label">
            <a:extLst xmlns:a="http://schemas.openxmlformats.org/drawingml/2006/main">
              <a:ext uri="{FF2B5EF4-FFF2-40B4-BE49-F238E27FC236}">
                <a16:creationId xmlns:a16="http://schemas.microsoft.com/office/drawing/2014/main" id="{AF26CCE1-C352-4B04-8ED6-2E79D6E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28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a2</a:t>
            </a:r>
          </a:p>
        </p:txBody>
      </p:sp>
      <p:sp>
        <p:nvSpPr>
          <p:cNvPr id="77" name="full-dag-2-node">
            <a:extLst xmlns:a="http://schemas.openxmlformats.org/drawingml/2006/main">
              <a:ext uri="{FF2B5EF4-FFF2-40B4-BE49-F238E27FC236}">
                <a16:creationId xmlns:a16="http://schemas.microsoft.com/office/drawing/2014/main" id="{FC312ED0-9C1A-40B4-B894-8BA946D7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78" name="full-dag-2-label">
            <a:extLst xmlns:a="http://schemas.openxmlformats.org/drawingml/2006/main">
              <a:ext uri="{FF2B5EF4-FFF2-40B4-BE49-F238E27FC236}">
                <a16:creationId xmlns:a16="http://schemas.microsoft.com/office/drawing/2014/main" id="{8422E9F5-D25C-40CF-B282-5D193E0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a3</a:t>
            </a:r>
          </a:p>
        </p:txBody>
      </p:sp>
      <p:sp>
        <p:nvSpPr>
          <p:cNvPr id="79" name="full-dag-3-node">
            <a:extLst xmlns:a="http://schemas.openxmlformats.org/drawingml/2006/main">
              <a:ext uri="{FF2B5EF4-FFF2-40B4-BE49-F238E27FC236}">
                <a16:creationId xmlns:a16="http://schemas.microsoft.com/office/drawing/2014/main" id="{9C9E48ED-25F6-4D3A-86FB-EB8C75C0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9050">
            <a:solidFill>
              <a:srgbClr val="53C3C3"/>
            </a:solidFill>
            <a:prstDash val="solid"/>
          </a:ln>
        </p:spPr>
      </p:sp>
      <p:sp>
        <p:nvSpPr>
          <p:cNvPr id="80" name="full-dag-3-label">
            <a:extLst xmlns:a="http://schemas.openxmlformats.org/drawingml/2006/main">
              <a:ext uri="{FF2B5EF4-FFF2-40B4-BE49-F238E27FC236}">
                <a16:creationId xmlns:a16="http://schemas.microsoft.com/office/drawing/2014/main" id="{81BCC52F-1C83-410B-B787-AD17DCF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a4</a:t>
            </a:r>
          </a:p>
        </p:txBody>
      </p:sp>
      <p:sp>
        <p:nvSpPr>
          <p:cNvPr id="81" name="full-dag-4-node">
            <a:extLst xmlns:a="http://schemas.openxmlformats.org/drawingml/2006/main">
              <a:ext uri="{FF2B5EF4-FFF2-40B4-BE49-F238E27FC236}">
                <a16:creationId xmlns:a16="http://schemas.microsoft.com/office/drawing/2014/main" id="{C9A9568D-A57D-4874-977D-63B11509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9050">
            <a:solidFill>
              <a:srgbClr val="53C3C3"/>
            </a:solidFill>
            <a:prstDash val="solid"/>
          </a:ln>
        </p:spPr>
      </p:sp>
      <p:sp>
        <p:nvSpPr>
          <p:cNvPr id="82" name="full-dag-4-label">
            <a:extLst xmlns:a="http://schemas.openxmlformats.org/drawingml/2006/main">
              <a:ext uri="{FF2B5EF4-FFF2-40B4-BE49-F238E27FC236}">
                <a16:creationId xmlns:a16="http://schemas.microsoft.com/office/drawing/2014/main" id="{15E2A585-BE75-4D94-ACE7-6F47686A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52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a5</a:t>
            </a:r>
          </a:p>
        </p:txBody>
      </p:sp>
      <p:sp>
        <p:nvSpPr>
          <p:cNvPr id="83" name="full-formula">
            <a:extLst xmlns:a="http://schemas.openxmlformats.org/drawingml/2006/main">
              <a:ext uri="{FF2B5EF4-FFF2-40B4-BE49-F238E27FC236}">
                <a16:creationId xmlns:a16="http://schemas.microsoft.com/office/drawing/2014/main" id="{8F002805-26AF-4BA3-8DA2-6E0CFA1C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051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A,  G = (A, E)</a:t>
            </a:r>
          </a:p>
        </p:txBody>
      </p:sp>
      <p:sp>
        <p:nvSpPr>
          <p:cNvPr id="84" name="candidate-divider">
            <a:extLst xmlns:a="http://schemas.openxmlformats.org/drawingml/2006/main">
              <a:ext uri="{FF2B5EF4-FFF2-40B4-BE49-F238E27FC236}">
                <a16:creationId xmlns:a16="http://schemas.microsoft.com/office/drawing/2014/main" id="{AA26EAC7-F28B-4A82-BFB2-E9E28013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8135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85" name="candidate-edit-label">
            <a:extLst xmlns:a="http://schemas.openxmlformats.org/drawingml/2006/main">
              <a:ext uri="{FF2B5EF4-FFF2-40B4-BE49-F238E27FC236}">
                <a16:creationId xmlns:a16="http://schemas.microsoft.com/office/drawing/2014/main" id="{E08D808C-19CC-4D35-9AC6-DF775E62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rPr>
              <a:t>EDIT</a:t>
            </a:r>
          </a:p>
        </p:txBody>
      </p:sp>
      <p:sp>
        <p:nvSpPr>
          <p:cNvPr id="86" name="candidate-edit-arrow">
            <a:extLst xmlns:a="http://schemas.openxmlformats.org/drawingml/2006/main">
              <a:ext uri="{FF2B5EF4-FFF2-40B4-BE49-F238E27FC236}">
                <a16:creationId xmlns:a16="http://schemas.microsoft.com/office/drawing/2014/main" id="{E74C3D50-11EE-423C-A8E2-ADC45629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1947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87" name="candidate-dag-edge-0-1">
            <a:extLst xmlns:a="http://schemas.openxmlformats.org/drawingml/2006/main">
              <a:ext uri="{FF2B5EF4-FFF2-40B4-BE49-F238E27FC236}">
                <a16:creationId xmlns:a16="http://schemas.microsoft.com/office/drawing/2014/main" id="{7521072E-A830-4916-86FD-E51AE8E4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5905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88" name="candidate-dag-head-0-1">
            <a:extLst xmlns:a="http://schemas.openxmlformats.org/drawingml/2006/main">
              <a:ext uri="{FF2B5EF4-FFF2-40B4-BE49-F238E27FC236}">
                <a16:creationId xmlns:a16="http://schemas.microsoft.com/office/drawing/2014/main" id="{692CD5A5-EA33-4E9C-B3CE-02B14A44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8483">
            <a:off x="5678424" y="3443478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89" name="candidate-dag-edge-0-2">
            <a:extLst xmlns:a="http://schemas.openxmlformats.org/drawingml/2006/main">
              <a:ext uri="{FF2B5EF4-FFF2-40B4-BE49-F238E27FC236}">
                <a16:creationId xmlns:a16="http://schemas.microsoft.com/office/drawing/2014/main" id="{289AB0EF-A086-4CA2-AEED-04487CD0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66675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E7778"/>
            </a:solidFill>
            <a:prstDash val="dash"/>
          </a:ln>
        </p:spPr>
      </p:sp>
      <p:sp>
        <p:nvSpPr>
          <p:cNvPr id="90" name="candidate-dag-head-0-2">
            <a:extLst xmlns:a="http://schemas.openxmlformats.org/drawingml/2006/main">
              <a:ext uri="{FF2B5EF4-FFF2-40B4-BE49-F238E27FC236}">
                <a16:creationId xmlns:a16="http://schemas.microsoft.com/office/drawing/2014/main" id="{193E9500-58A0-477D-ABA7-5EE237B9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71579">
            <a:off x="5730240" y="3916299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7778"/>
          </a:solidFill>
          <a:ln xmlns:a="http://schemas.openxmlformats.org/drawingml/2006/main" w="0">
            <a:solidFill>
              <a:srgbClr val="EE7778"/>
            </a:solidFill>
            <a:prstDash val="solid"/>
          </a:ln>
        </p:spPr>
      </p:sp>
      <p:sp>
        <p:nvSpPr>
          <p:cNvPr id="91" name="candidate-dag-edge-1-3">
            <a:extLst xmlns:a="http://schemas.openxmlformats.org/drawingml/2006/main">
              <a:ext uri="{FF2B5EF4-FFF2-40B4-BE49-F238E27FC236}">
                <a16:creationId xmlns:a16="http://schemas.microsoft.com/office/drawing/2014/main" id="{CAC64173-349A-4112-B59E-ED298EC9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71850"/>
            <a:ext cx="79057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92" name="candidate-dag-head-1-3">
            <a:extLst xmlns:a="http://schemas.openxmlformats.org/drawingml/2006/main">
              <a:ext uri="{FF2B5EF4-FFF2-40B4-BE49-F238E27FC236}">
                <a16:creationId xmlns:a16="http://schemas.microsoft.com/office/drawing/2014/main" id="{6D4CC115-F41B-4AF2-B84B-2893928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511">
            <a:off x="6404991" y="3443859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93" name="candidate-dag-edge-1-2">
            <a:extLst xmlns:a="http://schemas.openxmlformats.org/drawingml/2006/main">
              <a:ext uri="{FF2B5EF4-FFF2-40B4-BE49-F238E27FC236}">
                <a16:creationId xmlns:a16="http://schemas.microsoft.com/office/drawing/2014/main" id="{80787A00-1E1F-423D-9485-D209498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71850"/>
            <a:ext cx="762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E7778"/>
            </a:solidFill>
            <a:prstDash val="dash"/>
          </a:ln>
        </p:spPr>
      </p:sp>
      <p:sp>
        <p:nvSpPr>
          <p:cNvPr id="94" name="candidate-dag-head-1-2">
            <a:extLst xmlns:a="http://schemas.openxmlformats.org/drawingml/2006/main">
              <a:ext uri="{FF2B5EF4-FFF2-40B4-BE49-F238E27FC236}">
                <a16:creationId xmlns:a16="http://schemas.microsoft.com/office/drawing/2014/main" id="{CE7CD8DA-177F-4AFB-8B6E-C1A7AC41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24758">
            <a:off x="5919216" y="3806571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7778"/>
          </a:solidFill>
          <a:ln xmlns:a="http://schemas.openxmlformats.org/drawingml/2006/main" w="0">
            <a:solidFill>
              <a:srgbClr val="EE7778"/>
            </a:solidFill>
            <a:prstDash val="solid"/>
          </a:ln>
        </p:spPr>
      </p:sp>
      <p:sp>
        <p:nvSpPr>
          <p:cNvPr id="95" name="candidate-dag-edge-2-4">
            <a:extLst xmlns:a="http://schemas.openxmlformats.org/drawingml/2006/main">
              <a:ext uri="{FF2B5EF4-FFF2-40B4-BE49-F238E27FC236}">
                <a16:creationId xmlns:a16="http://schemas.microsoft.com/office/drawing/2014/main" id="{8CA9CBDB-CBC8-4CD4-9B02-46BA4D92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67175"/>
            <a:ext cx="9906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E7778"/>
            </a:solidFill>
            <a:prstDash val="dash"/>
          </a:ln>
        </p:spPr>
      </p:sp>
      <p:sp>
        <p:nvSpPr>
          <p:cNvPr id="96" name="candidate-dag-head-2-4">
            <a:extLst xmlns:a="http://schemas.openxmlformats.org/drawingml/2006/main">
              <a:ext uri="{FF2B5EF4-FFF2-40B4-BE49-F238E27FC236}">
                <a16:creationId xmlns:a16="http://schemas.microsoft.com/office/drawing/2014/main" id="{F4632ACC-E008-4798-AFCF-590E090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138">
            <a:off x="6617208" y="4048506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7778"/>
          </a:solidFill>
          <a:ln xmlns:a="http://schemas.openxmlformats.org/drawingml/2006/main" w="0">
            <a:solidFill>
              <a:srgbClr val="EE7778"/>
            </a:solidFill>
            <a:prstDash val="solid"/>
          </a:ln>
        </p:spPr>
      </p:sp>
      <p:sp>
        <p:nvSpPr>
          <p:cNvPr id="97" name="candidate-dag-edge-3-4">
            <a:extLst xmlns:a="http://schemas.openxmlformats.org/drawingml/2006/main">
              <a:ext uri="{FF2B5EF4-FFF2-40B4-BE49-F238E27FC236}">
                <a16:creationId xmlns:a16="http://schemas.microsoft.com/office/drawing/2014/main" id="{07B762DC-B5F1-45E3-8FFA-27F5089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33775"/>
            <a:ext cx="27622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98" name="candidate-dag-head-3-4">
            <a:extLst xmlns:a="http://schemas.openxmlformats.org/drawingml/2006/main">
              <a:ext uri="{FF2B5EF4-FFF2-40B4-BE49-F238E27FC236}">
                <a16:creationId xmlns:a16="http://schemas.microsoft.com/office/drawing/2014/main" id="{F08C624A-1797-44A5-B225-28A9576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29483">
            <a:off x="6845808" y="3877818"/>
            <a:ext cx="1524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99" name="candidate-dag-0-node">
            <a:extLst xmlns:a="http://schemas.openxmlformats.org/drawingml/2006/main">
              <a:ext uri="{FF2B5EF4-FFF2-40B4-BE49-F238E27FC236}">
                <a16:creationId xmlns:a16="http://schemas.microsoft.com/office/drawing/2014/main" id="{6470ADDB-9378-4F9A-991F-4E2C5D4E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100" name="candidate-dag-0-label">
            <a:extLst xmlns:a="http://schemas.openxmlformats.org/drawingml/2006/main">
              <a:ext uri="{FF2B5EF4-FFF2-40B4-BE49-F238E27FC236}">
                <a16:creationId xmlns:a16="http://schemas.microsoft.com/office/drawing/2014/main" id="{6ED9996B-0240-42B7-8239-0F723C50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a1</a:t>
            </a:r>
          </a:p>
        </p:txBody>
      </p:sp>
      <p:sp>
        <p:nvSpPr>
          <p:cNvPr id="101" name="candidate-dag-1-node">
            <a:extLst xmlns:a="http://schemas.openxmlformats.org/drawingml/2006/main">
              <a:ext uri="{FF2B5EF4-FFF2-40B4-BE49-F238E27FC236}">
                <a16:creationId xmlns:a16="http://schemas.microsoft.com/office/drawing/2014/main" id="{3E017BBB-33AD-44F6-B3C8-DBFD8A6F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102" name="candidate-dag-1-label">
            <a:extLst xmlns:a="http://schemas.openxmlformats.org/drawingml/2006/main">
              <a:ext uri="{FF2B5EF4-FFF2-40B4-BE49-F238E27FC236}">
                <a16:creationId xmlns:a16="http://schemas.microsoft.com/office/drawing/2014/main" id="{537C1DD2-9453-4CAE-A3FE-8BD29534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099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a2</a:t>
            </a:r>
          </a:p>
        </p:txBody>
      </p:sp>
      <p:sp>
        <p:nvSpPr>
          <p:cNvPr id="103" name="candidate-dag-2-node">
            <a:extLst xmlns:a="http://schemas.openxmlformats.org/drawingml/2006/main">
              <a:ext uri="{FF2B5EF4-FFF2-40B4-BE49-F238E27FC236}">
                <a16:creationId xmlns:a16="http://schemas.microsoft.com/office/drawing/2014/main" id="{46F38180-9C3A-4E02-A96A-EDF7B9AB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05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E7778"/>
            </a:solidFill>
            <a:prstDash val="solid"/>
          </a:ln>
        </p:spPr>
      </p:sp>
      <p:sp>
        <p:nvSpPr>
          <p:cNvPr id="104" name="candidate-dag-2-label">
            <a:extLst xmlns:a="http://schemas.openxmlformats.org/drawingml/2006/main">
              <a:ext uri="{FF2B5EF4-FFF2-40B4-BE49-F238E27FC236}">
                <a16:creationId xmlns:a16="http://schemas.microsoft.com/office/drawing/2014/main" id="{07C3ACE3-78CA-4DB5-8517-1CF7EAAC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05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E7778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EE7778"/>
                </a:solidFill>
                <a:latin typeface="Cambria Math"/>
                <a:ea typeface="Cambria Math"/>
                <a:cs typeface="Cambria Math"/>
              </a:rPr>
              <a:t>a3</a:t>
            </a:r>
          </a:p>
        </p:txBody>
      </p:sp>
      <p:sp>
        <p:nvSpPr>
          <p:cNvPr id="105" name="candidate-dag-x-a">
            <a:extLst xmlns:a="http://schemas.openxmlformats.org/drawingml/2006/main">
              <a:ext uri="{FF2B5EF4-FFF2-40B4-BE49-F238E27FC236}">
                <a16:creationId xmlns:a16="http://schemas.microsoft.com/office/drawing/2014/main" id="{AA999192-2FAA-48DB-A8FA-27D89497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81450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7778"/>
            </a:solidFill>
            <a:prstDash val="solid"/>
          </a:ln>
        </p:spPr>
      </p:sp>
      <p:sp>
        <p:nvSpPr>
          <p:cNvPr id="106" name="candidate-dag-x-b">
            <a:extLst xmlns:a="http://schemas.openxmlformats.org/drawingml/2006/main">
              <a:ext uri="{FF2B5EF4-FFF2-40B4-BE49-F238E27FC236}">
                <a16:creationId xmlns:a16="http://schemas.microsoft.com/office/drawing/2014/main" id="{A49C0A7A-F75D-4DCA-9C63-F026DFD8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81450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7778"/>
            </a:solidFill>
            <a:prstDash val="solid"/>
          </a:ln>
        </p:spPr>
      </p:sp>
      <p:sp>
        <p:nvSpPr>
          <p:cNvPr id="107" name="candidate-dag-3-node">
            <a:extLst xmlns:a="http://schemas.openxmlformats.org/drawingml/2006/main">
              <a:ext uri="{FF2B5EF4-FFF2-40B4-BE49-F238E27FC236}">
                <a16:creationId xmlns:a16="http://schemas.microsoft.com/office/drawing/2014/main" id="{7DA78391-666D-4143-B502-33BE4A43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9050">
            <a:solidFill>
              <a:srgbClr val="53C3C3"/>
            </a:solidFill>
            <a:prstDash val="solid"/>
          </a:ln>
        </p:spPr>
      </p:sp>
      <p:sp>
        <p:nvSpPr>
          <p:cNvPr id="108" name="candidate-dag-3-label">
            <a:extLst xmlns:a="http://schemas.openxmlformats.org/drawingml/2006/main">
              <a:ext uri="{FF2B5EF4-FFF2-40B4-BE49-F238E27FC236}">
                <a16:creationId xmlns:a16="http://schemas.microsoft.com/office/drawing/2014/main" id="{5FF4EEAC-71D4-4B22-ADF1-5A9BC00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a4</a:t>
            </a:r>
          </a:p>
        </p:txBody>
      </p:sp>
      <p:sp>
        <p:nvSpPr>
          <p:cNvPr id="109" name="candidate-dag-4-node">
            <a:extLst xmlns:a="http://schemas.openxmlformats.org/drawingml/2006/main">
              <a:ext uri="{FF2B5EF4-FFF2-40B4-BE49-F238E27FC236}">
                <a16:creationId xmlns:a16="http://schemas.microsoft.com/office/drawing/2014/main" id="{B94D1AE8-59F7-40EE-ACE7-04A8552A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33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9050">
            <a:solidFill>
              <a:srgbClr val="53C3C3"/>
            </a:solidFill>
            <a:prstDash val="solid"/>
          </a:ln>
        </p:spPr>
      </p:sp>
      <p:sp>
        <p:nvSpPr>
          <p:cNvPr id="110" name="candidate-dag-4-label">
            <a:extLst xmlns:a="http://schemas.openxmlformats.org/drawingml/2006/main">
              <a:ext uri="{FF2B5EF4-FFF2-40B4-BE49-F238E27FC236}">
                <a16:creationId xmlns:a16="http://schemas.microsoft.com/office/drawing/2014/main" id="{5F03C8D0-13F6-4FEA-9D60-6131F81F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33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a5</a:t>
            </a:r>
          </a:p>
        </p:txBody>
      </p:sp>
      <p:sp>
        <p:nvSpPr>
          <p:cNvPr id="111" name="candidate-formula">
            <a:extLst xmlns:a="http://schemas.openxmlformats.org/drawingml/2006/main">
              <a:ext uri="{FF2B5EF4-FFF2-40B4-BE49-F238E27FC236}">
                <a16:creationId xmlns:a16="http://schemas.microsoft.com/office/drawing/2014/main" id="{2C203899-9772-4FAB-BD15-29C632E1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A_S ⊂ A</a:t>
            </a:r>
          </a:p>
        </p:txBody>
      </p:sp>
      <p:sp>
        <p:nvSpPr>
          <p:cNvPr id="112" name="candidate-note">
            <a:extLst xmlns:a="http://schemas.openxmlformats.org/drawingml/2006/main">
              <a:ext uri="{FF2B5EF4-FFF2-40B4-BE49-F238E27FC236}">
                <a16:creationId xmlns:a16="http://schemas.microsoft.com/office/drawing/2014/main" id="{E8DACC1E-9FCC-4506-9EC5-0DA52F48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retained + removed atoms</a:t>
            </a:r>
          </a:p>
        </p:txBody>
      </p:sp>
      <p:sp>
        <p:nvSpPr>
          <p:cNvPr id="113" name="renderer-body">
            <a:extLst xmlns:a="http://schemas.openxmlformats.org/drawingml/2006/main">
              <a:ext uri="{FF2B5EF4-FFF2-40B4-BE49-F238E27FC236}">
                <a16:creationId xmlns:a16="http://schemas.microsoft.com/office/drawing/2014/main" id="{1FD65772-B7E9-4A7D-BD61-4E69D2B4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66975"/>
            <a:ext cx="723900" cy="120015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4F5BC9"/>
            </a:solidFill>
            <a:prstDash val="solid"/>
          </a:ln>
        </p:spPr>
      </p:sp>
      <p:sp>
        <p:nvSpPr>
          <p:cNvPr id="114" name="renderer-r-circle">
            <a:extLst xmlns:a="http://schemas.openxmlformats.org/drawingml/2006/main">
              <a:ext uri="{FF2B5EF4-FFF2-40B4-BE49-F238E27FC236}">
                <a16:creationId xmlns:a16="http://schemas.microsoft.com/office/drawing/2014/main" id="{FE732F27-8B7A-4B8E-AA17-40D0E9E6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F5BC9"/>
            </a:solidFill>
            <a:prstDash val="solid"/>
          </a:ln>
        </p:spPr>
      </p:sp>
      <p:sp>
        <p:nvSpPr>
          <p:cNvPr id="115" name="renderer-r">
            <a:extLst xmlns:a="http://schemas.openxmlformats.org/drawingml/2006/main">
              <a:ext uri="{FF2B5EF4-FFF2-40B4-BE49-F238E27FC236}">
                <a16:creationId xmlns:a16="http://schemas.microsoft.com/office/drawing/2014/main" id="{71B48C7A-96F6-4515-829C-D22168CE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09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sp>
        <p:nvSpPr>
          <p:cNvPr id="116" name="renderer-title">
            <a:extLst xmlns:a="http://schemas.openxmlformats.org/drawingml/2006/main">
              <a:ext uri="{FF2B5EF4-FFF2-40B4-BE49-F238E27FC236}">
                <a16:creationId xmlns:a16="http://schemas.microsoft.com/office/drawing/2014/main" id="{2968551F-0311-464E-A779-98927D23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FIXED</a:t>
            </a:r>
          </a:p>
        </p:txBody>
      </p:sp>
      <p:sp>
        <p:nvSpPr>
          <p:cNvPr id="117" name="full-spec-shadow">
            <a:extLst xmlns:a="http://schemas.openxmlformats.org/drawingml/2006/main">
              <a:ext uri="{FF2B5EF4-FFF2-40B4-BE49-F238E27FC236}">
                <a16:creationId xmlns:a16="http://schemas.microsoft.com/office/drawing/2014/main" id="{B56E7486-9316-409F-8E9D-DB33AB65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971550" cy="1000125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118" name="full-spec-back">
            <a:extLst xmlns:a="http://schemas.openxmlformats.org/drawingml/2006/main">
              <a:ext uri="{FF2B5EF4-FFF2-40B4-BE49-F238E27FC236}">
                <a16:creationId xmlns:a16="http://schemas.microsoft.com/office/drawing/2014/main" id="{F9C41947-EE1F-490F-ABA6-5F44DC1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19250"/>
            <a:ext cx="9144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19" name="full-spec-page">
            <a:extLst xmlns:a="http://schemas.openxmlformats.org/drawingml/2006/main">
              <a:ext uri="{FF2B5EF4-FFF2-40B4-BE49-F238E27FC236}">
                <a16:creationId xmlns:a16="http://schemas.microsoft.com/office/drawing/2014/main" id="{01DDE2AA-1C49-4D7F-82F9-CD375945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971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120" name="full-spec-line-0">
            <a:extLst xmlns:a="http://schemas.openxmlformats.org/drawingml/2006/main">
              <a:ext uri="{FF2B5EF4-FFF2-40B4-BE49-F238E27FC236}">
                <a16:creationId xmlns:a16="http://schemas.microsoft.com/office/drawing/2014/main" id="{C3DF5F5A-1828-49D3-97C4-95AE8884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21" name="full-spec-line-1">
            <a:extLst xmlns:a="http://schemas.openxmlformats.org/drawingml/2006/main">
              <a:ext uri="{FF2B5EF4-FFF2-40B4-BE49-F238E27FC236}">
                <a16:creationId xmlns:a16="http://schemas.microsoft.com/office/drawing/2014/main" id="{C8E47914-BCFB-4B28-809C-BDBE6C75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97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22" name="full-spec-line-2">
            <a:extLst xmlns:a="http://schemas.openxmlformats.org/drawingml/2006/main">
              <a:ext uri="{FF2B5EF4-FFF2-40B4-BE49-F238E27FC236}">
                <a16:creationId xmlns:a16="http://schemas.microsoft.com/office/drawing/2014/main" id="{84767447-A70C-406A-BF93-F262C5F3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23" name="full-spec-tab">
            <a:extLst xmlns:a="http://schemas.openxmlformats.org/drawingml/2006/main">
              <a:ext uri="{FF2B5EF4-FFF2-40B4-BE49-F238E27FC236}">
                <a16:creationId xmlns:a16="http://schemas.microsoft.com/office/drawing/2014/main" id="{F3F2194B-8E5C-4559-B38C-26017008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0972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24" name="full-spec-label">
            <a:extLst xmlns:a="http://schemas.openxmlformats.org/drawingml/2006/main">
              <a:ext uri="{FF2B5EF4-FFF2-40B4-BE49-F238E27FC236}">
                <a16:creationId xmlns:a16="http://schemas.microsoft.com/office/drawing/2014/main" id="{29137173-0400-43F6-BC81-72B5D2D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620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rPr>
              <a:t>FULL</a:t>
            </a:r>
          </a:p>
        </p:txBody>
      </p:sp>
      <p:sp>
        <p:nvSpPr>
          <p:cNvPr id="125" name="full-spec-formula">
            <a:extLst xmlns:a="http://schemas.openxmlformats.org/drawingml/2006/main">
              <a:ext uri="{FF2B5EF4-FFF2-40B4-BE49-F238E27FC236}">
                <a16:creationId xmlns:a16="http://schemas.microsoft.com/office/drawing/2014/main" id="{B953EEBD-6FF0-48EF-BFE3-EE551A4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F = R(A)</a:t>
            </a:r>
          </a:p>
        </p:txBody>
      </p:sp>
      <p:sp>
        <p:nvSpPr>
          <p:cNvPr id="126" name="candidate-spec-shadow">
            <a:extLst xmlns:a="http://schemas.openxmlformats.org/drawingml/2006/main">
              <a:ext uri="{FF2B5EF4-FFF2-40B4-BE49-F238E27FC236}">
                <a16:creationId xmlns:a16="http://schemas.microsoft.com/office/drawing/2014/main" id="{B528015B-EF90-4D04-B82C-D24E0D0B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38525"/>
            <a:ext cx="971550" cy="1000125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127" name="candidate-spec-back">
            <a:extLst xmlns:a="http://schemas.openxmlformats.org/drawingml/2006/main">
              <a:ext uri="{FF2B5EF4-FFF2-40B4-BE49-F238E27FC236}">
                <a16:creationId xmlns:a16="http://schemas.microsoft.com/office/drawing/2014/main" id="{222D8F27-448E-4887-B23D-4FF9D58E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24225"/>
            <a:ext cx="9144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8"/>
          </a:solidFill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28" name="candidate-spec-page">
            <a:extLst xmlns:a="http://schemas.openxmlformats.org/drawingml/2006/main">
              <a:ext uri="{FF2B5EF4-FFF2-40B4-BE49-F238E27FC236}">
                <a16:creationId xmlns:a16="http://schemas.microsoft.com/office/drawing/2014/main" id="{F1147729-1D1E-48C7-83A2-B2EF4F74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971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</p:sp>
      <p:sp>
        <p:nvSpPr>
          <p:cNvPr id="129" name="candidate-spec-line-0">
            <a:extLst xmlns:a="http://schemas.openxmlformats.org/drawingml/2006/main">
              <a:ext uri="{FF2B5EF4-FFF2-40B4-BE49-F238E27FC236}">
                <a16:creationId xmlns:a16="http://schemas.microsoft.com/office/drawing/2014/main" id="{3E1D4576-EC35-48CA-8214-36EDC59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52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30" name="candidate-spec-line-1">
            <a:extLst xmlns:a="http://schemas.openxmlformats.org/drawingml/2006/main">
              <a:ext uri="{FF2B5EF4-FFF2-40B4-BE49-F238E27FC236}">
                <a16:creationId xmlns:a16="http://schemas.microsoft.com/office/drawing/2014/main" id="{F9BE5850-294F-48D4-9FD2-130CFF6E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31" name="candidate-spec-line-2">
            <a:extLst xmlns:a="http://schemas.openxmlformats.org/drawingml/2006/main">
              <a:ext uri="{FF2B5EF4-FFF2-40B4-BE49-F238E27FC236}">
                <a16:creationId xmlns:a16="http://schemas.microsoft.com/office/drawing/2014/main" id="{D655F41A-7748-4A06-B58B-CC0741C9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76675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32" name="candidate-spec-tab">
            <a:extLst xmlns:a="http://schemas.openxmlformats.org/drawingml/2006/main">
              <a:ext uri="{FF2B5EF4-FFF2-40B4-BE49-F238E27FC236}">
                <a16:creationId xmlns:a16="http://schemas.microsoft.com/office/drawing/2014/main" id="{66C785FE-AC59-4ADD-90B0-F86E688E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33" name="candidate-spec-label">
            <a:extLst xmlns:a="http://schemas.openxmlformats.org/drawingml/2006/main">
              <a:ext uri="{FF2B5EF4-FFF2-40B4-BE49-F238E27FC236}">
                <a16:creationId xmlns:a16="http://schemas.microsoft.com/office/drawing/2014/main" id="{BA9D5462-C475-43E9-A3C4-EA41EF18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rPr>
              <a:t>CANDIDATE</a:t>
            </a:r>
          </a:p>
        </p:txBody>
      </p:sp>
      <p:sp>
        <p:nvSpPr>
          <p:cNvPr id="134" name="candidate-spec-formula">
            <a:extLst xmlns:a="http://schemas.openxmlformats.org/drawingml/2006/main">
              <a:ext uri="{FF2B5EF4-FFF2-40B4-BE49-F238E27FC236}">
                <a16:creationId xmlns:a16="http://schemas.microsoft.com/office/drawing/2014/main" id="{F7A7E617-2B91-4134-A5B4-455DB964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38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S = R(A_S)</a:t>
            </a:r>
          </a:p>
        </p:txBody>
      </p:sp>
      <p:sp>
        <p:nvSpPr>
          <p:cNvPr id="135" name="boundary-shadow">
            <a:extLst xmlns:a="http://schemas.openxmlformats.org/drawingml/2006/main">
              <a:ext uri="{FF2B5EF4-FFF2-40B4-BE49-F238E27FC236}">
                <a16:creationId xmlns:a16="http://schemas.microsoft.com/office/drawing/2014/main" id="{6C6CBEB2-6102-44D4-8909-09D56D39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76400"/>
            <a:ext cx="1657350" cy="285750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136" name="boundary-outer">
            <a:extLst xmlns:a="http://schemas.openxmlformats.org/drawingml/2006/main">
              <a:ext uri="{FF2B5EF4-FFF2-40B4-BE49-F238E27FC236}">
                <a16:creationId xmlns:a16="http://schemas.microsoft.com/office/drawing/2014/main" id="{F6208ED7-30F5-4C9C-99C0-CD5BC31B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19250"/>
            <a:ext cx="1657350" cy="285750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137" name="boundary-inner">
            <a:extLst xmlns:a="http://schemas.openxmlformats.org/drawingml/2006/main">
              <a:ext uri="{FF2B5EF4-FFF2-40B4-BE49-F238E27FC236}">
                <a16:creationId xmlns:a16="http://schemas.microsoft.com/office/drawing/2014/main" id="{0A466B18-5912-4528-9B1A-39C5432E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0"/>
            <a:ext cx="1466850" cy="26670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3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FE8B95AB-6A74-4FC8-8982-BBBC7E86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526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REGISTERED</a:t>
            </a:r>
          </a:p>
          <a:p xmlns:a="http://schemas.openxmlformats.org/drawingml/2006/main">
            <a:pPr algn="ctr">
              <a:defRPr sz="17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BOUNDARY</a:t>
            </a:r>
          </a:p>
        </p:txBody>
      </p:sp>
      <p:sp>
        <p:nvSpPr>
          <p:cNvPr id="139" name="boundary-omega">
            <a:extLst xmlns:a="http://schemas.openxmlformats.org/drawingml/2006/main">
              <a:ext uri="{FF2B5EF4-FFF2-40B4-BE49-F238E27FC236}">
                <a16:creationId xmlns:a16="http://schemas.microsoft.com/office/drawing/2014/main" id="{7A7B0C86-3010-45B4-A18C-418957A9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4315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E7CF6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6E7CF6"/>
                </a:solidFill>
                <a:latin typeface="Cambria Math"/>
                <a:ea typeface="Cambria Math"/>
                <a:cs typeface="Cambria Math"/>
              </a:rPr>
              <a:t>Ω</a:t>
            </a:r>
          </a:p>
        </p:txBody>
      </p:sp>
      <p:sp>
        <p:nvSpPr>
          <p:cNvPr id="140" name="boundary-rule-1">
            <a:extLst xmlns:a="http://schemas.openxmlformats.org/drawingml/2006/main">
              <a:ext uri="{FF2B5EF4-FFF2-40B4-BE49-F238E27FC236}">
                <a16:creationId xmlns:a16="http://schemas.microsoft.com/office/drawing/2014/main" id="{D0AB543E-E86F-42D2-B48C-123229E6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0990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41" name="boundary-row-1">
            <a:extLst xmlns:a="http://schemas.openxmlformats.org/drawingml/2006/main">
              <a:ext uri="{FF2B5EF4-FFF2-40B4-BE49-F238E27FC236}">
                <a16:creationId xmlns:a16="http://schemas.microsoft.com/office/drawing/2014/main" id="{48CE3558-9586-4321-91A7-D49534D2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95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P  A  G  F  S</a:t>
            </a:r>
          </a:p>
        </p:txBody>
      </p:sp>
      <p:sp>
        <p:nvSpPr>
          <p:cNvPr id="142" name="boundary-row-2">
            <a:extLst xmlns:a="http://schemas.openxmlformats.org/drawingml/2006/main">
              <a:ext uri="{FF2B5EF4-FFF2-40B4-BE49-F238E27FC236}">
                <a16:creationId xmlns:a16="http://schemas.microsoft.com/office/drawing/2014/main" id="{90C942ED-0A81-4060-90F6-B22F413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385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t W M T U Q</a:t>
            </a:r>
          </a:p>
        </p:txBody>
      </p:sp>
      <p:sp>
        <p:nvSpPr>
          <p:cNvPr id="143" name="boundary-row-3">
            <a:extLst xmlns:a="http://schemas.openxmlformats.org/drawingml/2006/main">
              <a:ext uri="{FF2B5EF4-FFF2-40B4-BE49-F238E27FC236}">
                <a16:creationId xmlns:a16="http://schemas.microsoft.com/office/drawing/2014/main" id="{CD27E3E1-9A9B-4716-AA28-5A5DD364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81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3B84C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E3B84C"/>
                </a:solidFill>
                <a:latin typeface="Cambria Math"/>
                <a:ea typeface="Cambria Math"/>
                <a:cs typeface="Cambria Math"/>
              </a:rPr>
              <a:t>σ   τ   γ</a:t>
            </a:r>
          </a:p>
        </p:txBody>
      </p:sp>
      <p:sp>
        <p:nvSpPr>
          <p:cNvPr id="144" name="boundary-lock-body">
            <a:extLst xmlns:a="http://schemas.openxmlformats.org/drawingml/2006/main">
              <a:ext uri="{FF2B5EF4-FFF2-40B4-BE49-F238E27FC236}">
                <a16:creationId xmlns:a16="http://schemas.microsoft.com/office/drawing/2014/main" id="{C7164952-5A62-4B3E-9974-85ECB96A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43375"/>
            <a:ext cx="2857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F5BC9"/>
          </a:solidFill>
          <a:ln xmlns:a="http://schemas.openxmlformats.org/drawingml/2006/main" w="0">
            <a:solidFill>
              <a:srgbClr val="4F5BC9"/>
            </a:solidFill>
            <a:prstDash val="solid"/>
          </a:ln>
        </p:spPr>
      </p:sp>
      <p:sp>
        <p:nvSpPr>
          <p:cNvPr id="145" name="boundary-lock-loop">
            <a:extLst xmlns:a="http://schemas.openxmlformats.org/drawingml/2006/main">
              <a:ext uri="{FF2B5EF4-FFF2-40B4-BE49-F238E27FC236}">
                <a16:creationId xmlns:a16="http://schemas.microsoft.com/office/drawing/2014/main" id="{49AFDAA7-0B0F-4D41-A1FD-FB713B79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19550"/>
            <a:ext cx="171450" cy="19050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F5BC9"/>
            </a:solidFill>
            <a:prstDash val="solid"/>
          </a:ln>
        </p:spPr>
      </p:sp>
      <p:sp>
        <p:nvSpPr>
          <p:cNvPr id="146" name="evaluation-path-label">
            <a:extLst xmlns:a="http://schemas.openxmlformats.org/drawingml/2006/main">
              <a:ext uri="{FF2B5EF4-FFF2-40B4-BE49-F238E27FC236}">
                <a16:creationId xmlns:a16="http://schemas.microsoft.com/office/drawing/2014/main" id="{3AECEDAD-1C39-4F33-B6D5-90A86BC1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3B84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E3B84C"/>
                </a:solidFill>
                <a:latin typeface="Trebuchet MS"/>
                <a:ea typeface="Trebuchet MS"/>
                <a:cs typeface="Trebuchet MS"/>
              </a:rPr>
              <a:t>EVALUATION PATH</a:t>
            </a:r>
          </a:p>
        </p:txBody>
      </p:sp>
      <p:sp>
        <p:nvSpPr>
          <p:cNvPr id="147" name="evaluation-track">
            <a:extLst xmlns:a="http://schemas.openxmlformats.org/drawingml/2006/main">
              <a:ext uri="{FF2B5EF4-FFF2-40B4-BE49-F238E27FC236}">
                <a16:creationId xmlns:a16="http://schemas.microsoft.com/office/drawing/2014/main" id="{D8D2E1DE-F73B-41F0-A2C4-84E93712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60960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8DE"/>
          </a:solidFill>
          <a:ln xmlns:a="http://schemas.openxmlformats.org/drawingml/2006/main" w="14288">
            <a:solidFill>
              <a:srgbClr val="C9D2DF"/>
            </a:solidFill>
            <a:prstDash val="solid"/>
          </a:ln>
        </p:spPr>
      </p:sp>
      <p:sp>
        <p:nvSpPr>
          <p:cNvPr id="148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CB57BA67-1206-40FC-8CF1-2058E3F2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286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EVALUATION PACKAGE</a:t>
            </a:r>
          </a:p>
        </p:txBody>
      </p:sp>
      <p:sp>
        <p:nvSpPr>
          <p:cNvPr id="149" name="eval-symbol-0">
            <a:extLst xmlns:a="http://schemas.openxmlformats.org/drawingml/2006/main">
              <a:ext uri="{FF2B5EF4-FFF2-40B4-BE49-F238E27FC236}">
                <a16:creationId xmlns:a16="http://schemas.microsoft.com/office/drawing/2014/main" id="{9AFEA5F5-98F7-40A6-9384-F37B7061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9590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t, W</a:t>
            </a:r>
          </a:p>
        </p:txBody>
      </p:sp>
      <p:sp>
        <p:nvSpPr>
          <p:cNvPr id="150" name="eval-label-0">
            <a:extLst xmlns:a="http://schemas.openxmlformats.org/drawingml/2006/main">
              <a:ext uri="{FF2B5EF4-FFF2-40B4-BE49-F238E27FC236}">
                <a16:creationId xmlns:a16="http://schemas.microsoft.com/office/drawing/2014/main" id="{2115DD7C-90C0-450F-81D7-FF5427F7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1975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64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task/work</a:t>
            </a:r>
          </a:p>
        </p:txBody>
      </p:sp>
      <p:sp>
        <p:nvSpPr>
          <p:cNvPr id="151" name="eval-sep-1">
            <a:extLst xmlns:a="http://schemas.openxmlformats.org/drawingml/2006/main">
              <a:ext uri="{FF2B5EF4-FFF2-40B4-BE49-F238E27FC236}">
                <a16:creationId xmlns:a16="http://schemas.microsoft.com/office/drawing/2014/main" id="{33A3CD57-6B49-4EA9-A6E7-3AEBABB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53530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52" name="eval-symbol-1">
            <a:extLst xmlns:a="http://schemas.openxmlformats.org/drawingml/2006/main">
              <a:ext uri="{FF2B5EF4-FFF2-40B4-BE49-F238E27FC236}">
                <a16:creationId xmlns:a16="http://schemas.microsoft.com/office/drawing/2014/main" id="{A4F80EE0-1084-4BCA-9DCD-790AC62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529590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M, T, U</a:t>
            </a:r>
          </a:p>
        </p:txBody>
      </p:sp>
      <p:sp>
        <p:nvSpPr>
          <p:cNvPr id="153" name="eval-label-1">
            <a:extLst xmlns:a="http://schemas.openxmlformats.org/drawingml/2006/main">
              <a:ext uri="{FF2B5EF4-FFF2-40B4-BE49-F238E27FC236}">
                <a16:creationId xmlns:a16="http://schemas.microsoft.com/office/drawing/2014/main" id="{A6BEFD23-4A34-4D10-8F4D-B44605B5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561975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runtime</a:t>
            </a:r>
          </a:p>
        </p:txBody>
      </p:sp>
      <p:sp>
        <p:nvSpPr>
          <p:cNvPr id="154" name="eval-sep-2">
            <a:extLst xmlns:a="http://schemas.openxmlformats.org/drawingml/2006/main">
              <a:ext uri="{FF2B5EF4-FFF2-40B4-BE49-F238E27FC236}">
                <a16:creationId xmlns:a16="http://schemas.microsoft.com/office/drawing/2014/main" id="{70F69EA9-43D4-4872-BF38-BC1665A0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530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55" name="eval-symbol-2">
            <a:extLst xmlns:a="http://schemas.openxmlformats.org/drawingml/2006/main">
              <a:ext uri="{FF2B5EF4-FFF2-40B4-BE49-F238E27FC236}">
                <a16:creationId xmlns:a16="http://schemas.microsoft.com/office/drawing/2014/main" id="{A4C659E6-1C27-4E44-9F9D-20B02E33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9590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Q</a:t>
            </a:r>
          </a:p>
        </p:txBody>
      </p:sp>
      <p:sp>
        <p:nvSpPr>
          <p:cNvPr id="156" name="eval-label-2">
            <a:extLst xmlns:a="http://schemas.openxmlformats.org/drawingml/2006/main">
              <a:ext uri="{FF2B5EF4-FFF2-40B4-BE49-F238E27FC236}">
                <a16:creationId xmlns:a16="http://schemas.microsoft.com/office/drawing/2014/main" id="{4832B2EE-4864-468E-82BD-95D43129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1975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tests</a:t>
            </a:r>
          </a:p>
        </p:txBody>
      </p:sp>
      <p:sp>
        <p:nvSpPr>
          <p:cNvPr id="157" name="eval-sep-3">
            <a:extLst xmlns:a="http://schemas.openxmlformats.org/drawingml/2006/main">
              <a:ext uri="{FF2B5EF4-FFF2-40B4-BE49-F238E27FC236}">
                <a16:creationId xmlns:a16="http://schemas.microsoft.com/office/drawing/2014/main" id="{5795AFAC-3CB3-42E8-9FE1-F8C38F3E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53530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58" name="eval-symbol-3">
            <a:extLst xmlns:a="http://schemas.openxmlformats.org/drawingml/2006/main">
              <a:ext uri="{FF2B5EF4-FFF2-40B4-BE49-F238E27FC236}">
                <a16:creationId xmlns:a16="http://schemas.microsoft.com/office/drawing/2014/main" id="{91812B26-04E4-443F-B555-0E36160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529590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σ, τ, γ</a:t>
            </a:r>
          </a:p>
        </p:txBody>
      </p:sp>
      <p:sp>
        <p:nvSpPr>
          <p:cNvPr id="159" name="eval-label-3">
            <a:extLst xmlns:a="http://schemas.openxmlformats.org/drawingml/2006/main">
              <a:ext uri="{FF2B5EF4-FFF2-40B4-BE49-F238E27FC236}">
                <a16:creationId xmlns:a16="http://schemas.microsoft.com/office/drawing/2014/main" id="{AE511C89-EF8C-49F1-AD55-F0E00704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5619750"/>
            <a:ext cx="8905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policy</a:t>
            </a:r>
          </a:p>
        </p:txBody>
      </p:sp>
    </p:spTree>
    <p:extLst>
      <p:ext uri="{BB962C8B-B14F-4D97-AF65-F5344CB8AC3E}">
        <p14:creationId xmlns:p14="http://schemas.microsoft.com/office/powerpoint/2010/main" val="453997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panel-title">
            <a:extLst xmlns:a="http://schemas.openxmlformats.org/drawingml/2006/main">
              <a:ext uri="{FF2B5EF4-FFF2-40B4-BE49-F238E27FC236}">
                <a16:creationId xmlns:a16="http://schemas.microsoft.com/office/drawing/2014/main" id="{403EDE06-715C-4243-A8D8-9A0A41F9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(b) SKILLAUDIT VALIDATION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01FAF17-87A7-4373-BEE3-62B3D2B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6976FE0A-A1BE-4B04-82D9-8AE12D87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00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4" name="header-dot-2">
            <a:extLst xmlns:a="http://schemas.openxmlformats.org/drawingml/2006/main">
              <a:ext uri="{FF2B5EF4-FFF2-40B4-BE49-F238E27FC236}">
                <a16:creationId xmlns:a16="http://schemas.microsoft.com/office/drawing/2014/main" id="{9958D898-4B31-4A83-8D53-22363B1A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00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5" name="protocol-label">
            <a:extLst xmlns:a="http://schemas.openxmlformats.org/drawingml/2006/main">
              <a:ext uri="{FF2B5EF4-FFF2-40B4-BE49-F238E27FC236}">
                <a16:creationId xmlns:a16="http://schemas.microsoft.com/office/drawing/2014/main" id="{504D64A0-51A1-4783-B9BA-44EC1C66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POST-COMPRESSION PROTOCOL</a:t>
            </a:r>
          </a:p>
        </p:txBody>
      </p:sp>
      <p:sp>
        <p:nvSpPr>
          <p:cNvPr id="6" name="input-to-audit-line">
            <a:extLst xmlns:a="http://schemas.openxmlformats.org/drawingml/2006/main">
              <a:ext uri="{FF2B5EF4-FFF2-40B4-BE49-F238E27FC236}">
                <a16:creationId xmlns:a16="http://schemas.microsoft.com/office/drawing/2014/main" id="{2309AD3D-A920-419E-9DD6-35E40E14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7" name="input-to-audit-arrow">
            <a:extLst xmlns:a="http://schemas.openxmlformats.org/drawingml/2006/main">
              <a:ext uri="{FF2B5EF4-FFF2-40B4-BE49-F238E27FC236}">
                <a16:creationId xmlns:a16="http://schemas.microsoft.com/office/drawing/2014/main" id="{C9AAD41C-06BC-49CF-AF4F-E9CA726E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8" name="audit-to-freeze-line">
            <a:extLst xmlns:a="http://schemas.openxmlformats.org/drawingml/2006/main">
              <a:ext uri="{FF2B5EF4-FFF2-40B4-BE49-F238E27FC236}">
                <a16:creationId xmlns:a16="http://schemas.microsoft.com/office/drawing/2014/main" id="{D53A4485-DD37-4462-92E7-4925C5E4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9" name="audit-to-freeze-arrow">
            <a:extLst xmlns:a="http://schemas.openxmlformats.org/drawingml/2006/main">
              <a:ext uri="{FF2B5EF4-FFF2-40B4-BE49-F238E27FC236}">
                <a16:creationId xmlns:a16="http://schemas.microsoft.com/office/drawing/2014/main" id="{287C7D15-10E8-435B-82AB-6E052ED5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0" name="freeze-to-exec-line">
            <a:extLst xmlns:a="http://schemas.openxmlformats.org/drawingml/2006/main">
              <a:ext uri="{FF2B5EF4-FFF2-40B4-BE49-F238E27FC236}">
                <a16:creationId xmlns:a16="http://schemas.microsoft.com/office/drawing/2014/main" id="{B85971FD-1191-4627-AB62-0F3A1E2B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8607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6E7CF6"/>
            </a:solidFill>
            <a:prstDash val="solid"/>
          </a:ln>
        </p:spPr>
      </p:sp>
      <p:sp>
        <p:nvSpPr>
          <p:cNvPr id="11" name="freeze-to-exec-arrow">
            <a:extLst xmlns:a="http://schemas.openxmlformats.org/drawingml/2006/main">
              <a:ext uri="{FF2B5EF4-FFF2-40B4-BE49-F238E27FC236}">
                <a16:creationId xmlns:a16="http://schemas.microsoft.com/office/drawing/2014/main" id="{73B27550-8735-4074-A276-EFDAD3F2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2" name="exec-to-validity-line">
            <a:extLst xmlns:a="http://schemas.openxmlformats.org/drawingml/2006/main">
              <a:ext uri="{FF2B5EF4-FFF2-40B4-BE49-F238E27FC236}">
                <a16:creationId xmlns:a16="http://schemas.microsoft.com/office/drawing/2014/main" id="{161E4D04-1F4E-4DD4-9F6C-AD6B07DD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860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53C3C3"/>
            </a:solidFill>
            <a:prstDash val="solid"/>
          </a:ln>
        </p:spPr>
      </p:sp>
      <p:sp>
        <p:nvSpPr>
          <p:cNvPr id="13" name="exec-to-validity-arrow">
            <a:extLst xmlns:a="http://schemas.openxmlformats.org/drawingml/2006/main">
              <a:ext uri="{FF2B5EF4-FFF2-40B4-BE49-F238E27FC236}">
                <a16:creationId xmlns:a16="http://schemas.microsoft.com/office/drawing/2014/main" id="{E273DE23-4AE9-4819-B32C-28B00D2D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4" name="validity-to-gate-line">
            <a:extLst xmlns:a="http://schemas.openxmlformats.org/drawingml/2006/main">
              <a:ext uri="{FF2B5EF4-FFF2-40B4-BE49-F238E27FC236}">
                <a16:creationId xmlns:a16="http://schemas.microsoft.com/office/drawing/2014/main" id="{6F568656-2341-487C-A639-4A19623B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76C99C"/>
            </a:solidFill>
            <a:prstDash val="solid"/>
          </a:ln>
        </p:spPr>
      </p:sp>
      <p:sp>
        <p:nvSpPr>
          <p:cNvPr id="15" name="validity-to-gate-arrow">
            <a:extLst xmlns:a="http://schemas.openxmlformats.org/drawingml/2006/main">
              <a:ext uri="{FF2B5EF4-FFF2-40B4-BE49-F238E27FC236}">
                <a16:creationId xmlns:a16="http://schemas.microsoft.com/office/drawing/2014/main" id="{42641C3F-540A-48BD-ABF0-A0560340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0">
            <a:solidFill>
              <a:srgbClr val="76C99C"/>
            </a:solidFill>
            <a:prstDash val="solid"/>
          </a:ln>
        </p:spPr>
      </p:sp>
      <p:sp>
        <p:nvSpPr>
          <p:cNvPr id="16" name="gate-to-record-line">
            <a:extLst xmlns:a="http://schemas.openxmlformats.org/drawingml/2006/main">
              <a:ext uri="{FF2B5EF4-FFF2-40B4-BE49-F238E27FC236}">
                <a16:creationId xmlns:a16="http://schemas.microsoft.com/office/drawing/2014/main" id="{0416DF43-9421-41AC-A668-94DEE226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8607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E3B84C"/>
            </a:solidFill>
            <a:prstDash val="solid"/>
          </a:ln>
        </p:spPr>
      </p:sp>
      <p:sp>
        <p:nvSpPr>
          <p:cNvPr id="17" name="gate-to-record-arrow">
            <a:extLst xmlns:a="http://schemas.openxmlformats.org/drawingml/2006/main">
              <a:ext uri="{FF2B5EF4-FFF2-40B4-BE49-F238E27FC236}">
                <a16:creationId xmlns:a16="http://schemas.microsoft.com/office/drawing/2014/main" id="{6D70B1F0-0700-42A9-A0B6-07888B8F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09875"/>
            <a:ext cx="2190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0">
            <a:solidFill>
              <a:srgbClr val="E3B84C"/>
            </a:solidFill>
            <a:prstDash val="solid"/>
          </a:ln>
        </p:spPr>
      </p:sp>
      <p:sp>
        <p:nvSpPr>
          <p:cNvPr id="18" name="audit-evidence-drop">
            <a:extLst xmlns:a="http://schemas.openxmlformats.org/drawingml/2006/main">
              <a:ext uri="{FF2B5EF4-FFF2-40B4-BE49-F238E27FC236}">
                <a16:creationId xmlns:a16="http://schemas.microsoft.com/office/drawing/2014/main" id="{551C5F7E-DFD1-4B9E-BFF5-6EE1C274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95750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19" name="freeze-evidence-drop">
            <a:extLst xmlns:a="http://schemas.openxmlformats.org/drawingml/2006/main">
              <a:ext uri="{FF2B5EF4-FFF2-40B4-BE49-F238E27FC236}">
                <a16:creationId xmlns:a16="http://schemas.microsoft.com/office/drawing/2014/main" id="{17D81A75-504F-4157-9B6A-77F2E723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4340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20" name="exec-evidence-drop">
            <a:extLst xmlns:a="http://schemas.openxmlformats.org/drawingml/2006/main">
              <a:ext uri="{FF2B5EF4-FFF2-40B4-BE49-F238E27FC236}">
                <a16:creationId xmlns:a16="http://schemas.microsoft.com/office/drawing/2014/main" id="{725F1F96-DAFB-4B01-8B40-6E398F51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0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21" name="validity-evidence-drop">
            <a:extLst xmlns:a="http://schemas.openxmlformats.org/drawingml/2006/main">
              <a:ext uri="{FF2B5EF4-FFF2-40B4-BE49-F238E27FC236}">
                <a16:creationId xmlns:a16="http://schemas.microsoft.com/office/drawing/2014/main" id="{243034E7-35F6-4618-ABC7-1A746DF5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4340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22" name="gate-evidence-drop">
            <a:extLst xmlns:a="http://schemas.openxmlformats.org/drawingml/2006/main">
              <a:ext uri="{FF2B5EF4-FFF2-40B4-BE49-F238E27FC236}">
                <a16:creationId xmlns:a16="http://schemas.microsoft.com/office/drawing/2014/main" id="{4B8AB305-5CB7-4D35-BA40-8282D0EF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4340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23" name="invalid-branch-a">
            <a:extLst xmlns:a="http://schemas.openxmlformats.org/drawingml/2006/main">
              <a:ext uri="{FF2B5EF4-FFF2-40B4-BE49-F238E27FC236}">
                <a16:creationId xmlns:a16="http://schemas.microsoft.com/office/drawing/2014/main" id="{66BFB59C-1974-441E-8D0B-E402292F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8145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3A0B1"/>
            </a:solidFill>
            <a:prstDash val="solid"/>
          </a:ln>
        </p:spPr>
      </p:sp>
      <p:sp>
        <p:nvSpPr>
          <p:cNvPr id="24" name="invalid-branch-b">
            <a:extLst xmlns:a="http://schemas.openxmlformats.org/drawingml/2006/main">
              <a:ext uri="{FF2B5EF4-FFF2-40B4-BE49-F238E27FC236}">
                <a16:creationId xmlns:a16="http://schemas.microsoft.com/office/drawing/2014/main" id="{A7C13D58-25BC-4088-896A-4729B5DA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0532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3A0B1"/>
            </a:solidFill>
            <a:prstDash val="solid"/>
          </a:ln>
        </p:spPr>
      </p:sp>
      <p:sp>
        <p:nvSpPr>
          <p:cNvPr id="25" name="invalid-to-record-arrow">
            <a:extLst xmlns:a="http://schemas.openxmlformats.org/drawingml/2006/main">
              <a:ext uri="{FF2B5EF4-FFF2-40B4-BE49-F238E27FC236}">
                <a16:creationId xmlns:a16="http://schemas.microsoft.com/office/drawing/2014/main" id="{D47AD082-CD37-4206-9FE8-D333B6CC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2912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A0B1"/>
          </a:solidFill>
          <a:ln xmlns:a="http://schemas.openxmlformats.org/drawingml/2006/main" w="0">
            <a:solidFill>
              <a:srgbClr val="93A0B1"/>
            </a:solidFill>
            <a:prstDash val="solid"/>
          </a:ln>
        </p:spPr>
      </p:sp>
      <p:sp>
        <p:nvSpPr>
          <p:cNvPr id="26" name="rail-to-record-a">
            <a:extLst xmlns:a="http://schemas.openxmlformats.org/drawingml/2006/main">
              <a:ext uri="{FF2B5EF4-FFF2-40B4-BE49-F238E27FC236}">
                <a16:creationId xmlns:a16="http://schemas.microsoft.com/office/drawing/2014/main" id="{3795A7BB-84B1-462F-8A4E-47DE21E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768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4F5BC9"/>
            </a:solidFill>
            <a:prstDash val="solid"/>
          </a:ln>
        </p:spPr>
      </p:sp>
      <p:sp>
        <p:nvSpPr>
          <p:cNvPr id="27" name="rail-to-record-b">
            <a:extLst xmlns:a="http://schemas.openxmlformats.org/drawingml/2006/main">
              <a:ext uri="{FF2B5EF4-FFF2-40B4-BE49-F238E27FC236}">
                <a16:creationId xmlns:a16="http://schemas.microsoft.com/office/drawing/2014/main" id="{2BD1B3FB-4B37-4042-B9E9-67D42A3D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1149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4F5BC9"/>
            </a:solidFill>
            <a:prstDash val="solid"/>
          </a:ln>
        </p:spPr>
      </p:sp>
      <p:sp>
        <p:nvSpPr>
          <p:cNvPr id="28" name="rail-to-record-arrow">
            <a:extLst xmlns:a="http://schemas.openxmlformats.org/drawingml/2006/main">
              <a:ext uri="{FF2B5EF4-FFF2-40B4-BE49-F238E27FC236}">
                <a16:creationId xmlns:a16="http://schemas.microsoft.com/office/drawing/2014/main" id="{26892931-5970-4DC1-9B7B-6C69B116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95850"/>
            <a:ext cx="152400" cy="2476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4F5BC9"/>
          </a:solidFill>
          <a:ln xmlns:a="http://schemas.openxmlformats.org/drawingml/2006/main" w="0">
            <a:solidFill>
              <a:srgbClr val="4F5BC9"/>
            </a:solidFill>
            <a:prstDash val="solid"/>
          </a:ln>
        </p:spPr>
      </p:sp>
      <p:sp>
        <p:nvSpPr>
          <p:cNvPr id="29" name="input-port">
            <a:extLst xmlns:a="http://schemas.openxmlformats.org/drawingml/2006/main">
              <a:ext uri="{FF2B5EF4-FFF2-40B4-BE49-F238E27FC236}">
                <a16:creationId xmlns:a16="http://schemas.microsoft.com/office/drawing/2014/main" id="{E8B641A2-B9E4-4568-A977-CB4F689E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85800" cy="100965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9050">
            <a:solidFill>
              <a:srgbClr val="6E7CF6"/>
            </a:solidFill>
            <a:prstDash val="solid"/>
          </a:ln>
        </p:spPr>
      </p:sp>
      <p:sp>
        <p:nvSpPr>
          <p:cNvPr id="30" name="input-port-omega">
            <a:extLst xmlns:a="http://schemas.openxmlformats.org/drawingml/2006/main">
              <a:ext uri="{FF2B5EF4-FFF2-40B4-BE49-F238E27FC236}">
                <a16:creationId xmlns:a16="http://schemas.microsoft.com/office/drawing/2014/main" id="{01E3A400-F521-48A5-A69C-8DA4FA38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E7CF6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6E7CF6"/>
                </a:solidFill>
                <a:latin typeface="Cambria Math"/>
                <a:ea typeface="Cambria Math"/>
                <a:cs typeface="Cambria Math"/>
              </a:rPr>
              <a:t>Ω</a:t>
            </a:r>
          </a:p>
        </p:txBody>
      </p:sp>
      <p:sp>
        <p:nvSpPr>
          <p:cNvPr id="31" name="input-port-label">
            <a:extLst xmlns:a="http://schemas.openxmlformats.org/drawingml/2006/main">
              <a:ext uri="{FF2B5EF4-FFF2-40B4-BE49-F238E27FC236}">
                <a16:creationId xmlns:a16="http://schemas.microsoft.com/office/drawing/2014/main" id="{16066DB0-3540-4EBC-A543-38E89C8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INPUT</a:t>
            </a:r>
          </a:p>
        </p:txBody>
      </p:sp>
      <p:sp>
        <p:nvSpPr>
          <p:cNvPr id="32" name="audit-title">
            <a:extLst xmlns:a="http://schemas.openxmlformats.org/drawingml/2006/main">
              <a:ext uri="{FF2B5EF4-FFF2-40B4-BE49-F238E27FC236}">
                <a16:creationId xmlns:a16="http://schemas.microsoft.com/office/drawing/2014/main" id="{96BEB501-C376-4998-9088-6434BC58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00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rPr>
              <a:t>1  AUDIT</a:t>
            </a:r>
          </a:p>
        </p:txBody>
      </p:sp>
      <p:sp>
        <p:nvSpPr>
          <p:cNvPr id="33" name="audit-subtitle">
            <a:extLst xmlns:a="http://schemas.openxmlformats.org/drawingml/2006/main">
              <a:ext uri="{FF2B5EF4-FFF2-40B4-BE49-F238E27FC236}">
                <a16:creationId xmlns:a16="http://schemas.microsoft.com/office/drawing/2014/main" id="{0AB6E37B-D78D-482A-90A5-8F811FA4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85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source + closure</a:t>
            </a:r>
          </a:p>
        </p:txBody>
      </p:sp>
      <p:sp>
        <p:nvSpPr>
          <p:cNvPr id="34" name="audit-paper-shadow">
            <a:extLst xmlns:a="http://schemas.openxmlformats.org/drawingml/2006/main">
              <a:ext uri="{FF2B5EF4-FFF2-40B4-BE49-F238E27FC236}">
                <a16:creationId xmlns:a16="http://schemas.microsoft.com/office/drawing/2014/main" id="{630E7702-F6AA-4806-B165-88949CBC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514350" cy="6858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35" name="audit-paper-page">
            <a:extLst xmlns:a="http://schemas.openxmlformats.org/drawingml/2006/main">
              <a:ext uri="{FF2B5EF4-FFF2-40B4-BE49-F238E27FC236}">
                <a16:creationId xmlns:a16="http://schemas.microsoft.com/office/drawing/2014/main" id="{01C837A9-69C6-41CA-B5F0-155806E8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05000"/>
            <a:ext cx="51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334A"/>
            </a:solidFill>
            <a:prstDash val="solid"/>
          </a:ln>
        </p:spPr>
      </p:sp>
      <p:sp>
        <p:nvSpPr>
          <p:cNvPr id="36" name="audit-paper-highlight">
            <a:extLst xmlns:a="http://schemas.openxmlformats.org/drawingml/2006/main">
              <a:ext uri="{FF2B5EF4-FFF2-40B4-BE49-F238E27FC236}">
                <a16:creationId xmlns:a16="http://schemas.microsoft.com/office/drawing/2014/main" id="{E3BDB0F1-D06C-47C2-A5F2-EBB036BB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62175"/>
            <a:ext cx="3524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37" name="audit-paper-line-1">
            <a:extLst xmlns:a="http://schemas.openxmlformats.org/drawingml/2006/main">
              <a:ext uri="{FF2B5EF4-FFF2-40B4-BE49-F238E27FC236}">
                <a16:creationId xmlns:a16="http://schemas.microsoft.com/office/drawing/2014/main" id="{42FEAE15-791F-4067-85B8-D5159E01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28825"/>
            <a:ext cx="295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C9D2DF"/>
            </a:solidFill>
            <a:prstDash val="solid"/>
          </a:ln>
        </p:spPr>
      </p:sp>
      <p:sp>
        <p:nvSpPr>
          <p:cNvPr id="38" name="audit-paper-line-2">
            <a:extLst xmlns:a="http://schemas.openxmlformats.org/drawingml/2006/main">
              <a:ext uri="{FF2B5EF4-FFF2-40B4-BE49-F238E27FC236}">
                <a16:creationId xmlns:a16="http://schemas.microsoft.com/office/drawing/2014/main" id="{43868D70-15CE-490C-93A4-AFCF4168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C9D2DF"/>
            </a:solidFill>
            <a:prstDash val="solid"/>
          </a:ln>
        </p:spPr>
      </p:sp>
      <p:sp>
        <p:nvSpPr>
          <p:cNvPr id="39" name="audit-paper-p">
            <a:extLst xmlns:a="http://schemas.openxmlformats.org/drawingml/2006/main">
              <a:ext uri="{FF2B5EF4-FFF2-40B4-BE49-F238E27FC236}">
                <a16:creationId xmlns:a16="http://schemas.microsoft.com/office/drawing/2014/main" id="{4089FF1C-7381-4942-B7AD-B1811A7D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81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40" name="audit-mini-edge-0-1">
            <a:extLst xmlns:a="http://schemas.openxmlformats.org/drawingml/2006/main">
              <a:ext uri="{FF2B5EF4-FFF2-40B4-BE49-F238E27FC236}">
                <a16:creationId xmlns:a16="http://schemas.microsoft.com/office/drawing/2014/main" id="{BD0C31DC-000A-4818-87F0-001AA6B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62150"/>
            <a:ext cx="36195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41" name="audit-mini-head-0-1">
            <a:extLst xmlns:a="http://schemas.openxmlformats.org/drawingml/2006/main">
              <a:ext uri="{FF2B5EF4-FFF2-40B4-BE49-F238E27FC236}">
                <a16:creationId xmlns:a16="http://schemas.microsoft.com/office/drawing/2014/main" id="{0C69C552-3AF1-42F9-BFEA-878DBC3F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71098">
            <a:off x="2474976" y="2003679"/>
            <a:ext cx="114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42" name="audit-mini-edge-0-2">
            <a:extLst xmlns:a="http://schemas.openxmlformats.org/drawingml/2006/main">
              <a:ext uri="{FF2B5EF4-FFF2-40B4-BE49-F238E27FC236}">
                <a16:creationId xmlns:a16="http://schemas.microsoft.com/office/drawing/2014/main" id="{31CE2E46-18A1-4C0F-ACAD-9EDB807A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3524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43" name="audit-mini-head-0-2">
            <a:extLst xmlns:a="http://schemas.openxmlformats.org/drawingml/2006/main">
              <a:ext uri="{FF2B5EF4-FFF2-40B4-BE49-F238E27FC236}">
                <a16:creationId xmlns:a16="http://schemas.microsoft.com/office/drawing/2014/main" id="{BC228500-7C9D-42E8-BA61-25B935F2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04532">
            <a:off x="2468499" y="2379345"/>
            <a:ext cx="114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44" name="audit-mini-edge-1-3">
            <a:extLst xmlns:a="http://schemas.openxmlformats.org/drawingml/2006/main">
              <a:ext uri="{FF2B5EF4-FFF2-40B4-BE49-F238E27FC236}">
                <a16:creationId xmlns:a16="http://schemas.microsoft.com/office/drawing/2014/main" id="{0D943A34-2B63-4DE0-BE5D-B74FA1DF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62150"/>
            <a:ext cx="3333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45" name="audit-mini-head-1-3">
            <a:extLst xmlns:a="http://schemas.openxmlformats.org/drawingml/2006/main">
              <a:ext uri="{FF2B5EF4-FFF2-40B4-BE49-F238E27FC236}">
                <a16:creationId xmlns:a16="http://schemas.microsoft.com/office/drawing/2014/main" id="{CA307621-C638-4FAA-BA45-553BA85E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2817495" y="2114931"/>
            <a:ext cx="114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46" name="audit-mini-edge-2-3">
            <a:extLst xmlns:a="http://schemas.openxmlformats.org/drawingml/2006/main">
              <a:ext uri="{FF2B5EF4-FFF2-40B4-BE49-F238E27FC236}">
                <a16:creationId xmlns:a16="http://schemas.microsoft.com/office/drawing/2014/main" id="{B62E8C02-01DD-4FEE-9E71-65BC9FA1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28850"/>
            <a:ext cx="3429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47" name="audit-mini-head-2-3">
            <a:extLst xmlns:a="http://schemas.openxmlformats.org/drawingml/2006/main">
              <a:ext uri="{FF2B5EF4-FFF2-40B4-BE49-F238E27FC236}">
                <a16:creationId xmlns:a16="http://schemas.microsoft.com/office/drawing/2014/main" id="{2DD4D9AD-5BF8-42BB-B368-A23A3F3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88334">
            <a:off x="2814447" y="2291715"/>
            <a:ext cx="114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48" name="audit-mini-node-0">
            <a:extLst xmlns:a="http://schemas.openxmlformats.org/drawingml/2006/main">
              <a:ext uri="{FF2B5EF4-FFF2-40B4-BE49-F238E27FC236}">
                <a16:creationId xmlns:a16="http://schemas.microsoft.com/office/drawing/2014/main" id="{B4DA63FA-76E2-4EC6-B848-AE61AACD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66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49" name="audit-mini-node-1">
            <a:extLst xmlns:a="http://schemas.openxmlformats.org/drawingml/2006/main">
              <a:ext uri="{FF2B5EF4-FFF2-40B4-BE49-F238E27FC236}">
                <a16:creationId xmlns:a16="http://schemas.microsoft.com/office/drawing/2014/main" id="{2B68F6E0-8507-4E0F-87A7-971447BB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47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50" name="audit-mini-node-2">
            <a:extLst xmlns:a="http://schemas.openxmlformats.org/drawingml/2006/main">
              <a:ext uri="{FF2B5EF4-FFF2-40B4-BE49-F238E27FC236}">
                <a16:creationId xmlns:a16="http://schemas.microsoft.com/office/drawing/2014/main" id="{E1EFB0B0-DEAB-49AE-8B97-015CA2FB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00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7778"/>
            </a:solidFill>
            <a:prstDash val="solid"/>
          </a:ln>
        </p:spPr>
      </p:sp>
      <p:sp>
        <p:nvSpPr>
          <p:cNvPr id="51" name="audit-mini-x-a">
            <a:extLst xmlns:a="http://schemas.openxmlformats.org/drawingml/2006/main">
              <a:ext uri="{FF2B5EF4-FFF2-40B4-BE49-F238E27FC236}">
                <a16:creationId xmlns:a16="http://schemas.microsoft.com/office/drawing/2014/main" id="{26CD581E-F3AF-4B98-B3B0-A05A6F46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5745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E7778"/>
            </a:solidFill>
            <a:prstDash val="solid"/>
          </a:ln>
        </p:spPr>
      </p:sp>
      <p:sp>
        <p:nvSpPr>
          <p:cNvPr id="52" name="audit-mini-x-b">
            <a:extLst xmlns:a="http://schemas.openxmlformats.org/drawingml/2006/main">
              <a:ext uri="{FF2B5EF4-FFF2-40B4-BE49-F238E27FC236}">
                <a16:creationId xmlns:a16="http://schemas.microsoft.com/office/drawing/2014/main" id="{8FA9B003-C8B5-411A-8998-B3DFF8A7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5745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E7778"/>
            </a:solidFill>
            <a:prstDash val="solid"/>
          </a:ln>
        </p:spPr>
      </p:sp>
      <p:sp>
        <p:nvSpPr>
          <p:cNvPr id="53" name="audit-mini-node-3">
            <a:extLst xmlns:a="http://schemas.openxmlformats.org/drawingml/2006/main">
              <a:ext uri="{FF2B5EF4-FFF2-40B4-BE49-F238E27FC236}">
                <a16:creationId xmlns:a16="http://schemas.microsoft.com/office/drawing/2014/main" id="{797EE1FF-00F0-4114-AAF5-782817B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114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</p:sp>
      <p:sp>
        <p:nvSpPr>
          <p:cNvPr id="54" name="audit-map-line-1">
            <a:extLst xmlns:a="http://schemas.openxmlformats.org/drawingml/2006/main">
              <a:ext uri="{FF2B5EF4-FFF2-40B4-BE49-F238E27FC236}">
                <a16:creationId xmlns:a16="http://schemas.microsoft.com/office/drawing/2014/main" id="{AFE476BE-8321-4478-82A3-4541598E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621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55" name="audit-map-line-2">
            <a:extLst xmlns:a="http://schemas.openxmlformats.org/drawingml/2006/main">
              <a:ext uri="{FF2B5EF4-FFF2-40B4-BE49-F238E27FC236}">
                <a16:creationId xmlns:a16="http://schemas.microsoft.com/office/drawing/2014/main" id="{B00518EF-5AD1-447A-A238-452B0108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352675"/>
            <a:ext cx="71437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dash"/>
          </a:ln>
        </p:spPr>
      </p:sp>
      <p:sp>
        <p:nvSpPr>
          <p:cNvPr id="56" name="closure-check">
            <a:extLst xmlns:a="http://schemas.openxmlformats.org/drawingml/2006/main">
              <a:ext uri="{FF2B5EF4-FFF2-40B4-BE49-F238E27FC236}">
                <a16:creationId xmlns:a16="http://schemas.microsoft.com/office/drawing/2014/main" id="{B01E18B6-9FBE-481A-A01B-677F62B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9F2"/>
          </a:solidFill>
          <a:ln xmlns:a="http://schemas.openxmlformats.org/drawingml/2006/main" w="19050">
            <a:solidFill>
              <a:srgbClr val="76C99C"/>
            </a:solidFill>
            <a:prstDash val="solid"/>
          </a:ln>
        </p:spPr>
      </p:sp>
      <p:sp>
        <p:nvSpPr>
          <p:cNvPr id="57" name="closure-check-mark">
            <a:extLst xmlns:a="http://schemas.openxmlformats.org/drawingml/2006/main">
              <a:ext uri="{FF2B5EF4-FFF2-40B4-BE49-F238E27FC236}">
                <a16:creationId xmlns:a16="http://schemas.microsoft.com/office/drawing/2014/main" id="{958C7427-1D2F-4484-84B1-94BD0EF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6C99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76C99C"/>
                </a:solidFill>
                <a:latin typeface="Trebuchet MS"/>
                <a:ea typeface="Trebuchet MS"/>
                <a:cs typeface="Trebuchet MS"/>
              </a:rPr>
              <a:t>✓</a:t>
            </a:r>
          </a:p>
        </p:txBody>
      </p:sp>
      <p:sp>
        <p:nvSpPr>
          <p:cNvPr id="58" name="closure-label">
            <a:extLst xmlns:a="http://schemas.openxmlformats.org/drawingml/2006/main">
              <a:ext uri="{FF2B5EF4-FFF2-40B4-BE49-F238E27FC236}">
                <a16:creationId xmlns:a16="http://schemas.microsoft.com/office/drawing/2014/main" id="{E892600B-D58C-4F54-8CB1-8659E178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source map</a:t>
            </a:r>
          </a:p>
          <a:p xmlns:a="http://schemas.openxmlformats.org/drawingml/2006/main">
            <a:pPr algn="ct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DAG closure</a:t>
            </a:r>
          </a:p>
        </p:txBody>
      </p:sp>
      <p:sp>
        <p:nvSpPr>
          <p:cNvPr id="59" name="freeze-title">
            <a:extLst xmlns:a="http://schemas.openxmlformats.org/drawingml/2006/main">
              <a:ext uri="{FF2B5EF4-FFF2-40B4-BE49-F238E27FC236}">
                <a16:creationId xmlns:a16="http://schemas.microsoft.com/office/drawing/2014/main" id="{3941E92F-D834-4CD7-AAE5-B50D5AB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00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2  FREEZE</a:t>
            </a:r>
          </a:p>
        </p:txBody>
      </p:sp>
      <p:sp>
        <p:nvSpPr>
          <p:cNvPr id="60" name="freeze-subtitle">
            <a:extLst xmlns:a="http://schemas.openxmlformats.org/drawingml/2006/main">
              <a:ext uri="{FF2B5EF4-FFF2-40B4-BE49-F238E27FC236}">
                <a16:creationId xmlns:a16="http://schemas.microsoft.com/office/drawing/2014/main" id="{7920289E-4F10-4922-8908-01336C2F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859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verify digests</a:t>
            </a:r>
          </a:p>
        </p:txBody>
      </p:sp>
      <p:sp>
        <p:nvSpPr>
          <p:cNvPr id="61" name="freeze-B-shadow">
            <a:extLst xmlns:a="http://schemas.openxmlformats.org/drawingml/2006/main">
              <a:ext uri="{FF2B5EF4-FFF2-40B4-BE49-F238E27FC236}">
                <a16:creationId xmlns:a16="http://schemas.microsoft.com/office/drawing/2014/main" id="{391B4E4B-DF71-4046-BF16-AAA99A45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05000"/>
            <a:ext cx="11239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62" name="freeze-B-card">
            <a:extLst xmlns:a="http://schemas.openxmlformats.org/drawingml/2006/main">
              <a:ext uri="{FF2B5EF4-FFF2-40B4-BE49-F238E27FC236}">
                <a16:creationId xmlns:a16="http://schemas.microsoft.com/office/drawing/2014/main" id="{7AD42EB1-A78A-402D-9B77-47E4B993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11239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4288">
            <a:solidFill>
              <a:srgbClr val="93A0B1"/>
            </a:solidFill>
            <a:prstDash val="solid"/>
          </a:ln>
        </p:spPr>
      </p:sp>
      <p:sp>
        <p:nvSpPr>
          <p:cNvPr id="63" name="freeze-B-text">
            <a:extLst xmlns:a="http://schemas.openxmlformats.org/drawingml/2006/main">
              <a:ext uri="{FF2B5EF4-FFF2-40B4-BE49-F238E27FC236}">
                <a16:creationId xmlns:a16="http://schemas.microsoft.com/office/drawing/2014/main" id="{1442214B-6A58-4AC0-874D-B180362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47850"/>
            <a:ext cx="962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3A0B1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93A0B1"/>
                </a:solidFill>
                <a:latin typeface="Cambria Math"/>
                <a:ea typeface="Cambria Math"/>
                <a:cs typeface="Cambria Math"/>
              </a:rPr>
              <a:t>B  hash</a:t>
            </a:r>
          </a:p>
        </p:txBody>
      </p:sp>
      <p:sp>
        <p:nvSpPr>
          <p:cNvPr id="64" name="freeze-F-shadow">
            <a:extLst xmlns:a="http://schemas.openxmlformats.org/drawingml/2006/main">
              <a:ext uri="{FF2B5EF4-FFF2-40B4-BE49-F238E27FC236}">
                <a16:creationId xmlns:a16="http://schemas.microsoft.com/office/drawing/2014/main" id="{146C66E4-99F1-493F-8E51-2C720EF5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57450"/>
            <a:ext cx="11239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65" name="freeze-F-card">
            <a:extLst xmlns:a="http://schemas.openxmlformats.org/drawingml/2006/main">
              <a:ext uri="{FF2B5EF4-FFF2-40B4-BE49-F238E27FC236}">
                <a16:creationId xmlns:a16="http://schemas.microsoft.com/office/drawing/2014/main" id="{11B0DEBA-FD7A-43FD-9C2E-9C38CE5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1239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66" name="freeze-F-text">
            <a:extLst xmlns:a="http://schemas.openxmlformats.org/drawingml/2006/main">
              <a:ext uri="{FF2B5EF4-FFF2-40B4-BE49-F238E27FC236}">
                <a16:creationId xmlns:a16="http://schemas.microsoft.com/office/drawing/2014/main" id="{1C14E242-A30B-49B4-A343-13ABDE7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00300"/>
            <a:ext cx="962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E7CF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6E7CF6"/>
                </a:solidFill>
                <a:latin typeface="Cambria Math"/>
                <a:ea typeface="Cambria Math"/>
                <a:cs typeface="Cambria Math"/>
              </a:rPr>
              <a:t>F  hash</a:t>
            </a:r>
          </a:p>
        </p:txBody>
      </p:sp>
      <p:sp>
        <p:nvSpPr>
          <p:cNvPr id="67" name="freeze-S-shadow">
            <a:extLst xmlns:a="http://schemas.openxmlformats.org/drawingml/2006/main">
              <a:ext uri="{FF2B5EF4-FFF2-40B4-BE49-F238E27FC236}">
                <a16:creationId xmlns:a16="http://schemas.microsoft.com/office/drawing/2014/main" id="{3A010D58-9F5B-47D4-903B-2105294A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09900"/>
            <a:ext cx="11239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68" name="freeze-S-card">
            <a:extLst xmlns:a="http://schemas.openxmlformats.org/drawingml/2006/main">
              <a:ext uri="{FF2B5EF4-FFF2-40B4-BE49-F238E27FC236}">
                <a16:creationId xmlns:a16="http://schemas.microsoft.com/office/drawing/2014/main" id="{38EED50E-7F77-477C-BDF9-222E7E97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11239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</p:sp>
      <p:sp>
        <p:nvSpPr>
          <p:cNvPr id="69" name="freeze-S-text">
            <a:extLst xmlns:a="http://schemas.openxmlformats.org/drawingml/2006/main">
              <a:ext uri="{FF2B5EF4-FFF2-40B4-BE49-F238E27FC236}">
                <a16:creationId xmlns:a16="http://schemas.microsoft.com/office/drawing/2014/main" id="{A3630CEF-7C5B-40C3-BB64-EA1E1B0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962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3C3C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53C3C3"/>
                </a:solidFill>
                <a:latin typeface="Cambria Math"/>
                <a:ea typeface="Cambria Math"/>
                <a:cs typeface="Cambria Math"/>
              </a:rPr>
              <a:t>S  hash</a:t>
            </a:r>
          </a:p>
        </p:txBody>
      </p:sp>
      <p:sp>
        <p:nvSpPr>
          <p:cNvPr id="70" name="freeze-lock-body">
            <a:extLst xmlns:a="http://schemas.openxmlformats.org/drawingml/2006/main">
              <a:ext uri="{FF2B5EF4-FFF2-40B4-BE49-F238E27FC236}">
                <a16:creationId xmlns:a16="http://schemas.microsoft.com/office/drawing/2014/main" id="{821EF291-59F5-4B2C-B0E2-A2C89138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00450"/>
            <a:ext cx="4572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4F5BC9"/>
          </a:solidFill>
          <a:ln xmlns:a="http://schemas.openxmlformats.org/drawingml/2006/main" w="0">
            <a:solidFill>
              <a:srgbClr val="4F5BC9"/>
            </a:solidFill>
            <a:prstDash val="solid"/>
          </a:ln>
        </p:spPr>
      </p:sp>
      <p:sp>
        <p:nvSpPr>
          <p:cNvPr id="71" name="freeze-lock-loop">
            <a:extLst xmlns:a="http://schemas.openxmlformats.org/drawingml/2006/main">
              <a:ext uri="{FF2B5EF4-FFF2-40B4-BE49-F238E27FC236}">
                <a16:creationId xmlns:a16="http://schemas.microsoft.com/office/drawing/2014/main" id="{A5ABA77E-2A52-46B8-84D9-2B3517F2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285750" cy="333375"/>
          </a:xfrm>
          <a:prstGeom xmlns:a="http://schemas.openxmlformats.org/drawingml/2006/main" prst="roundRect">
            <a:avLst>
              <a:gd name="adj" fmla="val 46667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4F5BC9"/>
            </a:solidFill>
            <a:prstDash val="solid"/>
          </a:ln>
        </p:spPr>
      </p:sp>
      <p:sp>
        <p:nvSpPr>
          <p:cNvPr id="72" name="freeze-halo">
            <a:extLst xmlns:a="http://schemas.openxmlformats.org/drawingml/2006/main">
              <a:ext uri="{FF2B5EF4-FFF2-40B4-BE49-F238E27FC236}">
                <a16:creationId xmlns:a16="http://schemas.microsoft.com/office/drawing/2014/main" id="{6F777E61-C752-40AF-9081-9BD32ACA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486150"/>
            <a:ext cx="685800" cy="609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C3C3"/>
            </a:solidFill>
            <a:prstDash val="solid"/>
          </a:ln>
        </p:spPr>
      </p:sp>
      <p:sp>
        <p:nvSpPr>
          <p:cNvPr id="73" name="freeze-label">
            <a:extLst xmlns:a="http://schemas.openxmlformats.org/drawingml/2006/main">
              <a:ext uri="{FF2B5EF4-FFF2-40B4-BE49-F238E27FC236}">
                <a16:creationId xmlns:a16="http://schemas.microsoft.com/office/drawing/2014/main" id="{5873138B-F34B-453A-BBD4-108B02CD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67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frozen B/F/S</a:t>
            </a:r>
          </a:p>
        </p:txBody>
      </p:sp>
      <p:sp>
        <p:nvSpPr>
          <p:cNvPr id="74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9EAA1114-21D7-49BA-AD48-E556CB70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0015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rPr>
              <a:t>3  MATCHED B / F / S RUNS</a:t>
            </a:r>
          </a:p>
        </p:txBody>
      </p:sp>
      <p:sp>
        <p:nvSpPr>
          <p:cNvPr id="75" name="execution-boundary">
            <a:extLst xmlns:a="http://schemas.openxmlformats.org/drawingml/2006/main">
              <a:ext uri="{FF2B5EF4-FFF2-40B4-BE49-F238E27FC236}">
                <a16:creationId xmlns:a16="http://schemas.microsoft.com/office/drawing/2014/main" id="{958A58B7-477A-4812-939A-98EFBE7C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3143250" cy="28003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14288">
            <a:solidFill>
              <a:srgbClr val="C9D2DF"/>
            </a:solidFill>
            <a:prstDash val="solid"/>
          </a:ln>
        </p:spPr>
      </p:sp>
      <p:sp>
        <p:nvSpPr>
          <p:cNvPr id="76" name="execution-shared">
            <a:extLst xmlns:a="http://schemas.openxmlformats.org/drawingml/2006/main">
              <a:ext uri="{FF2B5EF4-FFF2-40B4-BE49-F238E27FC236}">
                <a16:creationId xmlns:a16="http://schemas.microsoft.com/office/drawing/2014/main" id="{EC2A6FEF-60F1-4863-9A9C-FFCB8523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8592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SAME  t  W  M  T  U  Q</a:t>
            </a:r>
          </a:p>
        </p:txBody>
      </p:sp>
      <p:sp>
        <p:nvSpPr>
          <p:cNvPr id="77" name="execution-header-rule">
            <a:extLst xmlns:a="http://schemas.openxmlformats.org/drawingml/2006/main">
              <a:ext uri="{FF2B5EF4-FFF2-40B4-BE49-F238E27FC236}">
                <a16:creationId xmlns:a16="http://schemas.microsoft.com/office/drawing/2014/main" id="{1D90AACB-A675-4CFC-92B7-C00174BC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383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78" name="lane-B">
            <a:extLst xmlns:a="http://schemas.openxmlformats.org/drawingml/2006/main">
              <a:ext uri="{FF2B5EF4-FFF2-40B4-BE49-F238E27FC236}">
                <a16:creationId xmlns:a16="http://schemas.microsoft.com/office/drawing/2014/main" id="{7CFF6521-DAB5-420F-BB56-8A35154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62175"/>
            <a:ext cx="28765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4288">
            <a:solidFill>
              <a:srgbClr val="93A0B1"/>
            </a:solidFill>
            <a:prstDash val="solid"/>
          </a:ln>
        </p:spPr>
      </p:sp>
      <p:sp>
        <p:nvSpPr>
          <p:cNvPr id="79" name="lane-B-badge">
            <a:extLst xmlns:a="http://schemas.openxmlformats.org/drawingml/2006/main">
              <a:ext uri="{FF2B5EF4-FFF2-40B4-BE49-F238E27FC236}">
                <a16:creationId xmlns:a16="http://schemas.microsoft.com/office/drawing/2014/main" id="{6803A472-F74C-4871-B0AF-A544068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0B1"/>
          </a:solidFill>
          <a:ln xmlns:a="http://schemas.openxmlformats.org/drawingml/2006/main" w="0">
            <a:solidFill>
              <a:srgbClr val="93A0B1"/>
            </a:solidFill>
            <a:prstDash val="solid"/>
          </a:ln>
        </p:spPr>
      </p:sp>
      <p:sp>
        <p:nvSpPr>
          <p:cNvPr id="80" name="lane-B-badge-text">
            <a:extLst xmlns:a="http://schemas.openxmlformats.org/drawingml/2006/main">
              <a:ext uri="{FF2B5EF4-FFF2-40B4-BE49-F238E27FC236}">
                <a16:creationId xmlns:a16="http://schemas.microsoft.com/office/drawing/2014/main" id="{6B1E505F-74F3-4625-894D-E7282B18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669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81" name="lane-B-label">
            <a:extLst xmlns:a="http://schemas.openxmlformats.org/drawingml/2006/main">
              <a:ext uri="{FF2B5EF4-FFF2-40B4-BE49-F238E27FC236}">
                <a16:creationId xmlns:a16="http://schemas.microsoft.com/office/drawing/2014/main" id="{29D45300-B515-4739-AF1B-978ACE98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57425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3A0B1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93A0B1"/>
                </a:solidFill>
                <a:latin typeface="Trebuchet MS"/>
                <a:ea typeface="Trebuchet MS"/>
                <a:cs typeface="Trebuchet MS"/>
              </a:rPr>
              <a:t>BASE</a:t>
            </a:r>
          </a:p>
        </p:txBody>
      </p:sp>
      <p:sp>
        <p:nvSpPr>
          <p:cNvPr id="82" name="lane-B-agent-head">
            <a:extLst xmlns:a="http://schemas.openxmlformats.org/drawingml/2006/main">
              <a:ext uri="{FF2B5EF4-FFF2-40B4-BE49-F238E27FC236}">
                <a16:creationId xmlns:a16="http://schemas.microsoft.com/office/drawing/2014/main" id="{7380C8E7-5153-462D-AAF8-C9D1ABB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305050"/>
            <a:ext cx="36195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3A0B1"/>
            </a:solidFill>
            <a:prstDash val="solid"/>
          </a:ln>
        </p:spPr>
      </p:sp>
      <p:sp>
        <p:nvSpPr>
          <p:cNvPr id="83" name="lane-B-agent-eye-1">
            <a:extLst xmlns:a="http://schemas.openxmlformats.org/drawingml/2006/main">
              <a:ext uri="{FF2B5EF4-FFF2-40B4-BE49-F238E27FC236}">
                <a16:creationId xmlns:a16="http://schemas.microsoft.com/office/drawing/2014/main" id="{9840EACC-4CAC-4593-AAEF-93F0BE9D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00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0B1"/>
          </a:solidFill>
          <a:ln xmlns:a="http://schemas.openxmlformats.org/drawingml/2006/main" w="0">
            <a:solidFill>
              <a:srgbClr val="93A0B1"/>
            </a:solidFill>
            <a:prstDash val="solid"/>
          </a:ln>
        </p:spPr>
      </p:sp>
      <p:sp>
        <p:nvSpPr>
          <p:cNvPr id="84" name="lane-B-agent-eye-2">
            <a:extLst xmlns:a="http://schemas.openxmlformats.org/drawingml/2006/main">
              <a:ext uri="{FF2B5EF4-FFF2-40B4-BE49-F238E27FC236}">
                <a16:creationId xmlns:a16="http://schemas.microsoft.com/office/drawing/2014/main" id="{CF3178DF-9F8F-4DF6-ABF9-50FA384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0B1"/>
          </a:solidFill>
          <a:ln xmlns:a="http://schemas.openxmlformats.org/drawingml/2006/main" w="0">
            <a:solidFill>
              <a:srgbClr val="93A0B1"/>
            </a:solidFill>
            <a:prstDash val="solid"/>
          </a:ln>
        </p:spPr>
      </p:sp>
      <p:sp>
        <p:nvSpPr>
          <p:cNvPr id="85" name="lane-B-agent-antenna">
            <a:extLst xmlns:a="http://schemas.openxmlformats.org/drawingml/2006/main">
              <a:ext uri="{FF2B5EF4-FFF2-40B4-BE49-F238E27FC236}">
                <a16:creationId xmlns:a16="http://schemas.microsoft.com/office/drawing/2014/main" id="{A90C4283-3A3B-45E0-B2D5-0057C38E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3A0B1"/>
            </a:solidFill>
            <a:prstDash val="solid"/>
          </a:ln>
        </p:spPr>
      </p:sp>
      <p:sp>
        <p:nvSpPr>
          <p:cNvPr id="86" name="lane-B-arrow">
            <a:extLst xmlns:a="http://schemas.openxmlformats.org/drawingml/2006/main">
              <a:ext uri="{FF2B5EF4-FFF2-40B4-BE49-F238E27FC236}">
                <a16:creationId xmlns:a16="http://schemas.microsoft.com/office/drawing/2014/main" id="{19A5EE16-00A8-4AB2-BB8A-3F2CBFF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A0B1"/>
          </a:solidFill>
          <a:ln xmlns:a="http://schemas.openxmlformats.org/drawingml/2006/main" w="0">
            <a:solidFill>
              <a:srgbClr val="93A0B1"/>
            </a:solidFill>
            <a:prstDash val="solid"/>
          </a:ln>
        </p:spPr>
      </p:sp>
      <p:sp>
        <p:nvSpPr>
          <p:cNvPr id="87" name="lane-B-terminal-terminal">
            <a:extLst xmlns:a="http://schemas.openxmlformats.org/drawingml/2006/main">
              <a:ext uri="{FF2B5EF4-FFF2-40B4-BE49-F238E27FC236}">
                <a16:creationId xmlns:a16="http://schemas.microsoft.com/office/drawing/2014/main" id="{921DEFFD-32BA-49A2-B856-72D5D259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95525"/>
            <a:ext cx="400050" cy="295275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3A0B1"/>
            </a:solidFill>
            <a:prstDash val="solid"/>
          </a:ln>
        </p:spPr>
      </p:sp>
      <p:sp>
        <p:nvSpPr>
          <p:cNvPr id="88" name="lane-B-terminal-prompt">
            <a:extLst xmlns:a="http://schemas.openxmlformats.org/drawingml/2006/main">
              <a:ext uri="{FF2B5EF4-FFF2-40B4-BE49-F238E27FC236}">
                <a16:creationId xmlns:a16="http://schemas.microsoft.com/office/drawing/2014/main" id="{89CE4C4A-A640-4F74-8BB6-365100BE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955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3A0B1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93A0B1"/>
                </a:solidFill>
                <a:latin typeface="Cambria Math"/>
                <a:ea typeface="Cambria Math"/>
                <a:cs typeface="Cambria Math"/>
              </a:rPr>
              <a:t>&gt;_</a:t>
            </a:r>
          </a:p>
        </p:txBody>
      </p:sp>
      <p:sp>
        <p:nvSpPr>
          <p:cNvPr id="89" name="lane-B-output">
            <a:extLst xmlns:a="http://schemas.openxmlformats.org/drawingml/2006/main">
              <a:ext uri="{FF2B5EF4-FFF2-40B4-BE49-F238E27FC236}">
                <a16:creationId xmlns:a16="http://schemas.microsoft.com/office/drawing/2014/main" id="{5D78B72B-4DF4-4977-8C90-80EBEB79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764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v,h,p,q</a:t>
            </a:r>
          </a:p>
        </p:txBody>
      </p:sp>
      <p:sp>
        <p:nvSpPr>
          <p:cNvPr id="90" name="lane-F">
            <a:extLst xmlns:a="http://schemas.openxmlformats.org/drawingml/2006/main">
              <a:ext uri="{FF2B5EF4-FFF2-40B4-BE49-F238E27FC236}">
                <a16:creationId xmlns:a16="http://schemas.microsoft.com/office/drawing/2014/main" id="{9EEAAA1C-EE06-459E-AF63-BF69C7C6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47975"/>
            <a:ext cx="28765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91" name="lane-F-badge">
            <a:extLst xmlns:a="http://schemas.openxmlformats.org/drawingml/2006/main">
              <a:ext uri="{FF2B5EF4-FFF2-40B4-BE49-F238E27FC236}">
                <a16:creationId xmlns:a16="http://schemas.microsoft.com/office/drawing/2014/main" id="{E9099471-68A3-41E4-8011-677C81CC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92" name="lane-F-badge-text">
            <a:extLst xmlns:a="http://schemas.openxmlformats.org/drawingml/2006/main">
              <a:ext uri="{FF2B5EF4-FFF2-40B4-BE49-F238E27FC236}">
                <a16:creationId xmlns:a16="http://schemas.microsoft.com/office/drawing/2014/main" id="{CC2D8FD9-C210-474D-A126-B9EF59BC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52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93" name="lane-F-label">
            <a:extLst xmlns:a="http://schemas.openxmlformats.org/drawingml/2006/main">
              <a:ext uri="{FF2B5EF4-FFF2-40B4-BE49-F238E27FC236}">
                <a16:creationId xmlns:a16="http://schemas.microsoft.com/office/drawing/2014/main" id="{DEC622C1-A04C-467E-8478-6418B0FC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43225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rPr>
              <a:t>FULL</a:t>
            </a:r>
          </a:p>
        </p:txBody>
      </p:sp>
      <p:sp>
        <p:nvSpPr>
          <p:cNvPr id="94" name="lane-F-agent-head">
            <a:extLst xmlns:a="http://schemas.openxmlformats.org/drawingml/2006/main">
              <a:ext uri="{FF2B5EF4-FFF2-40B4-BE49-F238E27FC236}">
                <a16:creationId xmlns:a16="http://schemas.microsoft.com/office/drawing/2014/main" id="{4398FDA5-FB78-4D2C-9C2B-018F0F05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90850"/>
            <a:ext cx="36195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95" name="lane-F-agent-eye-1">
            <a:extLst xmlns:a="http://schemas.openxmlformats.org/drawingml/2006/main">
              <a:ext uri="{FF2B5EF4-FFF2-40B4-BE49-F238E27FC236}">
                <a16:creationId xmlns:a16="http://schemas.microsoft.com/office/drawing/2014/main" id="{B7196B93-2C81-4426-A01B-0C7604E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86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96" name="lane-F-agent-eye-2">
            <a:extLst xmlns:a="http://schemas.openxmlformats.org/drawingml/2006/main">
              <a:ext uri="{FF2B5EF4-FFF2-40B4-BE49-F238E27FC236}">
                <a16:creationId xmlns:a16="http://schemas.microsoft.com/office/drawing/2014/main" id="{B210DC78-14E7-41CE-BC1F-386AA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86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97" name="lane-F-agent-antenna">
            <a:extLst xmlns:a="http://schemas.openxmlformats.org/drawingml/2006/main">
              <a:ext uri="{FF2B5EF4-FFF2-40B4-BE49-F238E27FC236}">
                <a16:creationId xmlns:a16="http://schemas.microsoft.com/office/drawing/2014/main" id="{91343B38-A7F7-43AD-97A0-7E0FF0A6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146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6E7CF6"/>
            </a:solidFill>
            <a:prstDash val="solid"/>
          </a:ln>
        </p:spPr>
      </p:sp>
      <p:sp>
        <p:nvSpPr>
          <p:cNvPr id="98" name="lane-F-arrow">
            <a:extLst xmlns:a="http://schemas.openxmlformats.org/drawingml/2006/main">
              <a:ext uri="{FF2B5EF4-FFF2-40B4-BE49-F238E27FC236}">
                <a16:creationId xmlns:a16="http://schemas.microsoft.com/office/drawing/2014/main" id="{FDD6C8A0-3236-420F-91DD-E68EAEB1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99" name="lane-F-terminal-terminal">
            <a:extLst xmlns:a="http://schemas.openxmlformats.org/drawingml/2006/main">
              <a:ext uri="{FF2B5EF4-FFF2-40B4-BE49-F238E27FC236}">
                <a16:creationId xmlns:a16="http://schemas.microsoft.com/office/drawing/2014/main" id="{CCCECD93-6F2A-4140-AA08-E4A4DB44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81325"/>
            <a:ext cx="400050" cy="295275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100" name="lane-F-terminal-prompt">
            <a:extLst xmlns:a="http://schemas.openxmlformats.org/drawingml/2006/main">
              <a:ext uri="{FF2B5EF4-FFF2-40B4-BE49-F238E27FC236}">
                <a16:creationId xmlns:a16="http://schemas.microsoft.com/office/drawing/2014/main" id="{3A8EDBFA-37B6-4378-93F8-2816396E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813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E7CF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6E7CF6"/>
                </a:solidFill>
                <a:latin typeface="Cambria Math"/>
                <a:ea typeface="Cambria Math"/>
                <a:cs typeface="Cambria Math"/>
              </a:rPr>
              <a:t>&gt;_</a:t>
            </a:r>
          </a:p>
        </p:txBody>
      </p:sp>
      <p:sp>
        <p:nvSpPr>
          <p:cNvPr id="101" name="lane-F-output">
            <a:extLst xmlns:a="http://schemas.openxmlformats.org/drawingml/2006/main">
              <a:ext uri="{FF2B5EF4-FFF2-40B4-BE49-F238E27FC236}">
                <a16:creationId xmlns:a16="http://schemas.microsoft.com/office/drawing/2014/main" id="{48EDB121-3708-4929-ACC2-5B70BB18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622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v,h,p,q</a:t>
            </a:r>
          </a:p>
        </p:txBody>
      </p:sp>
      <p:sp>
        <p:nvSpPr>
          <p:cNvPr id="102" name="lane-S">
            <a:extLst xmlns:a="http://schemas.openxmlformats.org/drawingml/2006/main">
              <a:ext uri="{FF2B5EF4-FFF2-40B4-BE49-F238E27FC236}">
                <a16:creationId xmlns:a16="http://schemas.microsoft.com/office/drawing/2014/main" id="{F8602A66-50A6-4F12-933D-0A432906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33775"/>
            <a:ext cx="28765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</p:sp>
      <p:sp>
        <p:nvSpPr>
          <p:cNvPr id="103" name="lane-S-badge">
            <a:extLst xmlns:a="http://schemas.openxmlformats.org/drawingml/2006/main">
              <a:ext uri="{FF2B5EF4-FFF2-40B4-BE49-F238E27FC236}">
                <a16:creationId xmlns:a16="http://schemas.microsoft.com/office/drawing/2014/main" id="{C7C7C05E-536A-4B16-A547-D65B6CA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04" name="lane-S-badge-text">
            <a:extLst xmlns:a="http://schemas.openxmlformats.org/drawingml/2006/main">
              <a:ext uri="{FF2B5EF4-FFF2-40B4-BE49-F238E27FC236}">
                <a16:creationId xmlns:a16="http://schemas.microsoft.com/office/drawing/2014/main" id="{E73FB284-4901-4DCC-95ED-C8DA6BED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638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</a:t>
            </a:r>
          </a:p>
        </p:txBody>
      </p:sp>
      <p:sp>
        <p:nvSpPr>
          <p:cNvPr id="105" name="lane-S-label">
            <a:extLst xmlns:a="http://schemas.openxmlformats.org/drawingml/2006/main">
              <a:ext uri="{FF2B5EF4-FFF2-40B4-BE49-F238E27FC236}">
                <a16:creationId xmlns:a16="http://schemas.microsoft.com/office/drawing/2014/main" id="{132A6C14-2457-423F-BD0B-05524E0E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29025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rPr>
              <a:t>CORE</a:t>
            </a:r>
          </a:p>
        </p:txBody>
      </p:sp>
      <p:sp>
        <p:nvSpPr>
          <p:cNvPr id="106" name="lane-S-agent-head">
            <a:extLst xmlns:a="http://schemas.openxmlformats.org/drawingml/2006/main">
              <a:ext uri="{FF2B5EF4-FFF2-40B4-BE49-F238E27FC236}">
                <a16:creationId xmlns:a16="http://schemas.microsoft.com/office/drawing/2014/main" id="{32546C1F-2031-4903-B5F0-7F3CB8E0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76650"/>
            <a:ext cx="36195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</p:sp>
      <p:sp>
        <p:nvSpPr>
          <p:cNvPr id="107" name="lane-S-agent-eye-1">
            <a:extLst xmlns:a="http://schemas.openxmlformats.org/drawingml/2006/main">
              <a:ext uri="{FF2B5EF4-FFF2-40B4-BE49-F238E27FC236}">
                <a16:creationId xmlns:a16="http://schemas.microsoft.com/office/drawing/2014/main" id="{1EEAD6ED-7CFD-4507-B5C5-98F1961B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71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08" name="lane-S-agent-eye-2">
            <a:extLst xmlns:a="http://schemas.openxmlformats.org/drawingml/2006/main">
              <a:ext uri="{FF2B5EF4-FFF2-40B4-BE49-F238E27FC236}">
                <a16:creationId xmlns:a16="http://schemas.microsoft.com/office/drawing/2014/main" id="{9A775D40-44A6-46F0-B273-FACE7A6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71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09" name="lane-S-agent-antenna">
            <a:extLst xmlns:a="http://schemas.openxmlformats.org/drawingml/2006/main">
              <a:ext uri="{FF2B5EF4-FFF2-40B4-BE49-F238E27FC236}">
                <a16:creationId xmlns:a16="http://schemas.microsoft.com/office/drawing/2014/main" id="{FD0B680B-7954-4B51-85F5-3F191A53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53C3C3"/>
            </a:solidFill>
            <a:prstDash val="solid"/>
          </a:ln>
        </p:spPr>
      </p:sp>
      <p:sp>
        <p:nvSpPr>
          <p:cNvPr id="110" name="lane-S-arrow">
            <a:extLst xmlns:a="http://schemas.openxmlformats.org/drawingml/2006/main">
              <a:ext uri="{FF2B5EF4-FFF2-40B4-BE49-F238E27FC236}">
                <a16:creationId xmlns:a16="http://schemas.microsoft.com/office/drawing/2014/main" id="{5BE6F8D1-9112-4B9F-BEA2-575A7659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11" name="lane-S-terminal-terminal">
            <a:extLst xmlns:a="http://schemas.openxmlformats.org/drawingml/2006/main">
              <a:ext uri="{FF2B5EF4-FFF2-40B4-BE49-F238E27FC236}">
                <a16:creationId xmlns:a16="http://schemas.microsoft.com/office/drawing/2014/main" id="{C34D9987-2CB6-4DCB-9636-E00E3637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67125"/>
            <a:ext cx="400050" cy="295275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</p:sp>
      <p:sp>
        <p:nvSpPr>
          <p:cNvPr id="112" name="lane-S-terminal-prompt">
            <a:extLst xmlns:a="http://schemas.openxmlformats.org/drawingml/2006/main">
              <a:ext uri="{FF2B5EF4-FFF2-40B4-BE49-F238E27FC236}">
                <a16:creationId xmlns:a16="http://schemas.microsoft.com/office/drawing/2014/main" id="{E5767DA0-01B4-4326-9C5D-B8B5F8FD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671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3C3C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53C3C3"/>
                </a:solidFill>
                <a:latin typeface="Cambria Math"/>
                <a:ea typeface="Cambria Math"/>
                <a:cs typeface="Cambria Math"/>
              </a:rPr>
              <a:t>&gt;_</a:t>
            </a:r>
          </a:p>
        </p:txBody>
      </p:sp>
      <p:sp>
        <p:nvSpPr>
          <p:cNvPr id="113" name="lane-S-output">
            <a:extLst xmlns:a="http://schemas.openxmlformats.org/drawingml/2006/main">
              <a:ext uri="{FF2B5EF4-FFF2-40B4-BE49-F238E27FC236}">
                <a16:creationId xmlns:a16="http://schemas.microsoft.com/office/drawing/2014/main" id="{AF6ED12C-FE8F-4971-BC95-4686F6E1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480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v,h,p,q</a:t>
            </a:r>
          </a:p>
        </p:txBody>
      </p:sp>
      <p:sp>
        <p:nvSpPr>
          <p:cNvPr id="114" name="validity-title">
            <a:extLst xmlns:a="http://schemas.openxmlformats.org/drawingml/2006/main">
              <a:ext uri="{FF2B5EF4-FFF2-40B4-BE49-F238E27FC236}">
                <a16:creationId xmlns:a16="http://schemas.microsoft.com/office/drawing/2014/main" id="{1046E78F-0EFE-4FEC-8CB5-31167FA1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00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6C99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76C99C"/>
                </a:solidFill>
                <a:latin typeface="Trebuchet MS"/>
                <a:ea typeface="Trebuchet MS"/>
                <a:cs typeface="Trebuchet MS"/>
              </a:rPr>
              <a:t>4  VALIDITY</a:t>
            </a:r>
          </a:p>
        </p:txBody>
      </p:sp>
      <p:sp>
        <p:nvSpPr>
          <p:cNvPr id="115" name="validity-diamond">
            <a:extLst xmlns:a="http://schemas.openxmlformats.org/drawingml/2006/main">
              <a:ext uri="{FF2B5EF4-FFF2-40B4-BE49-F238E27FC236}">
                <a16:creationId xmlns:a16="http://schemas.microsoft.com/office/drawing/2014/main" id="{C33CD3E4-6BC8-48FB-ADE2-2614F7D0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24125"/>
            <a:ext cx="7239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9F2"/>
          </a:solidFill>
          <a:ln xmlns:a="http://schemas.openxmlformats.org/drawingml/2006/main" w="19050">
            <a:solidFill>
              <a:srgbClr val="76C99C"/>
            </a:solidFill>
            <a:prstDash val="solid"/>
          </a:ln>
        </p:spPr>
      </p:sp>
      <p:sp>
        <p:nvSpPr>
          <p:cNvPr id="116" name="validity-v">
            <a:extLst xmlns:a="http://schemas.openxmlformats.org/drawingml/2006/main">
              <a:ext uri="{FF2B5EF4-FFF2-40B4-BE49-F238E27FC236}">
                <a16:creationId xmlns:a16="http://schemas.microsoft.com/office/drawing/2014/main" id="{F7CAF650-7BEE-4FAD-BC50-65153C4C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241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6C99C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76C99C"/>
                </a:solidFill>
                <a:latin typeface="Cambria Math"/>
                <a:ea typeface="Cambria Math"/>
                <a:cs typeface="Cambria Math"/>
              </a:rPr>
              <a:t>V ?</a:t>
            </a:r>
          </a:p>
        </p:txBody>
      </p:sp>
      <p:sp>
        <p:nvSpPr>
          <p:cNvPr id="117" name="validity-dot-0">
            <a:extLst xmlns:a="http://schemas.openxmlformats.org/drawingml/2006/main">
              <a:ext uri="{FF2B5EF4-FFF2-40B4-BE49-F238E27FC236}">
                <a16:creationId xmlns:a16="http://schemas.microsoft.com/office/drawing/2014/main" id="{E4EEAA4A-9C2D-44D3-9B7C-0F28DC00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81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0">
            <a:solidFill>
              <a:srgbClr val="76C99C"/>
            </a:solidFill>
            <a:prstDash val="solid"/>
          </a:ln>
        </p:spPr>
      </p:sp>
      <p:sp>
        <p:nvSpPr>
          <p:cNvPr id="118" name="validity-check-0">
            <a:extLst xmlns:a="http://schemas.openxmlformats.org/drawingml/2006/main">
              <a:ext uri="{FF2B5EF4-FFF2-40B4-BE49-F238E27FC236}">
                <a16:creationId xmlns:a16="http://schemas.microsoft.com/office/drawing/2014/main" id="{DEF168DC-DA42-4051-91FB-E3C1777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digest</a:t>
            </a:r>
          </a:p>
        </p:txBody>
      </p:sp>
      <p:sp>
        <p:nvSpPr>
          <p:cNvPr id="119" name="validity-dot-1">
            <a:extLst xmlns:a="http://schemas.openxmlformats.org/drawingml/2006/main">
              <a:ext uri="{FF2B5EF4-FFF2-40B4-BE49-F238E27FC236}">
                <a16:creationId xmlns:a16="http://schemas.microsoft.com/office/drawing/2014/main" id="{B6DC125B-7D21-435F-8AF6-F5FF0318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14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0">
            <a:solidFill>
              <a:srgbClr val="76C99C"/>
            </a:solidFill>
            <a:prstDash val="solid"/>
          </a:ln>
        </p:spPr>
      </p:sp>
      <p:sp>
        <p:nvSpPr>
          <p:cNvPr id="120" name="validity-check-1">
            <a:extLst xmlns:a="http://schemas.openxmlformats.org/drawingml/2006/main">
              <a:ext uri="{FF2B5EF4-FFF2-40B4-BE49-F238E27FC236}">
                <a16:creationId xmlns:a16="http://schemas.microsoft.com/office/drawing/2014/main" id="{11820A19-1EEA-4A25-BAC0-3BD7D1AB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patch</a:t>
            </a:r>
          </a:p>
        </p:txBody>
      </p:sp>
      <p:sp>
        <p:nvSpPr>
          <p:cNvPr id="121" name="validity-dot-2">
            <a:extLst xmlns:a="http://schemas.openxmlformats.org/drawingml/2006/main">
              <a:ext uri="{FF2B5EF4-FFF2-40B4-BE49-F238E27FC236}">
                <a16:creationId xmlns:a16="http://schemas.microsoft.com/office/drawing/2014/main" id="{0F25A832-35B1-4713-A067-9A200FE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47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0">
            <a:solidFill>
              <a:srgbClr val="76C99C"/>
            </a:solidFill>
            <a:prstDash val="solid"/>
          </a:ln>
        </p:spPr>
      </p:sp>
      <p:sp>
        <p:nvSpPr>
          <p:cNvPr id="122" name="validity-check-2">
            <a:extLst xmlns:a="http://schemas.openxmlformats.org/drawingml/2006/main">
              <a:ext uri="{FF2B5EF4-FFF2-40B4-BE49-F238E27FC236}">
                <a16:creationId xmlns:a16="http://schemas.microsoft.com/office/drawing/2014/main" id="{2B878873-FDDF-409F-AEA3-F83792F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scorer</a:t>
            </a:r>
          </a:p>
        </p:txBody>
      </p:sp>
      <p:sp>
        <p:nvSpPr>
          <p:cNvPr id="123" name="validity-invalid">
            <a:extLst xmlns:a="http://schemas.openxmlformats.org/drawingml/2006/main">
              <a:ext uri="{FF2B5EF4-FFF2-40B4-BE49-F238E27FC236}">
                <a16:creationId xmlns:a16="http://schemas.microsoft.com/office/drawing/2014/main" id="{DA9731F5-0569-4461-A841-E9A2CEA1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671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3A0B1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93A0B1"/>
                </a:solidFill>
                <a:latin typeface="Trebuchet MS"/>
                <a:ea typeface="Trebuchet MS"/>
                <a:cs typeface="Trebuchet MS"/>
              </a:rPr>
              <a:t>INVALID</a:t>
            </a:r>
          </a:p>
        </p:txBody>
      </p:sp>
      <p:sp>
        <p:nvSpPr>
          <p:cNvPr id="124" name="gate-title">
            <a:extLst xmlns:a="http://schemas.openxmlformats.org/drawingml/2006/main">
              <a:ext uri="{FF2B5EF4-FFF2-40B4-BE49-F238E27FC236}">
                <a16:creationId xmlns:a16="http://schemas.microsoft.com/office/drawing/2014/main" id="{04888595-4F4C-404B-8E2D-39C5678F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3B84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E3B84C"/>
                </a:solidFill>
                <a:latin typeface="Trebuchet MS"/>
                <a:ea typeface="Trebuchet MS"/>
                <a:cs typeface="Trebuchet MS"/>
              </a:rPr>
              <a:t>5  GATE</a:t>
            </a:r>
          </a:p>
        </p:txBody>
      </p:sp>
      <p:sp>
        <p:nvSpPr>
          <p:cNvPr id="125" name="gate-subtitle">
            <a:extLst xmlns:a="http://schemas.openxmlformats.org/drawingml/2006/main">
              <a:ext uri="{FF2B5EF4-FFF2-40B4-BE49-F238E27FC236}">
                <a16:creationId xmlns:a16="http://schemas.microsoft.com/office/drawing/2014/main" id="{0B40AD21-9A1E-4848-A783-C754F56D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859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prespecified</a:t>
            </a:r>
          </a:p>
        </p:txBody>
      </p:sp>
      <p:sp>
        <p:nvSpPr>
          <p:cNvPr id="126" name="gate-shadow">
            <a:extLst xmlns:a="http://schemas.openxmlformats.org/drawingml/2006/main">
              <a:ext uri="{FF2B5EF4-FFF2-40B4-BE49-F238E27FC236}">
                <a16:creationId xmlns:a16="http://schemas.microsoft.com/office/drawing/2014/main" id="{ABFE2551-2AA8-4BE2-83EC-065C9C1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76425"/>
            <a:ext cx="1066800" cy="206692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127" name="gate-frame">
            <a:extLst xmlns:a="http://schemas.openxmlformats.org/drawingml/2006/main">
              <a:ext uri="{FF2B5EF4-FFF2-40B4-BE49-F238E27FC236}">
                <a16:creationId xmlns:a16="http://schemas.microsoft.com/office/drawing/2014/main" id="{70CE319F-A2A3-4537-BE15-52C4D86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19275"/>
            <a:ext cx="1066800" cy="206692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8DE"/>
          </a:solidFill>
          <a:ln xmlns:a="http://schemas.openxmlformats.org/drawingml/2006/main" w="19050">
            <a:solidFill>
              <a:srgbClr val="E3B84C"/>
            </a:solidFill>
            <a:prstDash val="solid"/>
          </a:ln>
        </p:spPr>
      </p:sp>
      <p:sp>
        <p:nvSpPr>
          <p:cNvPr id="128" name="gate-post-left">
            <a:extLst xmlns:a="http://schemas.openxmlformats.org/drawingml/2006/main">
              <a:ext uri="{FF2B5EF4-FFF2-40B4-BE49-F238E27FC236}">
                <a16:creationId xmlns:a16="http://schemas.microsoft.com/office/drawing/2014/main" id="{1DF96B40-9C57-40BD-9E6E-90ABD8AB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1930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B84C"/>
            </a:solidFill>
            <a:prstDash val="solid"/>
          </a:ln>
        </p:spPr>
      </p:sp>
      <p:sp>
        <p:nvSpPr>
          <p:cNvPr id="129" name="gate-post-right">
            <a:extLst xmlns:a="http://schemas.openxmlformats.org/drawingml/2006/main">
              <a:ext uri="{FF2B5EF4-FFF2-40B4-BE49-F238E27FC236}">
                <a16:creationId xmlns:a16="http://schemas.microsoft.com/office/drawing/2014/main" id="{651FE9D8-B76E-4CB1-A0F8-D67A3E90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1930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B84C"/>
            </a:solidFill>
            <a:prstDash val="solid"/>
          </a:ln>
        </p:spPr>
      </p:sp>
      <p:sp>
        <p:nvSpPr>
          <p:cNvPr id="130" name="gate-light-0">
            <a:extLst xmlns:a="http://schemas.openxmlformats.org/drawingml/2006/main">
              <a:ext uri="{FF2B5EF4-FFF2-40B4-BE49-F238E27FC236}">
                <a16:creationId xmlns:a16="http://schemas.microsoft.com/office/drawing/2014/main" id="{7239137F-7769-4FEC-AD8D-11AE63C9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0">
            <a:solidFill>
              <a:srgbClr val="76C99C"/>
            </a:solidFill>
            <a:prstDash val="solid"/>
          </a:ln>
        </p:spPr>
      </p:sp>
      <p:sp>
        <p:nvSpPr>
          <p:cNvPr id="131" name="gate-rule-0">
            <a:extLst xmlns:a="http://schemas.openxmlformats.org/drawingml/2006/main">
              <a:ext uri="{FF2B5EF4-FFF2-40B4-BE49-F238E27FC236}">
                <a16:creationId xmlns:a16="http://schemas.microsoft.com/office/drawing/2014/main" id="{F359D5C3-2B98-4C37-A12C-21FE60B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76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23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B≤b</a:t>
            </a:r>
          </a:p>
        </p:txBody>
      </p:sp>
      <p:sp>
        <p:nvSpPr>
          <p:cNvPr id="132" name="gate-light-1">
            <a:extLst xmlns:a="http://schemas.openxmlformats.org/drawingml/2006/main">
              <a:ext uri="{FF2B5EF4-FFF2-40B4-BE49-F238E27FC236}">
                <a16:creationId xmlns:a16="http://schemas.microsoft.com/office/drawing/2014/main" id="{06CF72E8-C529-4DE5-9E8A-A3F38C2F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0">
            <a:solidFill>
              <a:srgbClr val="76C99C"/>
            </a:solidFill>
            <a:prstDash val="solid"/>
          </a:ln>
        </p:spPr>
      </p:sp>
      <p:sp>
        <p:nvSpPr>
          <p:cNvPr id="133" name="gate-rule-1">
            <a:extLst xmlns:a="http://schemas.openxmlformats.org/drawingml/2006/main">
              <a:ext uri="{FF2B5EF4-FFF2-40B4-BE49-F238E27FC236}">
                <a16:creationId xmlns:a16="http://schemas.microsoft.com/office/drawing/2014/main" id="{780D87A3-BA23-4725-B453-332A9B45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F≥f</a:t>
            </a:r>
          </a:p>
        </p:txBody>
      </p:sp>
      <p:sp>
        <p:nvSpPr>
          <p:cNvPr id="134" name="gate-light-2">
            <a:extLst xmlns:a="http://schemas.openxmlformats.org/drawingml/2006/main">
              <a:ext uri="{FF2B5EF4-FFF2-40B4-BE49-F238E27FC236}">
                <a16:creationId xmlns:a16="http://schemas.microsoft.com/office/drawing/2014/main" id="{B6097008-4AAC-4B70-8807-F57A54B8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0">
            <a:solidFill>
              <a:srgbClr val="E3B84C"/>
            </a:solidFill>
            <a:prstDash val="solid"/>
          </a:ln>
        </p:spPr>
      </p:sp>
      <p:sp>
        <p:nvSpPr>
          <p:cNvPr id="135" name="gate-rule-2">
            <a:extLst xmlns:a="http://schemas.openxmlformats.org/drawingml/2006/main">
              <a:ext uri="{FF2B5EF4-FFF2-40B4-BE49-F238E27FC236}">
                <a16:creationId xmlns:a16="http://schemas.microsoft.com/office/drawing/2014/main" id="{9283D3E3-86D5-47AC-971F-0753EFD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086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8334A"/>
                </a:solidFill>
                <a:latin typeface="Cambria Math"/>
                <a:ea typeface="Cambria Math"/>
                <a:cs typeface="Cambria Math"/>
              </a:rPr>
              <a:t>S≈F</a:t>
            </a:r>
          </a:p>
        </p:txBody>
      </p:sp>
      <p:sp>
        <p:nvSpPr>
          <p:cNvPr id="136" name="gate-accept">
            <a:extLst xmlns:a="http://schemas.openxmlformats.org/drawingml/2006/main">
              <a:ext uri="{FF2B5EF4-FFF2-40B4-BE49-F238E27FC236}">
                <a16:creationId xmlns:a16="http://schemas.microsoft.com/office/drawing/2014/main" id="{C9AB2494-35A1-4F5C-B57A-4523A5CE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338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6C99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76C99C"/>
                </a:solidFill>
                <a:latin typeface="Trebuchet MS"/>
                <a:ea typeface="Trebuchet MS"/>
                <a:cs typeface="Trebuchet MS"/>
              </a:rPr>
              <a:t>ACCEPT</a:t>
            </a:r>
          </a:p>
        </p:txBody>
      </p:sp>
      <p:sp>
        <p:nvSpPr>
          <p:cNvPr id="137" name="gate-reject">
            <a:extLst xmlns:a="http://schemas.openxmlformats.org/drawingml/2006/main">
              <a:ext uri="{FF2B5EF4-FFF2-40B4-BE49-F238E27FC236}">
                <a16:creationId xmlns:a16="http://schemas.microsoft.com/office/drawing/2014/main" id="{58396805-94EB-4FFC-A6D9-48A5C8A7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2195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E7778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EE7778"/>
                </a:solidFill>
                <a:latin typeface="Trebuchet MS"/>
                <a:ea typeface="Trebuchet MS"/>
                <a:cs typeface="Trebuchet MS"/>
              </a:rPr>
              <a:t>REJECT</a:t>
            </a:r>
          </a:p>
        </p:txBody>
      </p:sp>
      <p:sp>
        <p:nvSpPr>
          <p:cNvPr id="138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1031EC00-6D3B-4D92-B69E-7B211AF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00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OUTPUT</a:t>
            </a:r>
          </a:p>
        </p:txBody>
      </p:sp>
      <p:sp>
        <p:nvSpPr>
          <p:cNvPr id="139" name="record-shadow">
            <a:extLst xmlns:a="http://schemas.openxmlformats.org/drawingml/2006/main">
              <a:ext uri="{FF2B5EF4-FFF2-40B4-BE49-F238E27FC236}">
                <a16:creationId xmlns:a16="http://schemas.microsoft.com/office/drawing/2014/main" id="{7EBCE0EB-480E-4303-8EF9-9BB9154C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24025"/>
            <a:ext cx="1257300" cy="3362325"/>
          </a:xfrm>
          <a:prstGeom xmlns:a="http://schemas.openxmlformats.org/drawingml/2006/main" prst="roundRect">
            <a:avLst>
              <a:gd name="adj" fmla="val 5303"/>
            </a:avLst>
          </a:prstGeom>
          <a:solidFill xmlns:a="http://schemas.openxmlformats.org/drawingml/2006/main">
            <a:srgbClr val="E6E0D8"/>
          </a:solidFill>
          <a:ln xmlns:a="http://schemas.openxmlformats.org/drawingml/2006/main" w="0">
            <a:solidFill>
              <a:srgbClr val="E6E0D8"/>
            </a:solidFill>
            <a:prstDash val="solid"/>
          </a:ln>
        </p:spPr>
      </p:sp>
      <p:sp>
        <p:nvSpPr>
          <p:cNvPr id="140" name="record-page">
            <a:extLst xmlns:a="http://schemas.openxmlformats.org/drawingml/2006/main">
              <a:ext uri="{FF2B5EF4-FFF2-40B4-BE49-F238E27FC236}">
                <a16:creationId xmlns:a16="http://schemas.microsoft.com/office/drawing/2014/main" id="{1C8D58FC-1C99-4687-A468-72CA058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666875"/>
            <a:ext cx="1257300" cy="3362325"/>
          </a:xfrm>
          <a:prstGeom xmlns:a="http://schemas.openxmlformats.org/drawingml/2006/main" prst="roundRect">
            <a:avLst>
              <a:gd name="adj" fmla="val 5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5BC9"/>
            </a:solidFill>
            <a:prstDash val="solid"/>
          </a:ln>
        </p:spPr>
      </p:sp>
      <p:sp>
        <p:nvSpPr>
          <p:cNvPr id="141" name="record-tab-1">
            <a:extLst xmlns:a="http://schemas.openxmlformats.org/drawingml/2006/main">
              <a:ext uri="{FF2B5EF4-FFF2-40B4-BE49-F238E27FC236}">
                <a16:creationId xmlns:a16="http://schemas.microsoft.com/office/drawing/2014/main" id="{CE84D9DF-9296-4F43-8D7E-17881CD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43100"/>
            <a:ext cx="161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42" name="record-tab-2">
            <a:extLst xmlns:a="http://schemas.openxmlformats.org/drawingml/2006/main">
              <a:ext uri="{FF2B5EF4-FFF2-40B4-BE49-F238E27FC236}">
                <a16:creationId xmlns:a16="http://schemas.microsoft.com/office/drawing/2014/main" id="{F1E87440-EB7C-47C5-8B16-DC94671D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400300"/>
            <a:ext cx="161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43" name="record-tab-3">
            <a:extLst xmlns:a="http://schemas.openxmlformats.org/drawingml/2006/main">
              <a:ext uri="{FF2B5EF4-FFF2-40B4-BE49-F238E27FC236}">
                <a16:creationId xmlns:a16="http://schemas.microsoft.com/office/drawing/2014/main" id="{8C057216-A389-449F-9C55-19FD0F3A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857500"/>
            <a:ext cx="161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0">
            <a:solidFill>
              <a:srgbClr val="E3B84C"/>
            </a:solidFill>
            <a:prstDash val="solid"/>
          </a:ln>
        </p:spPr>
      </p:sp>
      <p:sp>
        <p:nvSpPr>
          <p:cNvPr id="144" name="record-symbol">
            <a:extLst xmlns:a="http://schemas.openxmlformats.org/drawingml/2006/main">
              <a:ext uri="{FF2B5EF4-FFF2-40B4-BE49-F238E27FC236}">
                <a16:creationId xmlns:a16="http://schemas.microsoft.com/office/drawing/2014/main" id="{26E42EB7-291B-491E-BF08-15A83C98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240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ℰ</a:t>
            </a:r>
          </a:p>
        </p:txBody>
      </p:sp>
      <p:sp>
        <p:nvSpPr>
          <p:cNvPr id="145" name="record-name">
            <a:extLst xmlns:a="http://schemas.openxmlformats.org/drawingml/2006/main">
              <a:ext uri="{FF2B5EF4-FFF2-40B4-BE49-F238E27FC236}">
                <a16:creationId xmlns:a16="http://schemas.microsoft.com/office/drawing/2014/main" id="{7B5E64AF-1ECF-4FE7-9E48-EB84F769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2288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AUDIT</a:t>
            </a:r>
          </a:p>
          <a:p xmlns:a="http://schemas.openxmlformats.org/drawingml/2006/main">
            <a:pPr algn="ctr">
              <a:defRPr sz="16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RECORD</a:t>
            </a:r>
          </a:p>
        </p:txBody>
      </p:sp>
      <p:sp>
        <p:nvSpPr>
          <p:cNvPr id="146" name="record-rule">
            <a:extLst xmlns:a="http://schemas.openxmlformats.org/drawingml/2006/main">
              <a:ext uri="{FF2B5EF4-FFF2-40B4-BE49-F238E27FC236}">
                <a16:creationId xmlns:a16="http://schemas.microsoft.com/office/drawing/2014/main" id="{56C9E4CC-69F9-4B57-B020-D5440DA3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752725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47" name="record-field-dot-0">
            <a:extLst xmlns:a="http://schemas.openxmlformats.org/drawingml/2006/main">
              <a:ext uri="{FF2B5EF4-FFF2-40B4-BE49-F238E27FC236}">
                <a16:creationId xmlns:a16="http://schemas.microsoft.com/office/drawing/2014/main" id="{CAB14D66-23B9-4D5F-966B-370BB632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48" name="record-field-0">
            <a:extLst xmlns:a="http://schemas.openxmlformats.org/drawingml/2006/main">
              <a:ext uri="{FF2B5EF4-FFF2-40B4-BE49-F238E27FC236}">
                <a16:creationId xmlns:a16="http://schemas.microsoft.com/office/drawing/2014/main" id="{678307BB-36FE-469C-B303-5F71CD81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762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source</a:t>
            </a:r>
          </a:p>
        </p:txBody>
      </p:sp>
      <p:sp>
        <p:nvSpPr>
          <p:cNvPr id="149" name="record-field-dot-1">
            <a:extLst xmlns:a="http://schemas.openxmlformats.org/drawingml/2006/main">
              <a:ext uri="{FF2B5EF4-FFF2-40B4-BE49-F238E27FC236}">
                <a16:creationId xmlns:a16="http://schemas.microsoft.com/office/drawing/2014/main" id="{2423A47E-DC39-4E80-86E1-3A06ACE0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33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150" name="record-field-1">
            <a:extLst xmlns:a="http://schemas.openxmlformats.org/drawingml/2006/main">
              <a:ext uri="{FF2B5EF4-FFF2-40B4-BE49-F238E27FC236}">
                <a16:creationId xmlns:a16="http://schemas.microsoft.com/office/drawing/2014/main" id="{92EB2A98-3193-455F-B5FD-19A0C69B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0194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boundary</a:t>
            </a:r>
          </a:p>
        </p:txBody>
      </p:sp>
      <p:sp>
        <p:nvSpPr>
          <p:cNvPr id="151" name="record-field-dot-2">
            <a:extLst xmlns:a="http://schemas.openxmlformats.org/drawingml/2006/main">
              <a:ext uri="{FF2B5EF4-FFF2-40B4-BE49-F238E27FC236}">
                <a16:creationId xmlns:a16="http://schemas.microsoft.com/office/drawing/2014/main" id="{E7B28F22-73B3-4939-A2A0-37264112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52" name="record-field-2">
            <a:extLst xmlns:a="http://schemas.openxmlformats.org/drawingml/2006/main">
              <a:ext uri="{FF2B5EF4-FFF2-40B4-BE49-F238E27FC236}">
                <a16:creationId xmlns:a16="http://schemas.microsoft.com/office/drawing/2014/main" id="{A1DCFE46-327E-4D14-BBD9-B1074272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76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runs</a:t>
            </a:r>
          </a:p>
        </p:txBody>
      </p:sp>
      <p:sp>
        <p:nvSpPr>
          <p:cNvPr id="153" name="record-field-dot-3">
            <a:extLst xmlns:a="http://schemas.openxmlformats.org/drawingml/2006/main">
              <a:ext uri="{FF2B5EF4-FFF2-40B4-BE49-F238E27FC236}">
                <a16:creationId xmlns:a16="http://schemas.microsoft.com/office/drawing/2014/main" id="{D3019A82-2CB3-408D-930F-7C1A8AE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0">
            <a:solidFill>
              <a:srgbClr val="E3B84C"/>
            </a:solidFill>
            <a:prstDash val="solid"/>
          </a:ln>
        </p:spPr>
      </p:sp>
      <p:sp>
        <p:nvSpPr>
          <p:cNvPr id="154" name="record-field-3">
            <a:extLst xmlns:a="http://schemas.openxmlformats.org/drawingml/2006/main">
              <a:ext uri="{FF2B5EF4-FFF2-40B4-BE49-F238E27FC236}">
                <a16:creationId xmlns:a16="http://schemas.microsoft.com/office/drawing/2014/main" id="{53D45384-2DF9-40B0-A7FD-5957511A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5337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checks</a:t>
            </a:r>
          </a:p>
        </p:txBody>
      </p:sp>
      <p:sp>
        <p:nvSpPr>
          <p:cNvPr id="155" name="record-field-dot-4">
            <a:extLst xmlns:a="http://schemas.openxmlformats.org/drawingml/2006/main">
              <a:ext uri="{FF2B5EF4-FFF2-40B4-BE49-F238E27FC236}">
                <a16:creationId xmlns:a16="http://schemas.microsoft.com/office/drawing/2014/main" id="{E1BEDB74-3184-41A7-9F7F-52D3AE04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0">
            <a:solidFill>
              <a:srgbClr val="E3B84C"/>
            </a:solidFill>
            <a:prstDash val="solid"/>
          </a:ln>
        </p:spPr>
      </p:sp>
      <p:sp>
        <p:nvSpPr>
          <p:cNvPr id="156" name="record-field-4">
            <a:extLst xmlns:a="http://schemas.openxmlformats.org/drawingml/2006/main">
              <a:ext uri="{FF2B5EF4-FFF2-40B4-BE49-F238E27FC236}">
                <a16:creationId xmlns:a16="http://schemas.microsoft.com/office/drawing/2014/main" id="{D2EE4B4A-FDC5-4059-A75E-D849911D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7909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rationale</a:t>
            </a:r>
          </a:p>
        </p:txBody>
      </p:sp>
      <p:sp>
        <p:nvSpPr>
          <p:cNvPr id="157" name="record-delta-rule">
            <a:extLst xmlns:a="http://schemas.openxmlformats.org/drawingml/2006/main">
              <a:ext uri="{FF2B5EF4-FFF2-40B4-BE49-F238E27FC236}">
                <a16:creationId xmlns:a16="http://schemas.microsoft.com/office/drawing/2014/main" id="{F99BFA09-024C-4178-9B20-C4E10D55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1529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9D2DF"/>
            </a:solidFill>
            <a:prstDash val="solid"/>
          </a:ln>
        </p:spPr>
      </p:sp>
      <p:sp>
        <p:nvSpPr>
          <p:cNvPr id="158" name="record-delta">
            <a:extLst xmlns:a="http://schemas.openxmlformats.org/drawingml/2006/main">
              <a:ext uri="{FF2B5EF4-FFF2-40B4-BE49-F238E27FC236}">
                <a16:creationId xmlns:a16="http://schemas.microsoft.com/office/drawing/2014/main" id="{55F29E9C-7B84-477D-95E3-A6AF17CA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1719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334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28334A"/>
                </a:solidFill>
                <a:latin typeface="Trebuchet MS"/>
                <a:ea typeface="Trebuchet MS"/>
                <a:cs typeface="Trebuchet MS"/>
              </a:rPr>
              <a:t>decision</a:t>
            </a:r>
          </a:p>
        </p:txBody>
      </p:sp>
      <p:sp>
        <p:nvSpPr>
          <p:cNvPr id="159" name="record-status-accept">
            <a:extLst xmlns:a="http://schemas.openxmlformats.org/drawingml/2006/main">
              <a:ext uri="{FF2B5EF4-FFF2-40B4-BE49-F238E27FC236}">
                <a16:creationId xmlns:a16="http://schemas.microsoft.com/office/drawing/2014/main" id="{2ADC6014-C154-4E81-90BD-82EE9D41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0">
            <a:solidFill>
              <a:srgbClr val="76C99C"/>
            </a:solidFill>
            <a:prstDash val="solid"/>
          </a:ln>
        </p:spPr>
      </p:sp>
      <p:sp>
        <p:nvSpPr>
          <p:cNvPr id="160" name="record-status-reject">
            <a:extLst xmlns:a="http://schemas.openxmlformats.org/drawingml/2006/main">
              <a:ext uri="{FF2B5EF4-FFF2-40B4-BE49-F238E27FC236}">
                <a16:creationId xmlns:a16="http://schemas.microsoft.com/office/drawing/2014/main" id="{897A8F78-E1E6-44A5-8FF2-0F45778C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7778"/>
          </a:solidFill>
          <a:ln xmlns:a="http://schemas.openxmlformats.org/drawingml/2006/main" w="0">
            <a:solidFill>
              <a:srgbClr val="EE7778"/>
            </a:solidFill>
            <a:prstDash val="solid"/>
          </a:ln>
        </p:spPr>
      </p:sp>
      <p:sp>
        <p:nvSpPr>
          <p:cNvPr id="161" name="record-status-invalid">
            <a:extLst xmlns:a="http://schemas.openxmlformats.org/drawingml/2006/main">
              <a:ext uri="{FF2B5EF4-FFF2-40B4-BE49-F238E27FC236}">
                <a16:creationId xmlns:a16="http://schemas.microsoft.com/office/drawing/2014/main" id="{A1C7C02D-0698-4C74-A0ED-E5B4B102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0B1"/>
          </a:solidFill>
          <a:ln xmlns:a="http://schemas.openxmlformats.org/drawingml/2006/main" w="0">
            <a:solidFill>
              <a:srgbClr val="93A0B1"/>
            </a:solidFill>
            <a:prstDash val="solid"/>
          </a:ln>
        </p:spPr>
      </p:sp>
      <p:sp>
        <p:nvSpPr>
          <p:cNvPr id="162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EF66EA37-EC5A-4A27-83F0-C06548D0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785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4F5BC9"/>
            </a:solidFill>
            <a:prstDash val="solid"/>
          </a:ln>
        </p:spPr>
      </p:sp>
      <p:sp>
        <p:nvSpPr>
          <p:cNvPr id="163" name="evidence-node-0">
            <a:extLst xmlns:a="http://schemas.openxmlformats.org/drawingml/2006/main">
              <a:ext uri="{FF2B5EF4-FFF2-40B4-BE49-F238E27FC236}">
                <a16:creationId xmlns:a16="http://schemas.microsoft.com/office/drawing/2014/main" id="{BF9723DB-9E3F-4C7C-9AFC-4AE39FB5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164" name="evidence-label-0">
            <a:extLst xmlns:a="http://schemas.openxmlformats.org/drawingml/2006/main">
              <a:ext uri="{FF2B5EF4-FFF2-40B4-BE49-F238E27FC236}">
                <a16:creationId xmlns:a16="http://schemas.microsoft.com/office/drawing/2014/main" id="{79076EA7-E736-44E7-9421-C5E7F41B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source</a:t>
            </a:r>
          </a:p>
        </p:txBody>
      </p:sp>
      <p:sp>
        <p:nvSpPr>
          <p:cNvPr id="165" name="evidence-node-1">
            <a:extLst xmlns:a="http://schemas.openxmlformats.org/drawingml/2006/main">
              <a:ext uri="{FF2B5EF4-FFF2-40B4-BE49-F238E27FC236}">
                <a16:creationId xmlns:a16="http://schemas.microsoft.com/office/drawing/2014/main" id="{1ED51C68-8F23-4F12-94AA-2A5E0588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081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166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99773C6F-B17C-4750-B3D8-1A2BA196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1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freeze</a:t>
            </a:r>
          </a:p>
        </p:txBody>
      </p:sp>
      <p:sp>
        <p:nvSpPr>
          <p:cNvPr id="167" name="evidence-node-2">
            <a:extLst xmlns:a="http://schemas.openxmlformats.org/drawingml/2006/main">
              <a:ext uri="{FF2B5EF4-FFF2-40B4-BE49-F238E27FC236}">
                <a16:creationId xmlns:a16="http://schemas.microsoft.com/office/drawing/2014/main" id="{03C9E678-CBF3-47F0-BF37-4972DF96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</p:sp>
      <p:sp>
        <p:nvSpPr>
          <p:cNvPr id="168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A09B49F1-79CB-4B51-8454-ED1CC7A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63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runs</a:t>
            </a:r>
          </a:p>
        </p:txBody>
      </p:sp>
      <p:sp>
        <p:nvSpPr>
          <p:cNvPr id="169" name="evidence-node-3">
            <a:extLst xmlns:a="http://schemas.openxmlformats.org/drawingml/2006/main">
              <a:ext uri="{FF2B5EF4-FFF2-40B4-BE49-F238E27FC236}">
                <a16:creationId xmlns:a16="http://schemas.microsoft.com/office/drawing/2014/main" id="{9A1A86ED-B6B1-4934-AB32-F93E24B1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144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170" name="evidence-label-3">
            <a:extLst xmlns:a="http://schemas.openxmlformats.org/drawingml/2006/main">
              <a:ext uri="{FF2B5EF4-FFF2-40B4-BE49-F238E27FC236}">
                <a16:creationId xmlns:a16="http://schemas.microsoft.com/office/drawing/2014/main" id="{12860B83-0071-4C4B-98B2-617E7C18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094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checks</a:t>
            </a:r>
          </a:p>
        </p:txBody>
      </p:sp>
      <p:sp>
        <p:nvSpPr>
          <p:cNvPr id="171" name="evidence-node-4">
            <a:extLst xmlns:a="http://schemas.openxmlformats.org/drawingml/2006/main">
              <a:ext uri="{FF2B5EF4-FFF2-40B4-BE49-F238E27FC236}">
                <a16:creationId xmlns:a16="http://schemas.microsoft.com/office/drawing/2014/main" id="{7B25616A-2AF9-4511-AABC-3AC9C756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400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172" name="evidence-label-4">
            <a:extLst xmlns:a="http://schemas.openxmlformats.org/drawingml/2006/main">
              <a:ext uri="{FF2B5EF4-FFF2-40B4-BE49-F238E27FC236}">
                <a16:creationId xmlns:a16="http://schemas.microsoft.com/office/drawing/2014/main" id="{89C6A1F9-202A-4EB8-B4CE-DDB4EB23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rationale</a:t>
            </a:r>
          </a:p>
        </p:txBody>
      </p:sp>
      <p:sp>
        <p:nvSpPr>
          <p:cNvPr id="173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2F06974B-4311-4817-92D3-FBAFD6BC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292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AUDIT TRAIL</a:t>
            </a:r>
          </a:p>
        </p:txBody>
      </p:sp>
      <p:sp>
        <p:nvSpPr>
          <p:cNvPr id="174" name="invalid-branch-label">
            <a:extLst xmlns:a="http://schemas.openxmlformats.org/drawingml/2006/main">
              <a:ext uri="{FF2B5EF4-FFF2-40B4-BE49-F238E27FC236}">
                <a16:creationId xmlns:a16="http://schemas.microsoft.com/office/drawing/2014/main" id="{2806B984-F01F-4596-A9D0-94E06B5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3A0B1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93A0B1"/>
                </a:solidFill>
                <a:latin typeface="Cambria Math"/>
                <a:ea typeface="Cambria Math"/>
                <a:cs typeface="Cambria Math"/>
              </a:rPr>
              <a:t>V = 0</a:t>
            </a:r>
          </a:p>
        </p:txBody>
      </p:sp>
      <p:sp>
        <p:nvSpPr>
          <p:cNvPr id="175" name="valid-branch-label">
            <a:extLst xmlns:a="http://schemas.openxmlformats.org/drawingml/2006/main">
              <a:ext uri="{FF2B5EF4-FFF2-40B4-BE49-F238E27FC236}">
                <a16:creationId xmlns:a16="http://schemas.microsoft.com/office/drawing/2014/main" id="{42EF8C2E-9D39-478E-B4CF-336D8B47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6C99C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76C99C"/>
                </a:solidFill>
                <a:latin typeface="Cambria Math"/>
                <a:ea typeface="Cambria Math"/>
                <a:cs typeface="Cambria Math"/>
              </a:rPr>
              <a:t>V = 1</a:t>
            </a:r>
          </a:p>
        </p:txBody>
      </p:sp>
    </p:spTree>
    <p:extLst>
      <p:ext uri="{BB962C8B-B14F-4D97-AF65-F5344CB8AC3E}">
        <p14:creationId xmlns:p14="http://schemas.microsoft.com/office/powerpoint/2010/main" val="1011287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2026-07-26T10:15:05.8070000Z</dcterms:created>
  <dcterms:modified xsi:type="dcterms:W3CDTF">2026-07-26T10:15:05.8070000Z</dcterms:modified>
</coreProperties>
</file>
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1ff59afedc4a35" /><Relationship Type="http://schemas.openxmlformats.org/officeDocument/2006/relationships/extended-properties" Target="/docProps/app.xml" Id="R8881a07431fe4667" /><Relationship Type="http://schemas.openxmlformats.org/officeDocument/2006/relationships/officeDocument" Target="/ppt/presentation.xml" Id="Re01f11aeced2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30ff347f24fc9"/>
  </p:sldMasterIdLst>
  <p:notesMasterIdLst>
    <p:notesMasterId xmlns:r="http://schemas.openxmlformats.org/officeDocument/2006/relationships" r:id="Rf59174bd28154050"/>
  </p:notesMasterIdLst>
  <p:sldIdLst>
    <p:sldId xmlns:r="http://schemas.openxmlformats.org/officeDocument/2006/relationships" id="256" r:id="R8ab40a53577940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b941a132564bc5" /><Relationship Type="http://schemas.openxmlformats.org/officeDocument/2006/relationships/slideMaster" Target="/ppt/slideMasters/slideMaster1.xml" Id="R93b30ff347f24fc9" /><Relationship Type="http://schemas.openxmlformats.org/officeDocument/2006/relationships/notesMaster" Target="/ppt/notesMasters/notesMaster1.xml" Id="Rf59174bd28154050" /><Relationship Type="http://schemas.openxmlformats.org/officeDocument/2006/relationships/presProps" Target="/ppt/presProps.xml" Id="R3e8eb03d52684d08" /><Relationship Type="http://schemas.openxmlformats.org/officeDocument/2006/relationships/viewProps" Target="/ppt/viewProps.xml" Id="R7597477765c94d62" /><Relationship Type="http://schemas.openxmlformats.org/officeDocument/2006/relationships/tableStyles" Target="/ppt/tableStyles.xml" Id="R6b9b5ddf325b4973" /><Relationship Type="http://schemas.openxmlformats.org/officeDocument/2006/relationships/slide" Target="/ppt/slides/slide1.xml" Id="R8ab40a535779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de5fec6c8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cb61be1984c0a" /><Relationship Type="http://schemas.openxmlformats.org/officeDocument/2006/relationships/notesMaster" Target="/ppt/notesMasters/notesMaster1.xml" Id="R5fd663c0e4c6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C:\Users\Z\Desktop\论文\SelfPaper\toSkill\paper\src\4.method.tex (method semantics)</a:t>
            </a:r>
          </a:p>
          <a:p xmlns:a="http://schemas.openxmlformats.org/drawingml/2006/main">
            <a:r>
              <a:t>- D:\a_work\gitee\PaperToSkill\paper\effectslice_aaai\images\SkillAudit_Main_Figure_v3_5.pptx (source visual system)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75a4fae0d44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83cf0af16748cf" /><Relationship Type="http://schemas.openxmlformats.org/officeDocument/2006/relationships/slideLayout" Target="/ppt/slideLayouts/slideLayout1.xml" Id="R2ef2ca3a1fe94a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2ca3a1fe9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b348606194bb3" /><Relationship Type="http://schemas.openxmlformats.org/officeDocument/2006/relationships/notesSlide" Target="/ppt/notesSlides/notesSlide1.xml" Id="R83ef3cd283dd48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panel-a-rule">
            <a:extLst xmlns:a="http://schemas.openxmlformats.org/drawingml/2006/main">
              <a:ext uri="{FF2B5EF4-FFF2-40B4-BE49-F238E27FC236}">
                <a16:creationId xmlns:a16="http://schemas.microsoft.com/office/drawing/2014/main" id="{C0D793C5-4428-40A3-902D-DC982250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0490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3E2"/>
            </a:solidFill>
            <a:prstDash val="solid"/>
          </a:ln>
        </p:spPr>
      </p:sp>
      <p:sp>
        <p:nvSpPr>
          <p:cNvPr id="2" name="panel-b-rule">
            <a:extLst xmlns:a="http://schemas.openxmlformats.org/drawingml/2006/main">
              <a:ext uri="{FF2B5EF4-FFF2-40B4-BE49-F238E27FC236}">
                <a16:creationId xmlns:a16="http://schemas.microsoft.com/office/drawing/2014/main" id="{3A7A2370-5C4B-43C1-9F6C-A3FE5F8D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1049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3E2"/>
            </a:solidFill>
            <a:prstDash val="solid"/>
          </a:ln>
        </p:spPr>
      </p:sp>
      <p:sp>
        <p:nvSpPr>
          <p:cNvPr id="3" name="vertical-panel-divider">
            <a:extLst xmlns:a="http://schemas.openxmlformats.org/drawingml/2006/main">
              <a:ext uri="{FF2B5EF4-FFF2-40B4-BE49-F238E27FC236}">
                <a16:creationId xmlns:a16="http://schemas.microsoft.com/office/drawing/2014/main" id="{510FB2B9-73BC-4C85-B61F-5C97CC18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04975" y="328612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3E2"/>
            </a:solidFill>
            <a:prstDash val="solid"/>
          </a:ln>
        </p:spPr>
      </p:sp>
      <p:sp>
        <p:nvSpPr>
          <p:cNvPr id="4" name="paper-to-spans">
            <a:extLst xmlns:a="http://schemas.openxmlformats.org/drawingml/2006/main">
              <a:ext uri="{FF2B5EF4-FFF2-40B4-BE49-F238E27FC236}">
                <a16:creationId xmlns:a16="http://schemas.microsoft.com/office/drawing/2014/main" id="{C16CFF55-9BF7-4977-8CE3-480F98DC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43075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5" name="spans-to-full">
            <a:extLst xmlns:a="http://schemas.openxmlformats.org/drawingml/2006/main">
              <a:ext uri="{FF2B5EF4-FFF2-40B4-BE49-F238E27FC236}">
                <a16:creationId xmlns:a16="http://schemas.microsoft.com/office/drawing/2014/main" id="{28E9EF60-EE56-4C0E-BEB5-EBC4091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430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6" name="full-to-F">
            <a:extLst xmlns:a="http://schemas.openxmlformats.org/drawingml/2006/main">
              <a:ext uri="{FF2B5EF4-FFF2-40B4-BE49-F238E27FC236}">
                <a16:creationId xmlns:a16="http://schemas.microsoft.com/office/drawing/2014/main" id="{E1FE402F-F50A-44D3-9EE5-0CC6279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430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7" name="candidate-to-S">
            <a:extLst xmlns:a="http://schemas.openxmlformats.org/drawingml/2006/main">
              <a:ext uri="{FF2B5EF4-FFF2-40B4-BE49-F238E27FC236}">
                <a16:creationId xmlns:a16="http://schemas.microsoft.com/office/drawing/2014/main" id="{0ADD7051-1BE6-495D-BF05-2C296044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051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8" name="seal-to-runs">
            <a:extLst xmlns:a="http://schemas.openxmlformats.org/drawingml/2006/main">
              <a:ext uri="{FF2B5EF4-FFF2-40B4-BE49-F238E27FC236}">
                <a16:creationId xmlns:a16="http://schemas.microsoft.com/office/drawing/2014/main" id="{D63CE096-056E-42D5-B54D-6A71681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1809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0">
            <a:solidFill>
              <a:srgbClr val="6E7CF6"/>
            </a:solidFill>
            <a:prstDash val="solid"/>
          </a:ln>
        </p:spPr>
      </p:sp>
      <p:sp>
        <p:nvSpPr>
          <p:cNvPr id="9" name="runs-to-validity">
            <a:extLst xmlns:a="http://schemas.openxmlformats.org/drawingml/2006/main">
              <a:ext uri="{FF2B5EF4-FFF2-40B4-BE49-F238E27FC236}">
                <a16:creationId xmlns:a16="http://schemas.microsoft.com/office/drawing/2014/main" id="{A1989725-2487-4623-9383-A302E071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10" name="validity-to-decision">
            <a:extLst xmlns:a="http://schemas.openxmlformats.org/drawingml/2006/main">
              <a:ext uri="{FF2B5EF4-FFF2-40B4-BE49-F238E27FC236}">
                <a16:creationId xmlns:a16="http://schemas.microsoft.com/office/drawing/2014/main" id="{57BC52BD-EC29-4159-AF8D-15E1B285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0">
            <a:solidFill>
              <a:srgbClr val="76C99C"/>
            </a:solidFill>
            <a:prstDash val="solid"/>
          </a:ln>
        </p:spPr>
      </p:sp>
      <p:sp>
        <p:nvSpPr>
          <p:cNvPr id="11" name="decision-to-record">
            <a:extLst xmlns:a="http://schemas.openxmlformats.org/drawingml/2006/main">
              <a:ext uri="{FF2B5EF4-FFF2-40B4-BE49-F238E27FC236}">
                <a16:creationId xmlns:a16="http://schemas.microsoft.com/office/drawing/2014/main" id="{7DBE26DA-DA3A-4C2E-8E5C-A53E17F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28950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0">
            <a:solidFill>
              <a:srgbClr val="E3B84C"/>
            </a:solidFill>
            <a:prstDash val="solid"/>
          </a:ln>
        </p:spPr>
      </p:sp>
      <p:sp>
        <p:nvSpPr>
          <p:cNvPr id="1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557476BE-53A7-4DB2-99CC-87BFA766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(a) Candidate boundary</a:t>
            </a:r>
          </a:p>
        </p:txBody>
      </p:sp>
      <p:sp>
        <p:nvSpPr>
          <p:cNvPr id="13" name="panel-a-subtitle">
            <a:extLst xmlns:a="http://schemas.openxmlformats.org/drawingml/2006/main">
              <a:ext uri="{FF2B5EF4-FFF2-40B4-BE49-F238E27FC236}">
                <a16:creationId xmlns:a16="http://schemas.microsoft.com/office/drawing/2014/main" id="{29E54919-C5A9-486E-928E-66B6475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UPSTREAM, OUTSIDE SKILLAUDIT</a:t>
            </a:r>
          </a:p>
        </p:txBody>
      </p:sp>
      <p:sp>
        <p:nvSpPr>
          <p:cNvPr id="1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980B3D36-BCBE-4A1D-9268-EA75E81F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(b) Prospective matched audit</a:t>
            </a:r>
          </a:p>
        </p:txBody>
      </p:sp>
      <p:sp>
        <p:nvSpPr>
          <p:cNvPr id="15" name="panel-b-subtitle">
            <a:extLst xmlns:a="http://schemas.openxmlformats.org/drawingml/2006/main">
              <a:ext uri="{FF2B5EF4-FFF2-40B4-BE49-F238E27FC236}">
                <a16:creationId xmlns:a16="http://schemas.microsoft.com/office/drawing/2014/main" id="{5AE968F4-AD12-4D92-A36E-ABD0A2E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19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FIXED CANDIDATE; HELD-OUT EXECUTION</a:t>
            </a:r>
          </a:p>
        </p:txBody>
      </p:sp>
      <p:sp>
        <p:nvSpPr>
          <p:cNvPr id="16" name="paper-back">
            <a:extLst xmlns:a="http://schemas.openxmlformats.org/drawingml/2006/main">
              <a:ext uri="{FF2B5EF4-FFF2-40B4-BE49-F238E27FC236}">
                <a16:creationId xmlns:a16="http://schemas.microsoft.com/office/drawing/2014/main" id="{78D59F91-5000-4248-BBF0-13291CE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85875"/>
            <a:ext cx="523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99F7D29-716E-4607-A713-49D3067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523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3A4A"/>
            </a:solidFill>
            <a:prstDash val="solid"/>
          </a:ln>
        </p:spPr>
      </p:sp>
      <p:sp>
        <p:nvSpPr>
          <p:cNvPr id="18" name="paper-title">
            <a:extLst xmlns:a="http://schemas.openxmlformats.org/drawingml/2006/main">
              <a:ext uri="{FF2B5EF4-FFF2-40B4-BE49-F238E27FC236}">
                <a16:creationId xmlns:a16="http://schemas.microsoft.com/office/drawing/2014/main" id="{1E408261-A6D8-4188-A53B-AA3C8BF3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049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F3A4A"/>
            </a:solidFill>
            <a:prstDash val="solid"/>
          </a:ln>
        </p:spPr>
      </p:sp>
      <p:sp>
        <p:nvSpPr>
          <p:cNvPr id="19" name="paper-line-1">
            <a:extLst xmlns:a="http://schemas.openxmlformats.org/drawingml/2006/main">
              <a:ext uri="{FF2B5EF4-FFF2-40B4-BE49-F238E27FC236}">
                <a16:creationId xmlns:a16="http://schemas.microsoft.com/office/drawing/2014/main" id="{5352C119-611C-470A-A675-C96184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E2"/>
            </a:solidFill>
            <a:prstDash val="solid"/>
          </a:ln>
        </p:spPr>
      </p:sp>
      <p:sp>
        <p:nvSpPr>
          <p:cNvPr id="20" name="paper-line-2">
            <a:extLst xmlns:a="http://schemas.openxmlformats.org/drawingml/2006/main">
              <a:ext uri="{FF2B5EF4-FFF2-40B4-BE49-F238E27FC236}">
                <a16:creationId xmlns:a16="http://schemas.microsoft.com/office/drawing/2014/main" id="{B394B43F-9D0B-46BC-B65E-530E6012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002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C3C3"/>
            </a:solidFill>
            <a:prstDash val="solid"/>
          </a:ln>
        </p:spPr>
      </p:sp>
      <p:sp>
        <p:nvSpPr>
          <p:cNvPr id="21" name="paper-label">
            <a:extLst xmlns:a="http://schemas.openxmlformats.org/drawingml/2006/main">
              <a:ext uri="{FF2B5EF4-FFF2-40B4-BE49-F238E27FC236}">
                <a16:creationId xmlns:a16="http://schemas.microsoft.com/office/drawing/2014/main" id="{A0992C68-B96B-48F2-940B-86722314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955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Paper P</a:t>
            </a:r>
          </a:p>
        </p:txBody>
      </p:sp>
      <p:sp>
        <p:nvSpPr>
          <p:cNvPr id="22" name="locator-1">
            <a:extLst xmlns:a="http://schemas.openxmlformats.org/drawingml/2006/main">
              <a:ext uri="{FF2B5EF4-FFF2-40B4-BE49-F238E27FC236}">
                <a16:creationId xmlns:a16="http://schemas.microsoft.com/office/drawing/2014/main" id="{B4F0FDF9-9963-4DC7-9998-C6F2F98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3E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rPr>
              <a:t>p.4:18</a:t>
            </a:r>
          </a:p>
        </p:txBody>
      </p:sp>
      <p:sp>
        <p:nvSpPr>
          <p:cNvPr id="23" name="locator-2">
            <a:extLst xmlns:a="http://schemas.openxmlformats.org/drawingml/2006/main">
              <a:ext uri="{FF2B5EF4-FFF2-40B4-BE49-F238E27FC236}">
                <a16:creationId xmlns:a16="http://schemas.microsoft.com/office/drawing/2014/main" id="{1C0436D0-99A0-4F28-BA01-1497C4C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8"/>
          </a:solidFill>
          <a:ln xmlns:a="http://schemas.openxmlformats.org/drawingml/2006/main" w="12383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Eq. 2</a:t>
            </a:r>
          </a:p>
        </p:txBody>
      </p:sp>
      <p:sp>
        <p:nvSpPr>
          <p:cNvPr id="24" name="locator-3">
            <a:extLst xmlns:a="http://schemas.openxmlformats.org/drawingml/2006/main">
              <a:ext uri="{FF2B5EF4-FFF2-40B4-BE49-F238E27FC236}">
                <a16:creationId xmlns:a16="http://schemas.microsoft.com/office/drawing/2014/main" id="{BF5C0753-9631-48D7-A79A-D500A8BC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3E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>
                <a:solidFill>
                  <a:srgbClr val="68758A"/>
                </a:solidFill>
                <a:latin typeface="Cambria Math"/>
                <a:ea typeface="Cambria Math"/>
                <a:cs typeface="Cambria Math"/>
              </a:rPr>
              <a:t>Alg. 1</a:t>
            </a:r>
          </a:p>
        </p:txBody>
      </p:sp>
      <p:sp>
        <p:nvSpPr>
          <p:cNvPr id="25" name="locator-caption">
            <a:extLst xmlns:a="http://schemas.openxmlformats.org/drawingml/2006/main">
              <a:ext uri="{FF2B5EF4-FFF2-40B4-BE49-F238E27FC236}">
                <a16:creationId xmlns:a16="http://schemas.microsoft.com/office/drawing/2014/main" id="{D4ECE436-938E-44AC-B323-994CF171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7022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exact source locators</a:t>
            </a:r>
          </a:p>
        </p:txBody>
      </p:sp>
      <p:sp>
        <p:nvSpPr>
          <p:cNvPr id="26" name="full-dag-title">
            <a:extLst xmlns:a="http://schemas.openxmlformats.org/drawingml/2006/main">
              <a:ext uri="{FF2B5EF4-FFF2-40B4-BE49-F238E27FC236}">
                <a16:creationId xmlns:a16="http://schemas.microsoft.com/office/drawing/2014/main" id="{E1FB7F10-EC50-4F3E-9666-179334C1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057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735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A,G  SOURCE-ADDRESSED</a:t>
            </a:r>
          </a:p>
        </p:txBody>
      </p:sp>
      <p:sp>
        <p:nvSpPr>
          <p:cNvPr id="27" name="full-a1">
            <a:extLst xmlns:a="http://schemas.openxmlformats.org/drawingml/2006/main">
              <a:ext uri="{FF2B5EF4-FFF2-40B4-BE49-F238E27FC236}">
                <a16:creationId xmlns:a16="http://schemas.microsoft.com/office/drawing/2014/main" id="{E7E643AA-8688-413E-ABFB-DB5D2B62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76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a1</a:t>
            </a:r>
          </a:p>
        </p:txBody>
      </p:sp>
      <p:sp>
        <p:nvSpPr>
          <p:cNvPr id="28" name="full-a2">
            <a:extLst xmlns:a="http://schemas.openxmlformats.org/drawingml/2006/main">
              <a:ext uri="{FF2B5EF4-FFF2-40B4-BE49-F238E27FC236}">
                <a16:creationId xmlns:a16="http://schemas.microsoft.com/office/drawing/2014/main" id="{D4FE109E-5149-4B8F-890B-3F647FCA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04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a2</a:t>
            </a:r>
          </a:p>
        </p:txBody>
      </p:sp>
      <p:sp>
        <p:nvSpPr>
          <p:cNvPr id="29" name="full-a3">
            <a:extLst xmlns:a="http://schemas.openxmlformats.org/drawingml/2006/main">
              <a:ext uri="{FF2B5EF4-FFF2-40B4-BE49-F238E27FC236}">
                <a16:creationId xmlns:a16="http://schemas.microsoft.com/office/drawing/2014/main" id="{8D6B0BFA-CAA0-4E46-A887-0C068E3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90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a3</a:t>
            </a:r>
          </a:p>
        </p:txBody>
      </p:sp>
      <p:sp>
        <p:nvSpPr>
          <p:cNvPr id="30" name="full-a4">
            <a:extLst xmlns:a="http://schemas.openxmlformats.org/drawingml/2006/main">
              <a:ext uri="{FF2B5EF4-FFF2-40B4-BE49-F238E27FC236}">
                <a16:creationId xmlns:a16="http://schemas.microsoft.com/office/drawing/2014/main" id="{3E3AF06D-80D4-4123-B599-06BF08A1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85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a4</a:t>
            </a:r>
          </a:p>
        </p:txBody>
      </p:sp>
      <p:sp>
        <p:nvSpPr>
          <p:cNvPr id="31" name="full-a5">
            <a:extLst xmlns:a="http://schemas.openxmlformats.org/drawingml/2006/main">
              <a:ext uri="{FF2B5EF4-FFF2-40B4-BE49-F238E27FC236}">
                <a16:creationId xmlns:a16="http://schemas.microsoft.com/office/drawing/2014/main" id="{B7ECBB23-A48F-4EE2-89F7-CB59A38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a5</a:t>
            </a:r>
          </a:p>
        </p:txBody>
      </p:sp>
      <p:cxnSp>
        <p:nvCxnSpPr>
          <p:cNvPr id="206" name=""/>
          <p:cNvCxnSpPr>
            <a:stCxn xmlns:a="http://schemas.openxmlformats.org/drawingml/2006/main" id="27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2438400" y="1447800"/>
            <a:ext cx="9525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07" name=""/>
          <p:cNvCxnSpPr>
            <a:stCxn xmlns:a="http://schemas.openxmlformats.org/drawingml/2006/main" id="27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2438400" y="1819275"/>
            <a:ext cx="161925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08" name=""/>
          <p:cNvCxnSpPr>
            <a:stCxn xmlns:a="http://schemas.openxmlformats.org/drawingml/2006/main" id="28" idx="4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2676525" y="1590675"/>
            <a:ext cx="6667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09" name=""/>
          <p:cNvCxnSpPr>
            <a:stCxn xmlns:a="http://schemas.openxmlformats.org/drawingml/2006/main" id="28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819400" y="1447800"/>
            <a:ext cx="2857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10" name=""/>
          <p:cNvCxnSpPr>
            <a:stCxn xmlns:a="http://schemas.openxmlformats.org/drawingml/2006/main" id="29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2886075" y="2133600"/>
            <a:ext cx="39052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11" name=""/>
          <p:cNvCxnSpPr>
            <a:stCxn xmlns:a="http://schemas.openxmlformats.org/drawingml/2006/main" id="30" idx="4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3248025" y="1771650"/>
            <a:ext cx="1714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3C3C3"/>
            </a:solidFill>
            <a:prstDash val="solid"/>
            <a:tailEnd type="arrow" w="sm" len="sm"/>
          </a:ln>
        </p:spPr>
      </p:cxnSp>
      <p:sp>
        <p:nvSpPr>
          <p:cNvPr id="38" name="reducer-label">
            <a:extLst xmlns:a="http://schemas.openxmlformats.org/drawingml/2006/main">
              <a:ext uri="{FF2B5EF4-FFF2-40B4-BE49-F238E27FC236}">
                <a16:creationId xmlns:a16="http://schemas.microsoft.com/office/drawing/2014/main" id="{2F028EAD-326A-426A-A8F7-AD94641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479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599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9C9C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299C9C"/>
                </a:solidFill>
                <a:latin typeface="Trebuchet MS"/>
                <a:ea typeface="Trebuchet MS"/>
                <a:cs typeface="Trebuchet MS"/>
              </a:rPr>
              <a:t>UPSTREAM REDUCER</a:t>
            </a:r>
          </a:p>
        </p:txBody>
      </p:sp>
      <p:sp>
        <p:nvSpPr>
          <p:cNvPr id="39" name="reducer-arrow">
            <a:extLst xmlns:a="http://schemas.openxmlformats.org/drawingml/2006/main">
              <a:ext uri="{FF2B5EF4-FFF2-40B4-BE49-F238E27FC236}">
                <a16:creationId xmlns:a16="http://schemas.microsoft.com/office/drawing/2014/main" id="{BD1006F5-EA56-40CC-923D-A1DB88B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812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0">
            <a:solidFill>
              <a:srgbClr val="53C3C3"/>
            </a:solidFill>
            <a:prstDash val="solid"/>
          </a:ln>
        </p:spPr>
      </p:sp>
      <p:sp>
        <p:nvSpPr>
          <p:cNvPr id="40" name="candidate-dag-title">
            <a:extLst xmlns:a="http://schemas.openxmlformats.org/drawingml/2006/main">
              <a:ext uri="{FF2B5EF4-FFF2-40B4-BE49-F238E27FC236}">
                <a16:creationId xmlns:a16="http://schemas.microsoft.com/office/drawing/2014/main" id="{C004AA81-6B59-4453-B497-3F8F0A9E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9C9C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99C9C"/>
                </a:solidFill>
                <a:latin typeface="Cambria Math"/>
                <a:ea typeface="Cambria Math"/>
                <a:cs typeface="Cambria Math"/>
              </a:rPr>
              <a:t>A_S  CLOSED SUBSET</a:t>
            </a:r>
          </a:p>
        </p:txBody>
      </p:sp>
      <p:sp>
        <p:nvSpPr>
          <p:cNvPr id="41" name="candidate-a1">
            <a:extLst xmlns:a="http://schemas.openxmlformats.org/drawingml/2006/main">
              <a:ext uri="{FF2B5EF4-FFF2-40B4-BE49-F238E27FC236}">
                <a16:creationId xmlns:a16="http://schemas.microsoft.com/office/drawing/2014/main" id="{B325999D-F395-419E-B650-52D86B6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38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a1</a:t>
            </a:r>
          </a:p>
        </p:txBody>
      </p:sp>
      <p:sp>
        <p:nvSpPr>
          <p:cNvPr id="42" name="candidate-a2">
            <a:extLst xmlns:a="http://schemas.openxmlformats.org/drawingml/2006/main">
              <a:ext uri="{FF2B5EF4-FFF2-40B4-BE49-F238E27FC236}">
                <a16:creationId xmlns:a16="http://schemas.microsoft.com/office/drawing/2014/main" id="{AEABBD12-5767-4139-ACF1-FBEA1AB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a2</a:t>
            </a:r>
          </a:p>
        </p:txBody>
      </p:sp>
      <p:sp>
        <p:nvSpPr>
          <p:cNvPr id="43" name="candidate-a3">
            <a:extLst xmlns:a="http://schemas.openxmlformats.org/drawingml/2006/main">
              <a:ext uri="{FF2B5EF4-FFF2-40B4-BE49-F238E27FC236}">
                <a16:creationId xmlns:a16="http://schemas.microsoft.com/office/drawing/2014/main" id="{3F9EA8E0-E501-4536-B14F-9936729A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90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4288">
            <a:solidFill>
              <a:srgbClr val="EE777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4D5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4D53"/>
                </a:solidFill>
                <a:latin typeface="Trebuchet MS"/>
                <a:ea typeface="Trebuchet MS"/>
                <a:cs typeface="Trebuchet MS"/>
              </a:rPr>
              <a:t>a3</a:t>
            </a:r>
          </a:p>
        </p:txBody>
      </p:sp>
      <p:sp>
        <p:nvSpPr>
          <p:cNvPr id="44" name="candidate-a4">
            <a:extLst xmlns:a="http://schemas.openxmlformats.org/drawingml/2006/main">
              <a:ext uri="{FF2B5EF4-FFF2-40B4-BE49-F238E27FC236}">
                <a16:creationId xmlns:a16="http://schemas.microsoft.com/office/drawing/2014/main" id="{A0508875-641C-40C7-903E-84149E3F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4288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a4</a:t>
            </a:r>
          </a:p>
        </p:txBody>
      </p:sp>
      <p:sp>
        <p:nvSpPr>
          <p:cNvPr id="45" name="candidate-a5">
            <a:extLst xmlns:a="http://schemas.openxmlformats.org/drawingml/2006/main">
              <a:ext uri="{FF2B5EF4-FFF2-40B4-BE49-F238E27FC236}">
                <a16:creationId xmlns:a16="http://schemas.microsoft.com/office/drawing/2014/main" id="{BB3BDD00-1E47-45F6-989A-EDD0251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4288">
            <a:solidFill>
              <a:srgbClr val="EE777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4D5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4D53"/>
                </a:solidFill>
                <a:latin typeface="Trebuchet MS"/>
                <a:ea typeface="Trebuchet MS"/>
                <a:cs typeface="Trebuchet MS"/>
              </a:rPr>
              <a:t>a5</a:t>
            </a:r>
          </a:p>
        </p:txBody>
      </p:sp>
      <p:cxnSp>
        <p:nvCxnSpPr>
          <p:cNvPr id="220" name=""/>
          <p:cNvCxnSpPr>
            <a:stCxn xmlns:a="http://schemas.openxmlformats.org/drawingml/2006/main" id="41" idx="6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2438400" y="3057525"/>
            <a:ext cx="952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3C3C3"/>
            </a:solidFill>
            <a:prstDash val="solid"/>
            <a:tailEnd type="arrow" w="sm" len="sm"/>
          </a:ln>
        </p:spPr>
      </p:cxnSp>
      <p:cxnSp>
        <p:nvCxnSpPr>
          <p:cNvPr id="221" name=""/>
          <p:cNvCxnSpPr>
            <a:stCxn xmlns:a="http://schemas.openxmlformats.org/drawingml/2006/main" id="42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2819400" y="3057525"/>
            <a:ext cx="2857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3C3C3"/>
            </a:solidFill>
            <a:prstDash val="solid"/>
            <a:tailEnd type="arrow" w="sm" len="sm"/>
          </a:ln>
        </p:spPr>
      </p:cxnSp>
      <p:cxnSp>
        <p:nvCxnSpPr>
          <p:cNvPr id="222" name=""/>
          <p:cNvCxnSpPr>
            <a:stCxn xmlns:a="http://schemas.openxmlformats.org/drawingml/2006/main" id="41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2438400" y="3381375"/>
            <a:ext cx="1619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E7778"/>
            </a:solidFill>
            <a:prstDash val="dash"/>
          </a:ln>
        </p:spPr>
      </p:cxnSp>
      <p:cxnSp>
        <p:nvCxnSpPr>
          <p:cNvPr id="223" name=""/>
          <p:cNvCxnSpPr>
            <a:stCxn xmlns:a="http://schemas.openxmlformats.org/drawingml/2006/main" id="42" idx="4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676525" y="3200400"/>
            <a:ext cx="66675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E7778"/>
            </a:solidFill>
            <a:prstDash val="dash"/>
          </a:ln>
        </p:spPr>
      </p:cxnSp>
      <p:cxnSp>
        <p:nvCxnSpPr>
          <p:cNvPr id="224" name=""/>
          <p:cNvCxnSpPr>
            <a:stCxn xmlns:a="http://schemas.openxmlformats.org/drawingml/2006/main" id="43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>
            <a:off x="2886075" y="3733800"/>
            <a:ext cx="39052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E7778"/>
            </a:solidFill>
            <a:prstDash val="dash"/>
          </a:ln>
        </p:spPr>
      </p:cxnSp>
      <p:cxnSp>
        <p:nvCxnSpPr>
          <p:cNvPr id="225" name=""/>
          <p:cNvCxnSpPr>
            <a:stCxn xmlns:a="http://schemas.openxmlformats.org/drawingml/2006/main" id="44" idx="4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3248025" y="3381375"/>
            <a:ext cx="1714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E7778"/>
            </a:solidFill>
            <a:prstDash val="dash"/>
          </a:ln>
        </p:spPr>
      </p:cxnSp>
      <p:sp>
        <p:nvSpPr>
          <p:cNvPr id="52" name="drop-a3-a">
            <a:extLst xmlns:a="http://schemas.openxmlformats.org/drawingml/2006/main">
              <a:ext uri="{FF2B5EF4-FFF2-40B4-BE49-F238E27FC236}">
                <a16:creationId xmlns:a16="http://schemas.microsoft.com/office/drawing/2014/main" id="{D0B78FA8-D0D2-46E9-AA8B-182B88C4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657475" y="37338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D53"/>
            </a:solidFill>
            <a:prstDash val="solid"/>
          </a:ln>
        </p:spPr>
      </p:sp>
      <p:sp>
        <p:nvSpPr>
          <p:cNvPr id="53" name="drop-a3-b">
            <a:extLst xmlns:a="http://schemas.openxmlformats.org/drawingml/2006/main">
              <a:ext uri="{FF2B5EF4-FFF2-40B4-BE49-F238E27FC236}">
                <a16:creationId xmlns:a16="http://schemas.microsoft.com/office/drawing/2014/main" id="{16F3776B-B234-4DE9-8F7F-7B6F5DD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2657475" y="37338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D53"/>
            </a:solidFill>
            <a:prstDash val="solid"/>
          </a:ln>
        </p:spPr>
      </p:sp>
      <p:sp>
        <p:nvSpPr>
          <p:cNvPr id="54" name="drop-a5-a">
            <a:extLst xmlns:a="http://schemas.openxmlformats.org/drawingml/2006/main">
              <a:ext uri="{FF2B5EF4-FFF2-40B4-BE49-F238E27FC236}">
                <a16:creationId xmlns:a16="http://schemas.microsoft.com/office/drawing/2014/main" id="{5A825D13-72C9-429A-A91F-45AE1AF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333750" y="3810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D53"/>
            </a:solidFill>
            <a:prstDash val="solid"/>
          </a:ln>
        </p:spPr>
      </p:sp>
      <p:sp>
        <p:nvSpPr>
          <p:cNvPr id="55" name="drop-a5-b">
            <a:extLst xmlns:a="http://schemas.openxmlformats.org/drawingml/2006/main">
              <a:ext uri="{FF2B5EF4-FFF2-40B4-BE49-F238E27FC236}">
                <a16:creationId xmlns:a16="http://schemas.microsoft.com/office/drawing/2014/main" id="{EE5B6BBC-CC64-4C9B-930E-E97B00A2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3333750" y="3810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D53"/>
            </a:solidFill>
            <a:prstDash val="solid"/>
          </a:ln>
        </p:spPr>
      </p:sp>
      <p:sp>
        <p:nvSpPr>
          <p:cNvPr id="56" name="renderer-label">
            <a:extLst xmlns:a="http://schemas.openxmlformats.org/drawingml/2006/main">
              <a:ext uri="{FF2B5EF4-FFF2-40B4-BE49-F238E27FC236}">
                <a16:creationId xmlns:a16="http://schemas.microsoft.com/office/drawing/2014/main" id="{63275597-D1D7-4A15-A137-08A5404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288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6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RENDERER R</a:t>
            </a:r>
          </a:p>
        </p:txBody>
      </p:sp>
      <p:sp>
        <p:nvSpPr>
          <p:cNvPr id="57" name="full-doc-body">
            <a:extLst xmlns:a="http://schemas.openxmlformats.org/drawingml/2006/main">
              <a:ext uri="{FF2B5EF4-FFF2-40B4-BE49-F238E27FC236}">
                <a16:creationId xmlns:a16="http://schemas.microsoft.com/office/drawing/2014/main" id="{758B1EAD-9469-4DDD-8938-A81BA90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85900"/>
            <a:ext cx="457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7CF6"/>
            </a:solidFill>
            <a:prstDash val="solid"/>
          </a:ln>
        </p:spPr>
      </p:sp>
      <p:sp>
        <p:nvSpPr>
          <p:cNvPr id="58" name="full-doc-line-0">
            <a:extLst xmlns:a="http://schemas.openxmlformats.org/drawingml/2006/main">
              <a:ext uri="{FF2B5EF4-FFF2-40B4-BE49-F238E27FC236}">
                <a16:creationId xmlns:a16="http://schemas.microsoft.com/office/drawing/2014/main" id="{8960413A-1BA6-42BE-BEA2-2702ED34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38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E7CF6"/>
            </a:solidFill>
            <a:prstDash val="solid"/>
          </a:ln>
        </p:spPr>
      </p:sp>
      <p:sp>
        <p:nvSpPr>
          <p:cNvPr id="59" name="full-doc-line-1">
            <a:extLst xmlns:a="http://schemas.openxmlformats.org/drawingml/2006/main">
              <a:ext uri="{FF2B5EF4-FFF2-40B4-BE49-F238E27FC236}">
                <a16:creationId xmlns:a16="http://schemas.microsoft.com/office/drawing/2014/main" id="{0694E876-378A-4C1C-8D4E-D46D886E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52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E7CF6"/>
            </a:solidFill>
            <a:prstDash val="solid"/>
          </a:ln>
        </p:spPr>
      </p:sp>
      <p:sp>
        <p:nvSpPr>
          <p:cNvPr id="60" name="full-doc-line-2">
            <a:extLst xmlns:a="http://schemas.openxmlformats.org/drawingml/2006/main">
              <a:ext uri="{FF2B5EF4-FFF2-40B4-BE49-F238E27FC236}">
                <a16:creationId xmlns:a16="http://schemas.microsoft.com/office/drawing/2014/main" id="{314F6647-4846-403A-9ACC-71876786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E7CF6"/>
            </a:solidFill>
            <a:prstDash val="solid"/>
          </a:ln>
        </p:spPr>
      </p:sp>
      <p:sp>
        <p:nvSpPr>
          <p:cNvPr id="61" name="full-doc-label">
            <a:extLst xmlns:a="http://schemas.openxmlformats.org/drawingml/2006/main">
              <a:ext uri="{FF2B5EF4-FFF2-40B4-BE49-F238E27FC236}">
                <a16:creationId xmlns:a16="http://schemas.microsoft.com/office/drawing/2014/main" id="{75DDF47F-F69D-44C4-8CEB-82FEB9C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219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F</a:t>
            </a:r>
          </a:p>
        </p:txBody>
      </p:sp>
      <p:sp>
        <p:nvSpPr>
          <p:cNvPr id="62" name="candidate-doc-body">
            <a:extLst xmlns:a="http://schemas.openxmlformats.org/drawingml/2006/main">
              <a:ext uri="{FF2B5EF4-FFF2-40B4-BE49-F238E27FC236}">
                <a16:creationId xmlns:a16="http://schemas.microsoft.com/office/drawing/2014/main" id="{86E64027-7D69-40EB-8B9A-AE96EA9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457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3C3C3"/>
            </a:solidFill>
            <a:prstDash val="solid"/>
          </a:ln>
        </p:spPr>
      </p:sp>
      <p:sp>
        <p:nvSpPr>
          <p:cNvPr id="63" name="candidate-doc-line-0">
            <a:extLst xmlns:a="http://schemas.openxmlformats.org/drawingml/2006/main">
              <a:ext uri="{FF2B5EF4-FFF2-40B4-BE49-F238E27FC236}">
                <a16:creationId xmlns:a16="http://schemas.microsoft.com/office/drawing/2014/main" id="{3BC345BB-8E40-49C1-9ED2-BDD0C1E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3C3C3"/>
            </a:solidFill>
            <a:prstDash val="solid"/>
          </a:ln>
        </p:spPr>
      </p:sp>
      <p:sp>
        <p:nvSpPr>
          <p:cNvPr id="64" name="candidate-doc-line-1">
            <a:extLst xmlns:a="http://schemas.openxmlformats.org/drawingml/2006/main">
              <a:ext uri="{FF2B5EF4-FFF2-40B4-BE49-F238E27FC236}">
                <a16:creationId xmlns:a16="http://schemas.microsoft.com/office/drawing/2014/main" id="{11EA3BDF-546D-41E1-BB7A-CDAAD03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3C3C3"/>
            </a:solidFill>
            <a:prstDash val="solid"/>
          </a:ln>
        </p:spPr>
      </p:sp>
      <p:sp>
        <p:nvSpPr>
          <p:cNvPr id="65" name="candidate-doc-line-2">
            <a:extLst xmlns:a="http://schemas.openxmlformats.org/drawingml/2006/main">
              <a:ext uri="{FF2B5EF4-FFF2-40B4-BE49-F238E27FC236}">
                <a16:creationId xmlns:a16="http://schemas.microsoft.com/office/drawing/2014/main" id="{32B6C657-515A-46E1-A49C-040A4E5B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3C3C3"/>
            </a:solidFill>
            <a:prstDash val="solid"/>
          </a:ln>
        </p:spPr>
      </p:sp>
      <p:sp>
        <p:nvSpPr>
          <p:cNvPr id="66" name="candidate-doc-label">
            <a:extLst xmlns:a="http://schemas.openxmlformats.org/drawingml/2006/main">
              <a:ext uri="{FF2B5EF4-FFF2-40B4-BE49-F238E27FC236}">
                <a16:creationId xmlns:a16="http://schemas.microsoft.com/office/drawing/2014/main" id="{896E903A-5915-4548-A5D6-104F701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003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S</a:t>
            </a:r>
          </a:p>
        </p:txBody>
      </p:sp>
      <p:sp>
        <p:nvSpPr>
          <p:cNvPr id="67" name="evaluation-package">
            <a:extLst xmlns:a="http://schemas.openxmlformats.org/drawingml/2006/main">
              <a:ext uri="{FF2B5EF4-FFF2-40B4-BE49-F238E27FC236}">
                <a16:creationId xmlns:a16="http://schemas.microsoft.com/office/drawing/2014/main" id="{05CD1698-4B75-4F03-A206-448D9464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05325"/>
            <a:ext cx="23812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1430">
            <a:solidFill>
              <a:srgbClr val="C9D3E2"/>
            </a:solidFill>
            <a:prstDash val="solid"/>
          </a:ln>
        </p:spPr>
      </p:sp>
      <p:sp>
        <p:nvSpPr>
          <p:cNvPr id="68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23683A8F-F724-4B0F-AC7E-08020FA1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EVALUATION PACKAGE</a:t>
            </a:r>
          </a:p>
        </p:txBody>
      </p:sp>
      <p:sp>
        <p:nvSpPr>
          <p:cNvPr id="69" name="evaluation-rule">
            <a:extLst xmlns:a="http://schemas.openxmlformats.org/drawingml/2006/main">
              <a:ext uri="{FF2B5EF4-FFF2-40B4-BE49-F238E27FC236}">
                <a16:creationId xmlns:a16="http://schemas.microsoft.com/office/drawing/2014/main" id="{1262E227-CA15-4807-A205-133563E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70" name="evaluation-runtime">
            <a:extLst xmlns:a="http://schemas.openxmlformats.org/drawingml/2006/main">
              <a:ext uri="{FF2B5EF4-FFF2-40B4-BE49-F238E27FC236}">
                <a16:creationId xmlns:a16="http://schemas.microsoft.com/office/drawing/2014/main" id="{39244488-2AA7-4564-A7C6-23FCBF8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t,W  |  M,T,U  |  Q</a:t>
            </a:r>
          </a:p>
        </p:txBody>
      </p:sp>
      <p:sp>
        <p:nvSpPr>
          <p:cNvPr id="71" name="evaluation-policy">
            <a:extLst xmlns:a="http://schemas.openxmlformats.org/drawingml/2006/main">
              <a:ext uri="{FF2B5EF4-FFF2-40B4-BE49-F238E27FC236}">
                <a16:creationId xmlns:a16="http://schemas.microsoft.com/office/drawing/2014/main" id="{105C82D4-479D-407F-9565-E1A2EBF4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474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σ schedule  |  τ threshold  |  γ decision</a:t>
            </a:r>
          </a:p>
        </p:txBody>
      </p:sp>
      <p:sp>
        <p:nvSpPr>
          <p:cNvPr id="72" name="evaluation-baseline">
            <a:extLst xmlns:a="http://schemas.openxmlformats.org/drawingml/2006/main">
              <a:ext uri="{FF2B5EF4-FFF2-40B4-BE49-F238E27FC236}">
                <a16:creationId xmlns:a16="http://schemas.microsoft.com/office/drawing/2014/main" id="{6ED3E9B8-3935-41E4-A143-BD05ED8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B = empty specification</a:t>
            </a:r>
          </a:p>
        </p:txBody>
      </p:sp>
      <p:sp>
        <p:nvSpPr>
          <p:cNvPr id="73" name="registered-boundary">
            <a:extLst xmlns:a="http://schemas.openxmlformats.org/drawingml/2006/main">
              <a:ext uri="{FF2B5EF4-FFF2-40B4-BE49-F238E27FC236}">
                <a16:creationId xmlns:a16="http://schemas.microsoft.com/office/drawing/2014/main" id="{C96B055B-C5BE-41A0-B919-C1F0FEEB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05325"/>
            <a:ext cx="13144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4288">
            <a:solidFill>
              <a:srgbClr val="6E7CF6"/>
            </a:solidFill>
            <a:prstDash val="solid"/>
          </a:ln>
        </p:spPr>
      </p:sp>
      <p:sp>
        <p:nvSpPr>
          <p:cNvPr id="74" name="omega-title">
            <a:extLst xmlns:a="http://schemas.openxmlformats.org/drawingml/2006/main">
              <a:ext uri="{FF2B5EF4-FFF2-40B4-BE49-F238E27FC236}">
                <a16:creationId xmlns:a16="http://schemas.microsoft.com/office/drawing/2014/main" id="{AF918C52-62F4-41BB-B3BB-1E25680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FROZEN Ω</a:t>
            </a:r>
          </a:p>
        </p:txBody>
      </p:sp>
      <p:sp>
        <p:nvSpPr>
          <p:cNvPr id="75" name="omega-rule">
            <a:extLst xmlns:a="http://schemas.openxmlformats.org/drawingml/2006/main">
              <a:ext uri="{FF2B5EF4-FFF2-40B4-BE49-F238E27FC236}">
                <a16:creationId xmlns:a16="http://schemas.microsoft.com/office/drawing/2014/main" id="{81D21194-A824-4A4D-A062-7289BB5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958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76" name="omega-fields">
            <a:extLst xmlns:a="http://schemas.openxmlformats.org/drawingml/2006/main">
              <a:ext uri="{FF2B5EF4-FFF2-40B4-BE49-F238E27FC236}">
                <a16:creationId xmlns:a16="http://schemas.microsoft.com/office/drawing/2014/main" id="{D7800AB4-456A-42ED-8923-8A19379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43475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P,A,G,B,F,S</a:t>
            </a:r>
          </a:p>
          <a:p xmlns:a="http://schemas.openxmlformats.org/drawingml/2006/main">
            <a:pPr algn="ctr">
              <a:def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t,W,M,T,U,Q</a:t>
            </a:r>
          </a:p>
          <a:p xmlns:a="http://schemas.openxmlformats.org/drawingml/2006/main">
            <a:pPr algn="ctr">
              <a:def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σ,τ,γ</a:t>
            </a:r>
          </a:p>
        </p:txBody>
      </p:sp>
      <p:cxnSp>
        <p:nvCxnSpPr>
          <p:cNvPr id="251" name=""/>
          <p:cNvCxnSpPr>
            <a:stCxn xmlns:a="http://schemas.openxmlformats.org/drawingml/2006/main" id="67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743200" y="51482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3B84C"/>
            </a:solidFill>
            <a:prstDash val="solid"/>
            <a:tailEnd type="arrow" w="sm" len="sm"/>
          </a:ln>
        </p:spPr>
      </p:cxnSp>
      <p:cxnSp>
        <p:nvCxnSpPr>
          <p:cNvPr id="252" name=""/>
          <p:cNvCxnSpPr>
            <a:stCxn xmlns:a="http://schemas.openxmlformats.org/drawingml/2006/main" id="57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3571875" y="2114550"/>
            <a:ext cx="390525" cy="2390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E7CF6"/>
            </a:solidFill>
            <a:prstDash val="solid"/>
            <a:tailEnd type="arrow" w="sm" len="sm"/>
          </a:ln>
        </p:spPr>
      </p:cxnSp>
      <p:cxnSp>
        <p:nvCxnSpPr>
          <p:cNvPr id="253" name=""/>
          <p:cNvCxnSpPr>
            <a:stCxn xmlns:a="http://schemas.openxmlformats.org/drawingml/2006/main" id="6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3571875" y="3695700"/>
            <a:ext cx="3905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3C3C3"/>
            </a:solidFill>
            <a:prstDash val="solid"/>
            <a:tailEnd type="arrow" w="sm" len="sm"/>
          </a:ln>
        </p:spPr>
      </p:cxnSp>
      <p:sp>
        <p:nvSpPr>
          <p:cNvPr id="80" name="seal-title">
            <a:extLst xmlns:a="http://schemas.openxmlformats.org/drawingml/2006/main">
              <a:ext uri="{FF2B5EF4-FFF2-40B4-BE49-F238E27FC236}">
                <a16:creationId xmlns:a16="http://schemas.microsoft.com/office/drawing/2014/main" id="{4CAD6D13-C82F-4209-A732-766607D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66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1  SEAL</a:t>
            </a:r>
          </a:p>
        </p:txBody>
      </p:sp>
      <p:sp>
        <p:nvSpPr>
          <p:cNvPr id="81" name="seal-card">
            <a:extLst xmlns:a="http://schemas.openxmlformats.org/drawingml/2006/main">
              <a:ext uri="{FF2B5EF4-FFF2-40B4-BE49-F238E27FC236}">
                <a16:creationId xmlns:a16="http://schemas.microsoft.com/office/drawing/2014/main" id="{4C1C2910-99DF-4887-B091-59C07B1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57325"/>
            <a:ext cx="990600" cy="3000375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73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V="1">
            <a:off x="4229100" y="2957513"/>
            <a:ext cx="342900" cy="2190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F5BC9"/>
            </a:solidFill>
            <a:prstDash val="solid"/>
            <a:tailEnd type="arrow" w="sm" len="sm"/>
          </a:ln>
        </p:spPr>
      </p:cxnSp>
      <p:sp>
        <p:nvSpPr>
          <p:cNvPr id="83" name="seal-subtitle">
            <a:extLst xmlns:a="http://schemas.openxmlformats.org/drawingml/2006/main">
              <a:ext uri="{FF2B5EF4-FFF2-40B4-BE49-F238E27FC236}">
                <a16:creationId xmlns:a16="http://schemas.microsoft.com/office/drawing/2014/main" id="{5DB61D5A-E44B-4382-B18B-B679A29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43050"/>
            <a:ext cx="85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10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before held-out runs</a:t>
            </a:r>
          </a:p>
        </p:txBody>
      </p:sp>
      <p:sp>
        <p:nvSpPr>
          <p:cNvPr id="84" name="seal-item-0">
            <a:extLst xmlns:a="http://schemas.openxmlformats.org/drawingml/2006/main">
              <a:ext uri="{FF2B5EF4-FFF2-40B4-BE49-F238E27FC236}">
                <a16:creationId xmlns:a16="http://schemas.microsoft.com/office/drawing/2014/main" id="{6139087A-EA52-4C9D-B23A-33113AB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B digest</a:t>
            </a:r>
          </a:p>
        </p:txBody>
      </p:sp>
      <p:sp>
        <p:nvSpPr>
          <p:cNvPr id="85" name="seal-item-1">
            <a:extLst xmlns:a="http://schemas.openxmlformats.org/drawingml/2006/main">
              <a:ext uri="{FF2B5EF4-FFF2-40B4-BE49-F238E27FC236}">
                <a16:creationId xmlns:a16="http://schemas.microsoft.com/office/drawing/2014/main" id="{A07E0FFC-F603-4DB4-ABF2-3384C45B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F digest</a:t>
            </a:r>
          </a:p>
        </p:txBody>
      </p:sp>
      <p:sp>
        <p:nvSpPr>
          <p:cNvPr id="86" name="seal-item-2">
            <a:extLst xmlns:a="http://schemas.openxmlformats.org/drawingml/2006/main">
              <a:ext uri="{FF2B5EF4-FFF2-40B4-BE49-F238E27FC236}">
                <a16:creationId xmlns:a16="http://schemas.microsoft.com/office/drawing/2014/main" id="{176D442B-CD6D-4F15-9E9E-1A1F7D5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S digest</a:t>
            </a:r>
          </a:p>
        </p:txBody>
      </p:sp>
      <p:sp>
        <p:nvSpPr>
          <p:cNvPr id="87" name="seal-item-3">
            <a:extLst xmlns:a="http://schemas.openxmlformats.org/drawingml/2006/main">
              <a:ext uri="{FF2B5EF4-FFF2-40B4-BE49-F238E27FC236}">
                <a16:creationId xmlns:a16="http://schemas.microsoft.com/office/drawing/2014/main" id="{4D1AADAA-4C90-4FFA-AC6C-A26CFF1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05175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Ω digest</a:t>
            </a:r>
          </a:p>
        </p:txBody>
      </p:sp>
      <p:sp>
        <p:nvSpPr>
          <p:cNvPr id="88" name="seal-item-4">
            <a:extLst xmlns:a="http://schemas.openxmlformats.org/drawingml/2006/main">
              <a:ext uri="{FF2B5EF4-FFF2-40B4-BE49-F238E27FC236}">
                <a16:creationId xmlns:a16="http://schemas.microsoft.com/office/drawing/2014/main" id="{324A01DE-41A2-4AED-9DFF-FE93A0A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B84C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3A4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2F3A4A"/>
                </a:solidFill>
                <a:latin typeface="Trebuchet MS"/>
                <a:ea typeface="Trebuchet MS"/>
                <a:cs typeface="Trebuchet MS"/>
              </a:rPr>
              <a:t>γ policy</a:t>
            </a:r>
          </a:p>
        </p:txBody>
      </p:sp>
      <p:sp>
        <p:nvSpPr>
          <p:cNvPr id="89" name="runs-title">
            <a:extLst xmlns:a="http://schemas.openxmlformats.org/drawingml/2006/main">
              <a:ext uri="{FF2B5EF4-FFF2-40B4-BE49-F238E27FC236}">
                <a16:creationId xmlns:a16="http://schemas.microsoft.com/office/drawing/2014/main" id="{5320E0CD-8A24-478A-BB7B-300E8AE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66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99C9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299C9C"/>
                </a:solidFill>
                <a:latin typeface="Trebuchet MS"/>
                <a:ea typeface="Trebuchet MS"/>
                <a:cs typeface="Trebuchet MS"/>
              </a:rPr>
              <a:t>2  MATCHED B / F / S</a:t>
            </a:r>
          </a:p>
        </p:txBody>
      </p:sp>
      <p:sp>
        <p:nvSpPr>
          <p:cNvPr id="90" name="runs-card">
            <a:extLst xmlns:a="http://schemas.openxmlformats.org/drawingml/2006/main">
              <a:ext uri="{FF2B5EF4-FFF2-40B4-BE49-F238E27FC236}">
                <a16:creationId xmlns:a16="http://schemas.microsoft.com/office/drawing/2014/main" id="{1D1D1355-CF73-4B25-9679-61F5A43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57325"/>
            <a:ext cx="2266950" cy="3000375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AF8F8"/>
          </a:solidFill>
          <a:ln xmlns:a="http://schemas.openxmlformats.org/drawingml/2006/main" w="11430">
            <a:solidFill>
              <a:srgbClr val="C9D3E2"/>
            </a:solidFill>
            <a:prstDash val="solid"/>
          </a:ln>
        </p:spPr>
      </p:sp>
      <p:sp>
        <p:nvSpPr>
          <p:cNvPr id="91" name="runs-shared">
            <a:extLst xmlns:a="http://schemas.openxmlformats.org/drawingml/2006/main">
              <a:ext uri="{FF2B5EF4-FFF2-40B4-BE49-F238E27FC236}">
                <a16:creationId xmlns:a16="http://schemas.microsoft.com/office/drawing/2014/main" id="{13C38102-068D-49D9-B1D4-26EAFA3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240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same frozen boundary; σ-matched registry + order</a:t>
            </a:r>
          </a:p>
        </p:txBody>
      </p:sp>
      <p:sp>
        <p:nvSpPr>
          <p:cNvPr id="92" name="runs-rule">
            <a:extLst xmlns:a="http://schemas.openxmlformats.org/drawingml/2006/main">
              <a:ext uri="{FF2B5EF4-FFF2-40B4-BE49-F238E27FC236}">
                <a16:creationId xmlns:a16="http://schemas.microsoft.com/office/drawing/2014/main" id="{BC6FFE8F-2559-4495-84FE-27773D8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4310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93" name="lane-b-lane">
            <a:extLst xmlns:a="http://schemas.openxmlformats.org/drawingml/2006/main">
              <a:ext uri="{FF2B5EF4-FFF2-40B4-BE49-F238E27FC236}">
                <a16:creationId xmlns:a16="http://schemas.microsoft.com/office/drawing/2014/main" id="{DF6E31D4-9FF0-4210-8E4E-611DE2FB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85975"/>
            <a:ext cx="20764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93A0B1"/>
            </a:solidFill>
            <a:prstDash val="solid"/>
          </a:ln>
        </p:spPr>
      </p:sp>
      <p:sp>
        <p:nvSpPr>
          <p:cNvPr id="94" name="lane-b-badge">
            <a:extLst xmlns:a="http://schemas.openxmlformats.org/drawingml/2006/main">
              <a:ext uri="{FF2B5EF4-FFF2-40B4-BE49-F238E27FC236}">
                <a16:creationId xmlns:a16="http://schemas.microsoft.com/office/drawing/2014/main" id="{27599A1D-F521-457B-95EA-96F435E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0B1"/>
          </a:solidFill>
          <a:ln xmlns:a="http://schemas.openxmlformats.org/drawingml/2006/main" w="12383">
            <a:solidFill>
              <a:srgbClr val="93A0B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95" name="lane-b-label">
            <a:extLst xmlns:a="http://schemas.openxmlformats.org/drawingml/2006/main">
              <a:ext uri="{FF2B5EF4-FFF2-40B4-BE49-F238E27FC236}">
                <a16:creationId xmlns:a16="http://schemas.microsoft.com/office/drawing/2014/main" id="{BEFD644B-D993-48FB-A7A0-70B8238A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93A0B1"/>
                </a:solidFill>
                <a:latin typeface="Trebuchet MS"/>
                <a:ea typeface="Trebuchet MS"/>
                <a:cs typeface="Trebuchet MS"/>
              </a:rPr>
              <a:t>BASE</a:t>
            </a:r>
          </a:p>
        </p:txBody>
      </p:sp>
      <p:sp>
        <p:nvSpPr>
          <p:cNvPr id="96" name="lane-b-session">
            <a:extLst xmlns:a="http://schemas.openxmlformats.org/drawingml/2006/main">
              <a:ext uri="{FF2B5EF4-FFF2-40B4-BE49-F238E27FC236}">
                <a16:creationId xmlns:a16="http://schemas.microsoft.com/office/drawing/2014/main" id="{494FD1DC-C966-45E9-81B7-443E8AA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0275"/>
            <a:ext cx="400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0B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  <p:sp>
        <p:nvSpPr>
          <p:cNvPr id="97" name="lane-b-outcome">
            <a:extLst xmlns:a="http://schemas.openxmlformats.org/drawingml/2006/main">
              <a:ext uri="{FF2B5EF4-FFF2-40B4-BE49-F238E27FC236}">
                <a16:creationId xmlns:a16="http://schemas.microsoft.com/office/drawing/2014/main" id="{8AFDC46B-B1A4-4E48-99FB-0B77F83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v,c,p,q</a:t>
            </a:r>
          </a:p>
        </p:txBody>
      </p:sp>
      <p:sp>
        <p:nvSpPr>
          <p:cNvPr id="98" name="lane-f-lane">
            <a:extLst xmlns:a="http://schemas.openxmlformats.org/drawingml/2006/main">
              <a:ext uri="{FF2B5EF4-FFF2-40B4-BE49-F238E27FC236}">
                <a16:creationId xmlns:a16="http://schemas.microsoft.com/office/drawing/2014/main" id="{F175F09D-E629-4192-A094-392677FA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19400"/>
            <a:ext cx="20764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11430">
            <a:solidFill>
              <a:srgbClr val="6E7CF6"/>
            </a:solidFill>
            <a:prstDash val="solid"/>
          </a:ln>
        </p:spPr>
      </p:sp>
      <p:sp>
        <p:nvSpPr>
          <p:cNvPr id="99" name="lane-f-badge">
            <a:extLst xmlns:a="http://schemas.openxmlformats.org/drawingml/2006/main">
              <a:ext uri="{FF2B5EF4-FFF2-40B4-BE49-F238E27FC236}">
                <a16:creationId xmlns:a16="http://schemas.microsoft.com/office/drawing/2014/main" id="{2EDB3BD8-A208-4952-AD25-433757BD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43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00" name="lane-f-label">
            <a:extLst xmlns:a="http://schemas.openxmlformats.org/drawingml/2006/main">
              <a:ext uri="{FF2B5EF4-FFF2-40B4-BE49-F238E27FC236}">
                <a16:creationId xmlns:a16="http://schemas.microsoft.com/office/drawing/2014/main" id="{A1D30F12-8B4C-4EA6-82C0-37CA33C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6E7CF6"/>
                </a:solidFill>
                <a:latin typeface="Trebuchet MS"/>
                <a:ea typeface="Trebuchet MS"/>
                <a:cs typeface="Trebuchet MS"/>
              </a:rPr>
              <a:t>FULL</a:t>
            </a:r>
          </a:p>
        </p:txBody>
      </p:sp>
      <p:sp>
        <p:nvSpPr>
          <p:cNvPr id="101" name="lane-f-session">
            <a:extLst xmlns:a="http://schemas.openxmlformats.org/drawingml/2006/main">
              <a:ext uri="{FF2B5EF4-FFF2-40B4-BE49-F238E27FC236}">
                <a16:creationId xmlns:a16="http://schemas.microsoft.com/office/drawing/2014/main" id="{7A5BDC97-8A43-4803-86DC-416887C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00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7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  <p:sp>
        <p:nvSpPr>
          <p:cNvPr id="102" name="lane-f-outcome">
            <a:extLst xmlns:a="http://schemas.openxmlformats.org/drawingml/2006/main">
              <a:ext uri="{FF2B5EF4-FFF2-40B4-BE49-F238E27FC236}">
                <a16:creationId xmlns:a16="http://schemas.microsoft.com/office/drawing/2014/main" id="{E2F4DC09-B638-480C-A77B-98EF06A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241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v,c,p,q</a:t>
            </a:r>
          </a:p>
        </p:txBody>
      </p:sp>
      <p:sp>
        <p:nvSpPr>
          <p:cNvPr id="103" name="lane-s-lane">
            <a:extLst xmlns:a="http://schemas.openxmlformats.org/drawingml/2006/main">
              <a:ext uri="{FF2B5EF4-FFF2-40B4-BE49-F238E27FC236}">
                <a16:creationId xmlns:a16="http://schemas.microsoft.com/office/drawing/2014/main" id="{2D8594F4-1AF3-44A7-B58F-557192A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52825"/>
            <a:ext cx="20764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8F8"/>
          </a:solidFill>
          <a:ln xmlns:a="http://schemas.openxmlformats.org/drawingml/2006/main" w="11430">
            <a:solidFill>
              <a:srgbClr val="53C3C3"/>
            </a:solidFill>
            <a:prstDash val="solid"/>
          </a:ln>
        </p:spPr>
      </p:sp>
      <p:sp>
        <p:nvSpPr>
          <p:cNvPr id="104" name="lane-s-badge">
            <a:extLst xmlns:a="http://schemas.openxmlformats.org/drawingml/2006/main">
              <a:ext uri="{FF2B5EF4-FFF2-40B4-BE49-F238E27FC236}">
                <a16:creationId xmlns:a16="http://schemas.microsoft.com/office/drawing/2014/main" id="{F58A0CDD-7F02-4D2A-8BB0-84F1FAEA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2383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05" name="lane-s-label">
            <a:extLst xmlns:a="http://schemas.openxmlformats.org/drawingml/2006/main">
              <a:ext uri="{FF2B5EF4-FFF2-40B4-BE49-F238E27FC236}">
                <a16:creationId xmlns:a16="http://schemas.microsoft.com/office/drawing/2014/main" id="{1DEA0E50-D291-4B22-B6E5-CCF1B4D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C3C3"/>
                </a:solidFill>
                <a:latin typeface="Trebuchet MS"/>
                <a:ea typeface="Trebuchet MS"/>
                <a:cs typeface="Trebuchet MS"/>
              </a:rPr>
              <a:t>CAND.</a:t>
            </a:r>
          </a:p>
        </p:txBody>
      </p:sp>
      <p:sp>
        <p:nvSpPr>
          <p:cNvPr id="106" name="lane-s-session">
            <a:extLst xmlns:a="http://schemas.openxmlformats.org/drawingml/2006/main">
              <a:ext uri="{FF2B5EF4-FFF2-40B4-BE49-F238E27FC236}">
                <a16:creationId xmlns:a16="http://schemas.microsoft.com/office/drawing/2014/main" id="{A9D637EC-A64A-400A-8E71-0BA12CC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67125"/>
            <a:ext cx="400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C3C3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  <p:sp>
        <p:nvSpPr>
          <p:cNvPr id="107" name="lane-s-outcome">
            <a:extLst xmlns:a="http://schemas.openxmlformats.org/drawingml/2006/main">
              <a:ext uri="{FF2B5EF4-FFF2-40B4-BE49-F238E27FC236}">
                <a16:creationId xmlns:a16="http://schemas.microsoft.com/office/drawing/2014/main" id="{BA2AB609-4A8B-40DE-B70D-375F673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v,c,p,q</a:t>
            </a:r>
          </a:p>
        </p:txBody>
      </p:sp>
      <p:sp>
        <p:nvSpPr>
          <p:cNvPr id="108" name="runs-note">
            <a:extLst xmlns:a="http://schemas.openxmlformats.org/drawingml/2006/main">
              <a:ext uri="{FF2B5EF4-FFF2-40B4-BE49-F238E27FC236}">
                <a16:creationId xmlns:a16="http://schemas.microsoft.com/office/drawing/2014/main" id="{1B9BD677-82BA-4F10-B595-1CC0923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152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fresh session per registered block</a:t>
            </a:r>
          </a:p>
        </p:txBody>
      </p:sp>
      <p:sp>
        <p:nvSpPr>
          <p:cNvPr id="109" name="validity-title">
            <a:extLst xmlns:a="http://schemas.openxmlformats.org/drawingml/2006/main">
              <a:ext uri="{FF2B5EF4-FFF2-40B4-BE49-F238E27FC236}">
                <a16:creationId xmlns:a16="http://schemas.microsoft.com/office/drawing/2014/main" id="{EF211D93-6F35-4049-8F31-5E70A19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668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6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FAE7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3FAE75"/>
                </a:solidFill>
                <a:latin typeface="Trebuchet MS"/>
                <a:ea typeface="Trebuchet MS"/>
                <a:cs typeface="Trebuchet MS"/>
              </a:rPr>
              <a:t>3  VALIDITY</a:t>
            </a:r>
          </a:p>
        </p:txBody>
      </p:sp>
      <p:sp>
        <p:nvSpPr>
          <p:cNvPr id="110" name="validity-card">
            <a:extLst xmlns:a="http://schemas.openxmlformats.org/drawingml/2006/main">
              <a:ext uri="{FF2B5EF4-FFF2-40B4-BE49-F238E27FC236}">
                <a16:creationId xmlns:a16="http://schemas.microsoft.com/office/drawing/2014/main" id="{0C72E149-206A-4E4C-8B8F-A52581D2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57325"/>
            <a:ext cx="895350" cy="30003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6C99C"/>
            </a:solidFill>
            <a:prstDash val="solid"/>
          </a:ln>
        </p:spPr>
      </p:sp>
      <p:sp>
        <p:nvSpPr>
          <p:cNvPr id="111" name="validity-dot-0">
            <a:extLst xmlns:a="http://schemas.openxmlformats.org/drawingml/2006/main">
              <a:ext uri="{FF2B5EF4-FFF2-40B4-BE49-F238E27FC236}">
                <a16:creationId xmlns:a16="http://schemas.microsoft.com/office/drawing/2014/main" id="{80CD965B-9EC1-4726-BCD7-857E291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12383">
            <a:solidFill>
              <a:srgbClr val="76C99C"/>
            </a:solidFill>
            <a:prstDash val="solid"/>
          </a:ln>
        </p:spPr>
      </p:sp>
      <p:sp>
        <p:nvSpPr>
          <p:cNvPr id="112" name="validity-item-0">
            <a:extLst xmlns:a="http://schemas.openxmlformats.org/drawingml/2006/main">
              <a:ext uri="{FF2B5EF4-FFF2-40B4-BE49-F238E27FC236}">
                <a16:creationId xmlns:a16="http://schemas.microsoft.com/office/drawing/2014/main" id="{C549EA2A-83E3-431F-9626-19FDB238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62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digests</a:t>
            </a:r>
          </a:p>
        </p:txBody>
      </p:sp>
      <p:sp>
        <p:nvSpPr>
          <p:cNvPr id="113" name="validity-dot-1">
            <a:extLst xmlns:a="http://schemas.openxmlformats.org/drawingml/2006/main">
              <a:ext uri="{FF2B5EF4-FFF2-40B4-BE49-F238E27FC236}">
                <a16:creationId xmlns:a16="http://schemas.microsoft.com/office/drawing/2014/main" id="{2E51B892-1869-49C2-A6C3-48E028C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12383">
            <a:solidFill>
              <a:srgbClr val="76C99C"/>
            </a:solidFill>
            <a:prstDash val="solid"/>
          </a:ln>
        </p:spPr>
      </p:sp>
      <p:sp>
        <p:nvSpPr>
          <p:cNvPr id="114" name="validity-item-1">
            <a:extLst xmlns:a="http://schemas.openxmlformats.org/drawingml/2006/main">
              <a:ext uri="{FF2B5EF4-FFF2-40B4-BE49-F238E27FC236}">
                <a16:creationId xmlns:a16="http://schemas.microsoft.com/office/drawing/2014/main" id="{D9F59FD9-EDB0-49F9-B265-C5378BC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145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terminal</a:t>
            </a:r>
          </a:p>
        </p:txBody>
      </p:sp>
      <p:sp>
        <p:nvSpPr>
          <p:cNvPr id="115" name="validity-dot-2">
            <a:extLst xmlns:a="http://schemas.openxmlformats.org/drawingml/2006/main">
              <a:ext uri="{FF2B5EF4-FFF2-40B4-BE49-F238E27FC236}">
                <a16:creationId xmlns:a16="http://schemas.microsoft.com/office/drawing/2014/main" id="{2BFF4DB1-2FAD-4424-9079-517F9FE0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12383">
            <a:solidFill>
              <a:srgbClr val="76C99C"/>
            </a:solidFill>
            <a:prstDash val="solid"/>
          </a:ln>
        </p:spPr>
      </p:sp>
      <p:sp>
        <p:nvSpPr>
          <p:cNvPr id="116" name="validity-item-2">
            <a:extLst xmlns:a="http://schemas.openxmlformats.org/drawingml/2006/main">
              <a:ext uri="{FF2B5EF4-FFF2-40B4-BE49-F238E27FC236}">
                <a16:creationId xmlns:a16="http://schemas.microsoft.com/office/drawing/2014/main" id="{813CE685-92E1-43AA-87C5-12F4D06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scorer</a:t>
            </a:r>
          </a:p>
        </p:txBody>
      </p:sp>
      <p:sp>
        <p:nvSpPr>
          <p:cNvPr id="117" name="validity-dot-3">
            <a:extLst xmlns:a="http://schemas.openxmlformats.org/drawingml/2006/main">
              <a:ext uri="{FF2B5EF4-FFF2-40B4-BE49-F238E27FC236}">
                <a16:creationId xmlns:a16="http://schemas.microsoft.com/office/drawing/2014/main" id="{AAF8D877-9866-4AD0-A075-BF5FDBD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99C"/>
          </a:solidFill>
          <a:ln xmlns:a="http://schemas.openxmlformats.org/drawingml/2006/main" w="12383">
            <a:solidFill>
              <a:srgbClr val="76C99C"/>
            </a:solidFill>
            <a:prstDash val="solid"/>
          </a:ln>
        </p:spPr>
      </p:sp>
      <p:sp>
        <p:nvSpPr>
          <p:cNvPr id="118" name="validity-item-3">
            <a:extLst xmlns:a="http://schemas.openxmlformats.org/drawingml/2006/main">
              <a:ext uri="{FF2B5EF4-FFF2-40B4-BE49-F238E27FC236}">
                <a16:creationId xmlns:a16="http://schemas.microsoft.com/office/drawing/2014/main" id="{D61D054C-E776-46B8-862C-250D82A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19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86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schedule</a:t>
            </a:r>
          </a:p>
        </p:txBody>
      </p:sp>
      <p:sp>
        <p:nvSpPr>
          <p:cNvPr id="119" name="validity-diamond">
            <a:extLst xmlns:a="http://schemas.openxmlformats.org/drawingml/2006/main">
              <a:ext uri="{FF2B5EF4-FFF2-40B4-BE49-F238E27FC236}">
                <a16:creationId xmlns:a16="http://schemas.microsoft.com/office/drawing/2014/main" id="{9A74BED9-6D0A-428C-AAAB-7CE21ADB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95625"/>
            <a:ext cx="5334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FAF4"/>
          </a:solidFill>
          <a:ln xmlns:a="http://schemas.openxmlformats.org/drawingml/2006/main" w="14288">
            <a:solidFill>
              <a:srgbClr val="76C99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FAE75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3FAE75"/>
                </a:solidFill>
                <a:latin typeface="Cambria Math"/>
                <a:ea typeface="Cambria Math"/>
                <a:cs typeface="Cambria Math"/>
              </a:rPr>
              <a:t>V?</a:t>
            </a:r>
          </a:p>
        </p:txBody>
      </p:sp>
      <p:sp>
        <p:nvSpPr>
          <p:cNvPr id="120" name="validity-note">
            <a:extLst xmlns:a="http://schemas.openxmlformats.org/drawingml/2006/main">
              <a:ext uri="{FF2B5EF4-FFF2-40B4-BE49-F238E27FC236}">
                <a16:creationId xmlns:a16="http://schemas.microsoft.com/office/drawing/2014/main" id="{851A8815-62C6-4159-920D-D3C67D93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242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evidence only</a:t>
            </a:r>
          </a:p>
          <a:p xmlns:a="http://schemas.openxmlformats.org/drawingml/2006/main">
            <a:pPr algn="ctr">
              <a:def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not z=1</a:t>
            </a:r>
          </a:p>
        </p:txBody>
      </p:sp>
      <p:sp>
        <p:nvSpPr>
          <p:cNvPr id="12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2AC8FF05-DE90-4579-95C4-C0A48D0A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066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7A13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A97A13"/>
                </a:solidFill>
                <a:latin typeface="Trebuchet MS"/>
                <a:ea typeface="Trebuchet MS"/>
                <a:cs typeface="Trebuchet MS"/>
              </a:rPr>
              <a:t>4  ORDERED γ</a:t>
            </a:r>
          </a:p>
        </p:txBody>
      </p:sp>
      <p:sp>
        <p:nvSpPr>
          <p:cNvPr id="122" name="decision-card">
            <a:extLst xmlns:a="http://schemas.openxmlformats.org/drawingml/2006/main">
              <a:ext uri="{FF2B5EF4-FFF2-40B4-BE49-F238E27FC236}">
                <a16:creationId xmlns:a16="http://schemas.microsoft.com/office/drawing/2014/main" id="{6D5EFCED-6EC2-44F6-AC41-5AE5FC24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57325"/>
            <a:ext cx="1409700" cy="3000375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2383">
            <a:solidFill>
              <a:srgbClr val="E3B84C"/>
            </a:solidFill>
            <a:prstDash val="solid"/>
          </a:ln>
        </p:spPr>
      </p:sp>
      <p:sp>
        <p:nvSpPr>
          <p:cNvPr id="123" name="decision-gates">
            <a:extLst xmlns:a="http://schemas.openxmlformats.org/drawingml/2006/main">
              <a:ext uri="{FF2B5EF4-FFF2-40B4-BE49-F238E27FC236}">
                <a16:creationId xmlns:a16="http://schemas.microsoft.com/office/drawing/2014/main" id="{9E054B05-8647-4E09-AB85-1EE52B1F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621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g_B: k_B ≤ b_max</a:t>
            </a:r>
          </a:p>
          <a:p xmlns:a="http://schemas.openxmlformats.org/drawingml/2006/main">
            <a:pPr algn="l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g_F: k_F ≥ f_min</a:t>
            </a:r>
          </a:p>
          <a:p xmlns:a="http://schemas.openxmlformats.org/drawingml/2006/main">
            <a:pPr algn="l">
              <a:def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g_S: k_S ≥ s_min</a:t>
            </a:r>
          </a:p>
        </p:txBody>
      </p:sp>
      <p:sp>
        <p:nvSpPr>
          <p:cNvPr id="124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681EFD61-362F-4155-84C8-2693C19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125" name="decision-row-0">
            <a:extLst xmlns:a="http://schemas.openxmlformats.org/drawingml/2006/main">
              <a:ext uri="{FF2B5EF4-FFF2-40B4-BE49-F238E27FC236}">
                <a16:creationId xmlns:a16="http://schemas.microsoft.com/office/drawing/2014/main" id="{13E0D74D-28ED-48F9-8F56-84A31BB1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717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26" name="decision-condition-0">
            <a:extLst xmlns:a="http://schemas.openxmlformats.org/drawingml/2006/main">
              <a:ext uri="{FF2B5EF4-FFF2-40B4-BE49-F238E27FC236}">
                <a16:creationId xmlns:a16="http://schemas.microsoft.com/office/drawing/2014/main" id="{5D322206-F368-4558-B9D6-9FDF847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812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V=0</a:t>
            </a:r>
          </a:p>
        </p:txBody>
      </p:sp>
      <p:sp>
        <p:nvSpPr>
          <p:cNvPr id="127" name="decision-state-0">
            <a:extLst xmlns:a="http://schemas.openxmlformats.org/drawingml/2006/main">
              <a:ext uri="{FF2B5EF4-FFF2-40B4-BE49-F238E27FC236}">
                <a16:creationId xmlns:a16="http://schemas.microsoft.com/office/drawing/2014/main" id="{3BA8D435-2F6A-4C20-A499-34549567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8125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93A0B1"/>
                </a:solidFill>
                <a:latin typeface="Cambria Math"/>
                <a:ea typeface="Cambria Math"/>
                <a:cs typeface="Cambria Math"/>
              </a:rPr>
              <a:t>Invalid</a:t>
            </a:r>
          </a:p>
        </p:txBody>
      </p:sp>
      <p:sp>
        <p:nvSpPr>
          <p:cNvPr id="128" name="decision-row-1">
            <a:extLst xmlns:a="http://schemas.openxmlformats.org/drawingml/2006/main">
              <a:ext uri="{FF2B5EF4-FFF2-40B4-BE49-F238E27FC236}">
                <a16:creationId xmlns:a16="http://schemas.microsoft.com/office/drawing/2014/main" id="{02C3C4CF-575C-468E-9B02-67757B89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9557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29" name="decision-condition-1">
            <a:extLst xmlns:a="http://schemas.openxmlformats.org/drawingml/2006/main">
              <a:ext uri="{FF2B5EF4-FFF2-40B4-BE49-F238E27FC236}">
                <a16:creationId xmlns:a16="http://schemas.microsoft.com/office/drawing/2014/main" id="{774F680F-E7DE-44EB-9F65-11654607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051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¬g_B</a:t>
            </a:r>
          </a:p>
        </p:txBody>
      </p:sp>
      <p:sp>
        <p:nvSpPr>
          <p:cNvPr id="130" name="decision-state-1">
            <a:extLst xmlns:a="http://schemas.openxmlformats.org/drawingml/2006/main">
              <a:ext uri="{FF2B5EF4-FFF2-40B4-BE49-F238E27FC236}">
                <a16:creationId xmlns:a16="http://schemas.microsoft.com/office/drawing/2014/main" id="{5B3A561D-B993-4686-905E-E4A598C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70510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rPr>
              <a:t>I_B</a:t>
            </a:r>
          </a:p>
        </p:txBody>
      </p:sp>
      <p:sp>
        <p:nvSpPr>
          <p:cNvPr id="131" name="decision-row-2">
            <a:extLst xmlns:a="http://schemas.openxmlformats.org/drawingml/2006/main">
              <a:ext uri="{FF2B5EF4-FFF2-40B4-BE49-F238E27FC236}">
                <a16:creationId xmlns:a16="http://schemas.microsoft.com/office/drawing/2014/main" id="{302F61DC-681C-40B4-AF36-D6D7E53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194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32" name="decision-condition-2">
            <a:extLst xmlns:a="http://schemas.openxmlformats.org/drawingml/2006/main">
              <a:ext uri="{FF2B5EF4-FFF2-40B4-BE49-F238E27FC236}">
                <a16:creationId xmlns:a16="http://schemas.microsoft.com/office/drawing/2014/main" id="{023C905D-DAD1-4185-A47B-18A6965C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289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¬g_F</a:t>
            </a:r>
          </a:p>
        </p:txBody>
      </p:sp>
      <p:sp>
        <p:nvSpPr>
          <p:cNvPr id="133" name="decision-state-2">
            <a:extLst xmlns:a="http://schemas.openxmlformats.org/drawingml/2006/main">
              <a:ext uri="{FF2B5EF4-FFF2-40B4-BE49-F238E27FC236}">
                <a16:creationId xmlns:a16="http://schemas.microsoft.com/office/drawing/2014/main" id="{F8EBEAAB-ECC4-464E-AC5F-3639AB4C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2895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rPr>
              <a:t>I_F</a:t>
            </a:r>
          </a:p>
        </p:txBody>
      </p:sp>
      <p:sp>
        <p:nvSpPr>
          <p:cNvPr id="134" name="decision-row-3">
            <a:extLst xmlns:a="http://schemas.openxmlformats.org/drawingml/2006/main">
              <a:ext uri="{FF2B5EF4-FFF2-40B4-BE49-F238E27FC236}">
                <a16:creationId xmlns:a16="http://schemas.microsoft.com/office/drawing/2014/main" id="{66742658-A61C-41A3-B5E9-DBAD5C0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4327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35" name="decision-condition-3">
            <a:extLst xmlns:a="http://schemas.openxmlformats.org/drawingml/2006/main">
              <a:ext uri="{FF2B5EF4-FFF2-40B4-BE49-F238E27FC236}">
                <a16:creationId xmlns:a16="http://schemas.microsoft.com/office/drawing/2014/main" id="{178AF46C-E007-43AC-A27B-227C83C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528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¬g_S ∨ R</a:t>
            </a:r>
          </a:p>
        </p:txBody>
      </p:sp>
      <p:sp>
        <p:nvSpPr>
          <p:cNvPr id="136" name="decision-state-3">
            <a:extLst xmlns:a="http://schemas.openxmlformats.org/drawingml/2006/main">
              <a:ext uri="{FF2B5EF4-FFF2-40B4-BE49-F238E27FC236}">
                <a16:creationId xmlns:a16="http://schemas.microsoft.com/office/drawing/2014/main" id="{AC24D101-CCF2-4F93-97A1-13BB29D4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35280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84D53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C84D53"/>
                </a:solidFill>
                <a:latin typeface="Cambria Math"/>
                <a:ea typeface="Cambria Math"/>
                <a:cs typeface="Cambria Math"/>
              </a:rPr>
              <a:t>R_C</a:t>
            </a:r>
          </a:p>
        </p:txBody>
      </p:sp>
      <p:sp>
        <p:nvSpPr>
          <p:cNvPr id="137" name="decision-row-4">
            <a:extLst xmlns:a="http://schemas.openxmlformats.org/drawingml/2006/main">
              <a:ext uri="{FF2B5EF4-FFF2-40B4-BE49-F238E27FC236}">
                <a16:creationId xmlns:a16="http://schemas.microsoft.com/office/drawing/2014/main" id="{D794FA80-858E-4C4A-B797-E82D060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671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4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38" name="decision-condition-4">
            <a:extLst xmlns:a="http://schemas.openxmlformats.org/drawingml/2006/main">
              <a:ext uri="{FF2B5EF4-FFF2-40B4-BE49-F238E27FC236}">
                <a16:creationId xmlns:a16="http://schemas.microsoft.com/office/drawing/2014/main" id="{66BD6078-933A-48AC-8E35-4D7713D8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76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N</a:t>
            </a:r>
          </a:p>
        </p:txBody>
      </p:sp>
      <p:sp>
        <p:nvSpPr>
          <p:cNvPr id="139" name="decision-state-4">
            <a:extLst xmlns:a="http://schemas.openxmlformats.org/drawingml/2006/main">
              <a:ext uri="{FF2B5EF4-FFF2-40B4-BE49-F238E27FC236}">
                <a16:creationId xmlns:a16="http://schemas.microsoft.com/office/drawing/2014/main" id="{C00BF215-B913-44E9-81DF-6B90685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67665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FAE75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3FAE75"/>
                </a:solidFill>
                <a:latin typeface="Cambria Math"/>
                <a:ea typeface="Cambria Math"/>
                <a:cs typeface="Cambria Math"/>
              </a:rPr>
              <a:t>Accept</a:t>
            </a:r>
          </a:p>
        </p:txBody>
      </p:sp>
      <p:sp>
        <p:nvSpPr>
          <p:cNvPr id="140" name="decision-row-5">
            <a:extLst xmlns:a="http://schemas.openxmlformats.org/drawingml/2006/main">
              <a:ext uri="{FF2B5EF4-FFF2-40B4-BE49-F238E27FC236}">
                <a16:creationId xmlns:a16="http://schemas.microsoft.com/office/drawing/2014/main" id="{964DCCB4-49C5-434A-BB73-6F1ADC2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9097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3E2"/>
            </a:solidFill>
            <a:prstDash val="solid"/>
          </a:ln>
        </p:spPr>
      </p:sp>
      <p:sp>
        <p:nvSpPr>
          <p:cNvPr id="141" name="decision-condition-5">
            <a:extLst xmlns:a="http://schemas.openxmlformats.org/drawingml/2006/main">
              <a:ext uri="{FF2B5EF4-FFF2-40B4-BE49-F238E27FC236}">
                <a16:creationId xmlns:a16="http://schemas.microsoft.com/office/drawing/2014/main" id="{C23E17F3-C6D9-42FB-A61B-93D9D75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005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2F3A4A"/>
                </a:solidFill>
                <a:latin typeface="Cambria Math"/>
                <a:ea typeface="Cambria Math"/>
                <a:cs typeface="Cambria Math"/>
              </a:rPr>
              <a:t>else</a:t>
            </a:r>
          </a:p>
        </p:txBody>
      </p:sp>
      <p:sp>
        <p:nvSpPr>
          <p:cNvPr id="142" name="decision-state-5">
            <a:extLst xmlns:a="http://schemas.openxmlformats.org/drawingml/2006/main">
              <a:ext uri="{FF2B5EF4-FFF2-40B4-BE49-F238E27FC236}">
                <a16:creationId xmlns:a16="http://schemas.microsoft.com/office/drawing/2014/main" id="{BFB5D067-8985-43B4-AE49-36C0632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0050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>
                <a:solidFill>
                  <a:srgbClr val="A97A13"/>
                </a:solidFill>
                <a:latin typeface="Cambria Math"/>
                <a:ea typeface="Cambria Math"/>
                <a:cs typeface="Cambria Math"/>
              </a:rPr>
              <a:t>I_E</a:t>
            </a:r>
          </a:p>
        </p:txBody>
      </p:sp>
      <p:sp>
        <p:nvSpPr>
          <p:cNvPr id="143" name="decision-paired">
            <a:extLst xmlns:a="http://schemas.openxmlformats.org/drawingml/2006/main">
              <a:ext uri="{FF2B5EF4-FFF2-40B4-BE49-F238E27FC236}">
                <a16:creationId xmlns:a16="http://schemas.microsoft.com/office/drawing/2014/main" id="{0EFFF3FB-2D4B-498F-B2F1-26A7C14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672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804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N/R use paired margins</a:t>
            </a:r>
          </a:p>
        </p:txBody>
      </p:sp>
      <p:sp>
        <p:nvSpPr>
          <p:cNvPr id="144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815E6281-C99F-4A7D-92E5-93FA6A2A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10668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5  RECORD</a:t>
            </a:r>
          </a:p>
        </p:txBody>
      </p:sp>
      <p:sp>
        <p:nvSpPr>
          <p:cNvPr id="145" name="record-card">
            <a:extLst xmlns:a="http://schemas.openxmlformats.org/drawingml/2006/main">
              <a:ext uri="{FF2B5EF4-FFF2-40B4-BE49-F238E27FC236}">
                <a16:creationId xmlns:a16="http://schemas.microsoft.com/office/drawing/2014/main" id="{351F6B43-768D-47CE-A41D-7FB23F52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457325"/>
            <a:ext cx="1019175" cy="3000375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E7CF6"/>
            </a:solidFill>
            <a:prstDash val="solid"/>
          </a:ln>
        </p:spPr>
      </p:sp>
      <p:sp>
        <p:nvSpPr>
          <p:cNvPr id="146" name="record-symbol">
            <a:extLst xmlns:a="http://schemas.openxmlformats.org/drawingml/2006/main">
              <a:ext uri="{FF2B5EF4-FFF2-40B4-BE49-F238E27FC236}">
                <a16:creationId xmlns:a16="http://schemas.microsoft.com/office/drawing/2014/main" id="{36AA7460-127A-4ED9-BBA5-0D372213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621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4F5BC9"/>
                </a:solidFill>
                <a:latin typeface="Cambria Math"/>
                <a:ea typeface="Cambria Math"/>
                <a:cs typeface="Cambria Math"/>
              </a:rPr>
              <a:t>E</a:t>
            </a:r>
          </a:p>
        </p:txBody>
      </p:sp>
      <p:sp>
        <p:nvSpPr>
          <p:cNvPr id="147" name="record-rule">
            <a:extLst xmlns:a="http://schemas.openxmlformats.org/drawingml/2006/main">
              <a:ext uri="{FF2B5EF4-FFF2-40B4-BE49-F238E27FC236}">
                <a16:creationId xmlns:a16="http://schemas.microsoft.com/office/drawing/2014/main" id="{902CAA2A-8520-4BFF-BC2A-C9CB23F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383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148" name="record-dot-0">
            <a:extLst xmlns:a="http://schemas.openxmlformats.org/drawingml/2006/main">
              <a:ext uri="{FF2B5EF4-FFF2-40B4-BE49-F238E27FC236}">
                <a16:creationId xmlns:a16="http://schemas.microsoft.com/office/drawing/2014/main" id="{45CD680B-21A4-4A36-B46C-2383FF4B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228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49" name="record-item-0">
            <a:extLst xmlns:a="http://schemas.openxmlformats.org/drawingml/2006/main">
              <a:ext uri="{FF2B5EF4-FFF2-40B4-BE49-F238E27FC236}">
                <a16:creationId xmlns:a16="http://schemas.microsoft.com/office/drawing/2014/main" id="{67CB1F44-AB02-4312-8D67-5D5FD76D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1455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</a:t>
            </a:r>
          </a:p>
        </p:txBody>
      </p:sp>
      <p:sp>
        <p:nvSpPr>
          <p:cNvPr id="150" name="record-dot-1">
            <a:extLst xmlns:a="http://schemas.openxmlformats.org/drawingml/2006/main">
              <a:ext uri="{FF2B5EF4-FFF2-40B4-BE49-F238E27FC236}">
                <a16:creationId xmlns:a16="http://schemas.microsoft.com/office/drawing/2014/main" id="{8A7AB651-3444-4BD8-A5B3-D953E123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CF6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51" name="record-item-1">
            <a:extLst xmlns:a="http://schemas.openxmlformats.org/drawingml/2006/main">
              <a:ext uri="{FF2B5EF4-FFF2-40B4-BE49-F238E27FC236}">
                <a16:creationId xmlns:a16="http://schemas.microsoft.com/office/drawing/2014/main" id="{90A0F86E-BCF3-4C0E-A7AF-61A4B5FA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3840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boundary</a:t>
            </a:r>
          </a:p>
        </p:txBody>
      </p:sp>
      <p:sp>
        <p:nvSpPr>
          <p:cNvPr id="152" name="record-dot-2">
            <a:extLst xmlns:a="http://schemas.openxmlformats.org/drawingml/2006/main">
              <a:ext uri="{FF2B5EF4-FFF2-40B4-BE49-F238E27FC236}">
                <a16:creationId xmlns:a16="http://schemas.microsoft.com/office/drawing/2014/main" id="{16D4BEF5-4EFD-4D2C-8B2B-9D26779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2383">
            <a:solidFill>
              <a:srgbClr val="53C3C3"/>
            </a:solidFill>
            <a:prstDash val="solid"/>
          </a:ln>
        </p:spPr>
      </p:sp>
      <p:sp>
        <p:nvSpPr>
          <p:cNvPr id="153" name="record-item-2">
            <a:extLst xmlns:a="http://schemas.openxmlformats.org/drawingml/2006/main">
              <a:ext uri="{FF2B5EF4-FFF2-40B4-BE49-F238E27FC236}">
                <a16:creationId xmlns:a16="http://schemas.microsoft.com/office/drawing/2014/main" id="{C2727CB4-3BA8-4BC7-BDF1-FB27C132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6225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runs</a:t>
            </a:r>
          </a:p>
        </p:txBody>
      </p:sp>
      <p:sp>
        <p:nvSpPr>
          <p:cNvPr id="154" name="record-dot-3">
            <a:extLst xmlns:a="http://schemas.openxmlformats.org/drawingml/2006/main">
              <a:ext uri="{FF2B5EF4-FFF2-40B4-BE49-F238E27FC236}">
                <a16:creationId xmlns:a16="http://schemas.microsoft.com/office/drawing/2014/main" id="{130E9E60-5D62-4A43-9B8F-6F833977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2383">
            <a:solidFill>
              <a:srgbClr val="53C3C3"/>
            </a:solidFill>
            <a:prstDash val="solid"/>
          </a:ln>
        </p:spPr>
      </p:sp>
      <p:sp>
        <p:nvSpPr>
          <p:cNvPr id="155" name="record-item-3">
            <a:extLst xmlns:a="http://schemas.openxmlformats.org/drawingml/2006/main">
              <a:ext uri="{FF2B5EF4-FFF2-40B4-BE49-F238E27FC236}">
                <a16:creationId xmlns:a16="http://schemas.microsoft.com/office/drawing/2014/main" id="{5EE145CB-A05B-409C-8578-A76B871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8610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checks</a:t>
            </a:r>
          </a:p>
        </p:txBody>
      </p:sp>
      <p:sp>
        <p:nvSpPr>
          <p:cNvPr id="156" name="record-dot-4">
            <a:extLst xmlns:a="http://schemas.openxmlformats.org/drawingml/2006/main">
              <a:ext uri="{FF2B5EF4-FFF2-40B4-BE49-F238E27FC236}">
                <a16:creationId xmlns:a16="http://schemas.microsoft.com/office/drawing/2014/main" id="{FEDAD8CD-CAA1-4452-A9C8-0C9C614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12383">
            <a:solidFill>
              <a:srgbClr val="E3B84C"/>
            </a:solidFill>
            <a:prstDash val="solid"/>
          </a:ln>
        </p:spPr>
      </p:sp>
      <p:sp>
        <p:nvSpPr>
          <p:cNvPr id="157" name="record-item-4">
            <a:extLst xmlns:a="http://schemas.openxmlformats.org/drawingml/2006/main">
              <a:ext uri="{FF2B5EF4-FFF2-40B4-BE49-F238E27FC236}">
                <a16:creationId xmlns:a16="http://schemas.microsoft.com/office/drawing/2014/main" id="{9F8B7167-B9D3-471B-98BA-40D1329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0995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δ state</a:t>
            </a:r>
          </a:p>
        </p:txBody>
      </p:sp>
      <p:sp>
        <p:nvSpPr>
          <p:cNvPr id="158" name="record-dot-5">
            <a:extLst xmlns:a="http://schemas.openxmlformats.org/drawingml/2006/main">
              <a:ext uri="{FF2B5EF4-FFF2-40B4-BE49-F238E27FC236}">
                <a16:creationId xmlns:a16="http://schemas.microsoft.com/office/drawing/2014/main" id="{CFE3A700-7F2F-4559-AF7D-444C946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12383">
            <a:solidFill>
              <a:srgbClr val="E3B84C"/>
            </a:solidFill>
            <a:prstDash val="solid"/>
          </a:ln>
        </p:spPr>
      </p:sp>
      <p:sp>
        <p:nvSpPr>
          <p:cNvPr id="159" name="record-item-5">
            <a:extLst xmlns:a="http://schemas.openxmlformats.org/drawingml/2006/main">
              <a:ext uri="{FF2B5EF4-FFF2-40B4-BE49-F238E27FC236}">
                <a16:creationId xmlns:a16="http://schemas.microsoft.com/office/drawing/2014/main" id="{E5BF1D55-1820-4572-809F-0A4ACD0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33800"/>
            <a:ext cx="69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ρ rationale</a:t>
            </a:r>
          </a:p>
        </p:txBody>
      </p:sp>
      <p:sp>
        <p:nvSpPr>
          <p:cNvPr id="160" name="rail-title">
            <a:extLst xmlns:a="http://schemas.openxmlformats.org/drawingml/2006/main">
              <a:ext uri="{FF2B5EF4-FFF2-40B4-BE49-F238E27FC236}">
                <a16:creationId xmlns:a16="http://schemas.microsoft.com/office/drawing/2014/main" id="{FB17CD69-7F38-4702-97DE-FFA80B60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95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4F5BC9"/>
                </a:solidFill>
                <a:latin typeface="Trebuchet MS"/>
                <a:ea typeface="Trebuchet MS"/>
                <a:cs typeface="Trebuchet MS"/>
              </a:rPr>
              <a:t>AUDIT EVIDENCE</a:t>
            </a:r>
          </a:p>
        </p:txBody>
      </p:sp>
      <p:sp>
        <p:nvSpPr>
          <p:cNvPr id="161" name="rail-line">
            <a:extLst xmlns:a="http://schemas.openxmlformats.org/drawingml/2006/main">
              <a:ext uri="{FF2B5EF4-FFF2-40B4-BE49-F238E27FC236}">
                <a16:creationId xmlns:a16="http://schemas.microsoft.com/office/drawing/2014/main" id="{533D28E2-B25B-40B5-BF59-7D030D1E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05425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5BC9"/>
            </a:solidFill>
            <a:prstDash val="solid"/>
          </a:ln>
        </p:spPr>
      </p:sp>
      <p:sp>
        <p:nvSpPr>
          <p:cNvPr id="162" name="rail-node-0">
            <a:extLst xmlns:a="http://schemas.openxmlformats.org/drawingml/2006/main">
              <a:ext uri="{FF2B5EF4-FFF2-40B4-BE49-F238E27FC236}">
                <a16:creationId xmlns:a16="http://schemas.microsoft.com/office/drawing/2014/main" id="{E5B7F735-0CFD-4FEE-A702-3FB6CD1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63" name="rail-label-0">
            <a:extLst xmlns:a="http://schemas.openxmlformats.org/drawingml/2006/main">
              <a:ext uri="{FF2B5EF4-FFF2-40B4-BE49-F238E27FC236}">
                <a16:creationId xmlns:a16="http://schemas.microsoft.com/office/drawing/2014/main" id="{FAC11EE8-6F9D-4C24-B4D7-89C6DB1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source</a:t>
            </a:r>
          </a:p>
        </p:txBody>
      </p:sp>
      <p:sp>
        <p:nvSpPr>
          <p:cNvPr id="164" name="rail-node-1">
            <a:extLst xmlns:a="http://schemas.openxmlformats.org/drawingml/2006/main">
              <a:ext uri="{FF2B5EF4-FFF2-40B4-BE49-F238E27FC236}">
                <a16:creationId xmlns:a16="http://schemas.microsoft.com/office/drawing/2014/main" id="{60737B4A-9B94-489B-A8DC-A1E523E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65" name="rail-label-1">
            <a:extLst xmlns:a="http://schemas.openxmlformats.org/drawingml/2006/main">
              <a:ext uri="{FF2B5EF4-FFF2-40B4-BE49-F238E27FC236}">
                <a16:creationId xmlns:a16="http://schemas.microsoft.com/office/drawing/2014/main" id="{739EE73C-C549-46E1-9D99-4A933D55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frozen</a:t>
            </a:r>
          </a:p>
        </p:txBody>
      </p:sp>
      <p:sp>
        <p:nvSpPr>
          <p:cNvPr id="166" name="rail-node-2">
            <a:extLst xmlns:a="http://schemas.openxmlformats.org/drawingml/2006/main">
              <a:ext uri="{FF2B5EF4-FFF2-40B4-BE49-F238E27FC236}">
                <a16:creationId xmlns:a16="http://schemas.microsoft.com/office/drawing/2014/main" id="{EBF669F7-60C7-4540-9BF3-2D8A0CC0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C3C3"/>
          </a:solidFill>
          <a:ln xmlns:a="http://schemas.openxmlformats.org/drawingml/2006/main" w="12383">
            <a:solidFill>
              <a:srgbClr val="53C3C3"/>
            </a:solidFill>
            <a:prstDash val="solid"/>
          </a:ln>
        </p:spPr>
      </p:sp>
      <p:sp>
        <p:nvSpPr>
          <p:cNvPr id="167" name="rail-label-2">
            <a:extLst xmlns:a="http://schemas.openxmlformats.org/drawingml/2006/main">
              <a:ext uri="{FF2B5EF4-FFF2-40B4-BE49-F238E27FC236}">
                <a16:creationId xmlns:a16="http://schemas.microsoft.com/office/drawing/2014/main" id="{621D122E-B0DA-478D-81AA-2624ED32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runs</a:t>
            </a:r>
          </a:p>
        </p:txBody>
      </p:sp>
      <p:sp>
        <p:nvSpPr>
          <p:cNvPr id="168" name="rail-node-3">
            <a:extLst xmlns:a="http://schemas.openxmlformats.org/drawingml/2006/main">
              <a:ext uri="{FF2B5EF4-FFF2-40B4-BE49-F238E27FC236}">
                <a16:creationId xmlns:a16="http://schemas.microsoft.com/office/drawing/2014/main" id="{1AD5389C-32A5-4DE3-AA75-840313B2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69" name="rail-label-3">
            <a:extLst xmlns:a="http://schemas.openxmlformats.org/drawingml/2006/main">
              <a:ext uri="{FF2B5EF4-FFF2-40B4-BE49-F238E27FC236}">
                <a16:creationId xmlns:a16="http://schemas.microsoft.com/office/drawing/2014/main" id="{7DE538CB-E6C9-40DA-94C0-328236B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checks</a:t>
            </a:r>
          </a:p>
        </p:txBody>
      </p:sp>
      <p:sp>
        <p:nvSpPr>
          <p:cNvPr id="170" name="rail-node-4">
            <a:extLst xmlns:a="http://schemas.openxmlformats.org/drawingml/2006/main">
              <a:ext uri="{FF2B5EF4-FFF2-40B4-BE49-F238E27FC236}">
                <a16:creationId xmlns:a16="http://schemas.microsoft.com/office/drawing/2014/main" id="{4B7F720F-1F2E-494A-BB40-548A1F0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84C"/>
          </a:solidFill>
          <a:ln xmlns:a="http://schemas.openxmlformats.org/drawingml/2006/main" w="12383">
            <a:solidFill>
              <a:srgbClr val="E3B84C"/>
            </a:solidFill>
            <a:prstDash val="solid"/>
          </a:ln>
        </p:spPr>
      </p:sp>
      <p:sp>
        <p:nvSpPr>
          <p:cNvPr id="171" name="rail-label-4">
            <a:extLst xmlns:a="http://schemas.openxmlformats.org/drawingml/2006/main">
              <a:ext uri="{FF2B5EF4-FFF2-40B4-BE49-F238E27FC236}">
                <a16:creationId xmlns:a16="http://schemas.microsoft.com/office/drawing/2014/main" id="{865A5B12-9B20-4A05-BE5C-0EE6DF2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28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decision + rationale</a:t>
            </a:r>
          </a:p>
        </p:txBody>
      </p:sp>
      <p:sp>
        <p:nvSpPr>
          <p:cNvPr id="172" name="rail-node-5">
            <a:extLst xmlns:a="http://schemas.openxmlformats.org/drawingml/2006/main">
              <a:ext uri="{FF2B5EF4-FFF2-40B4-BE49-F238E27FC236}">
                <a16:creationId xmlns:a16="http://schemas.microsoft.com/office/drawing/2014/main" id="{0F64FA83-E4E1-4936-A062-430ADA5F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23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1FF"/>
          </a:solidFill>
          <a:ln xmlns:a="http://schemas.openxmlformats.org/drawingml/2006/main" w="12383">
            <a:solidFill>
              <a:srgbClr val="6E7CF6"/>
            </a:solidFill>
            <a:prstDash val="solid"/>
          </a:ln>
        </p:spPr>
      </p:sp>
      <p:sp>
        <p:nvSpPr>
          <p:cNvPr id="173" name="rail-label-5">
            <a:extLst xmlns:a="http://schemas.openxmlformats.org/drawingml/2006/main">
              <a:ext uri="{FF2B5EF4-FFF2-40B4-BE49-F238E27FC236}">
                <a16:creationId xmlns:a16="http://schemas.microsoft.com/office/drawing/2014/main" id="{3711E610-E17B-4A43-91EA-C9DB300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42925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record</a:t>
            </a:r>
          </a:p>
        </p:txBody>
      </p:sp>
      <p:sp>
        <p:nvSpPr>
          <p:cNvPr id="174" name="validity-footnote">
            <a:extLst xmlns:a="http://schemas.openxmlformats.org/drawingml/2006/main">
              <a:ext uri="{FF2B5EF4-FFF2-40B4-BE49-F238E27FC236}">
                <a16:creationId xmlns:a16="http://schemas.microsoft.com/office/drawing/2014/main" id="{A6CC1133-A3EA-4162-A6AD-F721991B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9120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68758A"/>
                </a:solidFill>
                <a:latin typeface="Trebuchet MS"/>
                <a:ea typeface="Trebuchet MS"/>
                <a:cs typeface="Trebuchet MS"/>
              </a:rPr>
              <a:t>A completed hard-contract failure is valid evidence with z=0.</a:t>
            </a:r>
          </a:p>
        </p:txBody>
      </p:sp>
    </p:spTree>
    <p:extLst>
      <p:ext uri="{BB962C8B-B14F-4D97-AF65-F5344CB8AC3E}">
        <p14:creationId xmlns:p14="http://schemas.microsoft.com/office/powerpoint/2010/main" val="173170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2026-07-26T13:39:15.3280000Z</dcterms:created>
  <dcterms:modified xsi:type="dcterms:W3CDTF">2026-07-26T13:39:15.3280000Z</dcterms:modified>
</coreProperties>
</file>